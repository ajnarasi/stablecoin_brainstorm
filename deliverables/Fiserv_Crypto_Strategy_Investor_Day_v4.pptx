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dia/image2.svg" ContentType="image/svg+xml"/>
  <Override PartName="/ppt/media/image3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1" r:id="rId2"/>
    <p:sldMasterId id="2147483673" r:id="rId3"/>
  </p:sldMasterIdLst>
  <p:sldIdLst>
    <p:sldId id="256" r:id="rId4"/>
    <p:sldId id="280" r:id="rId28"/>
    <p:sldId id="257" r:id="rId5"/>
    <p:sldId id="258" r:id="rId6"/>
    <p:sldId id="259" r:id="rId7"/>
    <p:sldId id="276" r:id="rId8"/>
    <p:sldId id="261" r:id="rId9"/>
    <p:sldId id="262" r:id="rId10"/>
    <p:sldId id="281" r:id="rId29"/>
    <p:sldId id="264" r:id="rId12"/>
    <p:sldId id="263" r:id="rId11"/>
    <p:sldId id="277" r:id="rId13"/>
    <p:sldId id="266" r:id="rId14"/>
    <p:sldId id="278" r:id="rId15"/>
    <p:sldId id="268" r:id="rId16"/>
    <p:sldId id="269" r:id="rId17"/>
    <p:sldId id="270" r:id="rId18"/>
    <p:sldId id="271" r:id="rId19"/>
    <p:sldId id="272" r:id="rId20"/>
    <p:sldId id="282" r:id="rId31"/>
    <p:sldId id="283" r:id="rId32"/>
    <p:sldId id="273" r:id="rId21"/>
    <p:sldId id="279"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48" d="100"/>
          <a:sy n="48" d="100"/>
        </p:scale>
        <p:origin x="1268" y="2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11.xml"/><Relationship Id="rId12" Type="http://schemas.openxmlformats.org/officeDocument/2006/relationships/slide" Target="slides/slide10.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microsoft.com/office/2016/11/relationships/changesInfo" Target="changesInfos/changesInfo1.xml"/><Relationship Id="rId28" Type="http://schemas.openxmlformats.org/officeDocument/2006/relationships/slide" Target="slides/slide2.xml"/><Relationship Id="rId29" Type="http://schemas.openxmlformats.org/officeDocument/2006/relationships/slide" Target="slides/slide9.xml"/><Relationship Id="rId30" Type="http://schemas.openxmlformats.org/officeDocument/2006/relationships/notesMaster" Target="notesMasters/notesMaster1.xml"/><Relationship Id="rId31" Type="http://schemas.openxmlformats.org/officeDocument/2006/relationships/slide" Target="slides/slide22.xml"/><Relationship Id="rId32" Type="http://schemas.openxmlformats.org/officeDocument/2006/relationships/slide" Target="slides/slide2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rasimmamoorthy, Ajay (US - California)" userId="2fbaf466-1f1e-4088-9c15-edfc6cd9f7b7" providerId="ADAL" clId="{90D3283F-6DE1-44E4-9ED1-67F9658F593E}"/>
    <pc:docChg chg="undo custSel addSld delSld modSld addMainMaster modMainMaster">
      <pc:chgData name="Narasimmamoorthy, Ajay (US - California)" userId="2fbaf466-1f1e-4088-9c15-edfc6cd9f7b7" providerId="ADAL" clId="{90D3283F-6DE1-44E4-9ED1-67F9658F593E}" dt="2026-04-10T04:46:41.778" v="517" actId="20577"/>
      <pc:docMkLst>
        <pc:docMk/>
      </pc:docMkLst>
      <pc:sldChg chg="addSp delSp modSp mod modClrScheme chgLayout">
        <pc:chgData name="Narasimmamoorthy, Ajay (US - California)" userId="2fbaf466-1f1e-4088-9c15-edfc6cd9f7b7" providerId="ADAL" clId="{90D3283F-6DE1-44E4-9ED1-67F9658F593E}" dt="2026-04-06T22:54:02.528" v="261" actId="1076"/>
        <pc:sldMkLst>
          <pc:docMk/>
          <pc:sldMk cId="0" sldId="256"/>
        </pc:sldMkLst>
        <pc:spChg chg="mod">
          <ac:chgData name="Narasimmamoorthy, Ajay (US - California)" userId="2fbaf466-1f1e-4088-9c15-edfc6cd9f7b7" providerId="ADAL" clId="{90D3283F-6DE1-44E4-9ED1-67F9658F593E}" dt="2026-04-06T22:54:02.528" v="261" actId="1076"/>
          <ac:spMkLst>
            <pc:docMk/>
            <pc:sldMk cId="0" sldId="256"/>
            <ac:spMk id="4" creationId="{00000000-0000-0000-0000-000000000000}"/>
          </ac:spMkLst>
        </pc:spChg>
      </pc:sldChg>
      <pc:sldChg chg="addSp delSp modSp mod modClrScheme chgLayout">
        <pc:chgData name="Narasimmamoorthy, Ajay (US - California)" userId="2fbaf466-1f1e-4088-9c15-edfc6cd9f7b7" providerId="ADAL" clId="{90D3283F-6DE1-44E4-9ED1-67F9658F593E}" dt="2026-04-10T04:46:41.778" v="517" actId="20577"/>
        <pc:sldMkLst>
          <pc:docMk/>
          <pc:sldMk cId="0" sldId="257"/>
        </pc:sldMkLst>
        <pc:spChg chg="mod">
          <ac:chgData name="Narasimmamoorthy, Ajay (US - California)" userId="2fbaf466-1f1e-4088-9c15-edfc6cd9f7b7" providerId="ADAL" clId="{90D3283F-6DE1-44E4-9ED1-67F9658F593E}" dt="2026-04-06T21:10:12.558" v="151" actId="207"/>
          <ac:spMkLst>
            <pc:docMk/>
            <pc:sldMk cId="0" sldId="257"/>
            <ac:spMk id="3" creationId="{00000000-0000-0000-0000-000000000000}"/>
          </ac:spMkLst>
        </pc:spChg>
        <pc:spChg chg="mod">
          <ac:chgData name="Narasimmamoorthy, Ajay (US - California)" userId="2fbaf466-1f1e-4088-9c15-edfc6cd9f7b7" providerId="ADAL" clId="{90D3283F-6DE1-44E4-9ED1-67F9658F593E}" dt="2026-04-06T21:10:16.634" v="152" actId="207"/>
          <ac:spMkLst>
            <pc:docMk/>
            <pc:sldMk cId="0" sldId="257"/>
            <ac:spMk id="5" creationId="{00000000-0000-0000-0000-000000000000}"/>
          </ac:spMkLst>
        </pc:spChg>
        <pc:spChg chg="mod">
          <ac:chgData name="Narasimmamoorthy, Ajay (US - California)" userId="2fbaf466-1f1e-4088-9c15-edfc6cd9f7b7" providerId="ADAL" clId="{90D3283F-6DE1-44E4-9ED1-67F9658F593E}" dt="2026-04-10T04:46:41.778" v="517" actId="20577"/>
          <ac:spMkLst>
            <pc:docMk/>
            <pc:sldMk cId="0" sldId="257"/>
            <ac:spMk id="11" creationId="{00000000-0000-0000-0000-000000000000}"/>
          </ac:spMkLst>
        </pc:spChg>
      </pc:sldChg>
      <pc:sldChg chg="addSp delSp modSp mod modClrScheme chgLayout">
        <pc:chgData name="Narasimmamoorthy, Ajay (US - California)" userId="2fbaf466-1f1e-4088-9c15-edfc6cd9f7b7" providerId="ADAL" clId="{90D3283F-6DE1-44E4-9ED1-67F9658F593E}" dt="2026-04-06T21:10:48.836" v="157" actId="207"/>
        <pc:sldMkLst>
          <pc:docMk/>
          <pc:sldMk cId="0" sldId="258"/>
        </pc:sldMkLst>
        <pc:spChg chg="mod">
          <ac:chgData name="Narasimmamoorthy, Ajay (US - California)" userId="2fbaf466-1f1e-4088-9c15-edfc6cd9f7b7" providerId="ADAL" clId="{90D3283F-6DE1-44E4-9ED1-67F9658F593E}" dt="2026-04-06T21:10:24.115" v="153" actId="207"/>
          <ac:spMkLst>
            <pc:docMk/>
            <pc:sldMk cId="0" sldId="258"/>
            <ac:spMk id="3" creationId="{00000000-0000-0000-0000-000000000000}"/>
          </ac:spMkLst>
        </pc:spChg>
        <pc:spChg chg="mod">
          <ac:chgData name="Narasimmamoorthy, Ajay (US - California)" userId="2fbaf466-1f1e-4088-9c15-edfc6cd9f7b7" providerId="ADAL" clId="{90D3283F-6DE1-44E4-9ED1-67F9658F593E}" dt="2026-04-06T21:10:26.083" v="154" actId="207"/>
          <ac:spMkLst>
            <pc:docMk/>
            <pc:sldMk cId="0" sldId="258"/>
            <ac:spMk id="4" creationId="{00000000-0000-0000-0000-000000000000}"/>
          </ac:spMkLst>
        </pc:spChg>
        <pc:spChg chg="mod">
          <ac:chgData name="Narasimmamoorthy, Ajay (US - California)" userId="2fbaf466-1f1e-4088-9c15-edfc6cd9f7b7" providerId="ADAL" clId="{90D3283F-6DE1-44E4-9ED1-67F9658F593E}" dt="2026-04-06T21:10:28.902" v="155" actId="207"/>
          <ac:spMkLst>
            <pc:docMk/>
            <pc:sldMk cId="0" sldId="258"/>
            <ac:spMk id="6" creationId="{00000000-0000-0000-0000-000000000000}"/>
          </ac:spMkLst>
        </pc:spChg>
        <pc:spChg chg="mod">
          <ac:chgData name="Narasimmamoorthy, Ajay (US - California)" userId="2fbaf466-1f1e-4088-9c15-edfc6cd9f7b7" providerId="ADAL" clId="{90D3283F-6DE1-44E4-9ED1-67F9658F593E}" dt="2026-04-06T21:10:33.422" v="156" actId="207"/>
          <ac:spMkLst>
            <pc:docMk/>
            <pc:sldMk cId="0" sldId="258"/>
            <ac:spMk id="19" creationId="{00000000-0000-0000-0000-000000000000}"/>
          </ac:spMkLst>
        </pc:spChg>
        <pc:spChg chg="mod">
          <ac:chgData name="Narasimmamoorthy, Ajay (US - California)" userId="2fbaf466-1f1e-4088-9c15-edfc6cd9f7b7" providerId="ADAL" clId="{90D3283F-6DE1-44E4-9ED1-67F9658F593E}" dt="2026-04-06T20:58:51.088" v="45" actId="1076"/>
          <ac:spMkLst>
            <pc:docMk/>
            <pc:sldMk cId="0" sldId="258"/>
            <ac:spMk id="20" creationId="{00000000-0000-0000-0000-000000000000}"/>
          </ac:spMkLst>
        </pc:spChg>
        <pc:graphicFrameChg chg="modGraphic">
          <ac:chgData name="Narasimmamoorthy, Ajay (US - California)" userId="2fbaf466-1f1e-4088-9c15-edfc6cd9f7b7" providerId="ADAL" clId="{90D3283F-6DE1-44E4-9ED1-67F9658F593E}" dt="2026-04-06T21:10:48.836" v="157" actId="207"/>
          <ac:graphicFrameMkLst>
            <pc:docMk/>
            <pc:sldMk cId="0" sldId="258"/>
            <ac:graphicFrameMk id="5" creationId="{00000000-0000-0000-0000-000000000000}"/>
          </ac:graphicFrameMkLst>
        </pc:graphicFrameChg>
      </pc:sldChg>
      <pc:sldChg chg="modSp mod modClrScheme chgLayout">
        <pc:chgData name="Narasimmamoorthy, Ajay (US - California)" userId="2fbaf466-1f1e-4088-9c15-edfc6cd9f7b7" providerId="ADAL" clId="{90D3283F-6DE1-44E4-9ED1-67F9658F593E}" dt="2026-04-06T21:12:21.560" v="160" actId="207"/>
        <pc:sldMkLst>
          <pc:docMk/>
          <pc:sldMk cId="0" sldId="259"/>
        </pc:sldMkLst>
        <pc:spChg chg="mod">
          <ac:chgData name="Narasimmamoorthy, Ajay (US - California)" userId="2fbaf466-1f1e-4088-9c15-edfc6cd9f7b7" providerId="ADAL" clId="{90D3283F-6DE1-44E4-9ED1-67F9658F593E}" dt="2026-04-06T21:12:08.452" v="158" actId="207"/>
          <ac:spMkLst>
            <pc:docMk/>
            <pc:sldMk cId="0" sldId="259"/>
            <ac:spMk id="3" creationId="{00000000-0000-0000-0000-000000000000}"/>
          </ac:spMkLst>
        </pc:spChg>
        <pc:spChg chg="mod">
          <ac:chgData name="Narasimmamoorthy, Ajay (US - California)" userId="2fbaf466-1f1e-4088-9c15-edfc6cd9f7b7" providerId="ADAL" clId="{90D3283F-6DE1-44E4-9ED1-67F9658F593E}" dt="2026-04-06T20:59:41.185" v="47" actId="552"/>
          <ac:spMkLst>
            <pc:docMk/>
            <pc:sldMk cId="0" sldId="259"/>
            <ac:spMk id="4" creationId="{00000000-0000-0000-0000-000000000000}"/>
          </ac:spMkLst>
        </pc:spChg>
        <pc:spChg chg="mod">
          <ac:chgData name="Narasimmamoorthy, Ajay (US - California)" userId="2fbaf466-1f1e-4088-9c15-edfc6cd9f7b7" providerId="ADAL" clId="{90D3283F-6DE1-44E4-9ED1-67F9658F593E}" dt="2026-04-06T21:12:21.560" v="160" actId="207"/>
          <ac:spMkLst>
            <pc:docMk/>
            <pc:sldMk cId="0" sldId="259"/>
            <ac:spMk id="6" creationId="{00000000-0000-0000-0000-000000000000}"/>
          </ac:spMkLst>
        </pc:spChg>
        <pc:graphicFrameChg chg="modGraphic">
          <ac:chgData name="Narasimmamoorthy, Ajay (US - California)" userId="2fbaf466-1f1e-4088-9c15-edfc6cd9f7b7" providerId="ADAL" clId="{90D3283F-6DE1-44E4-9ED1-67F9658F593E}" dt="2026-04-06T21:12:17.247" v="159" actId="207"/>
          <ac:graphicFrameMkLst>
            <pc:docMk/>
            <pc:sldMk cId="0" sldId="259"/>
            <ac:graphicFrameMk id="5" creationId="{00000000-0000-0000-0000-000000000000}"/>
          </ac:graphicFrameMkLst>
        </pc:graphicFrameChg>
      </pc:sldChg>
      <pc:sldChg chg="addSp delSp modSp mod modClrScheme chgLayout">
        <pc:chgData name="Narasimmamoorthy, Ajay (US - California)" userId="2fbaf466-1f1e-4088-9c15-edfc6cd9f7b7" providerId="ADAL" clId="{90D3283F-6DE1-44E4-9ED1-67F9658F593E}" dt="2026-04-06T22:52:06.267" v="251" actId="1076"/>
        <pc:sldMkLst>
          <pc:docMk/>
          <pc:sldMk cId="0" sldId="261"/>
        </pc:sldMkLst>
        <pc:spChg chg="mod">
          <ac:chgData name="Narasimmamoorthy, Ajay (US - California)" userId="2fbaf466-1f1e-4088-9c15-edfc6cd9f7b7" providerId="ADAL" clId="{90D3283F-6DE1-44E4-9ED1-67F9658F593E}" dt="2026-04-06T21:17:51.008" v="179" actId="207"/>
          <ac:spMkLst>
            <pc:docMk/>
            <pc:sldMk cId="0" sldId="261"/>
            <ac:spMk id="3" creationId="{00000000-0000-0000-0000-000000000000}"/>
          </ac:spMkLst>
        </pc:spChg>
        <pc:spChg chg="mod">
          <ac:chgData name="Narasimmamoorthy, Ajay (US - California)" userId="2fbaf466-1f1e-4088-9c15-edfc6cd9f7b7" providerId="ADAL" clId="{90D3283F-6DE1-44E4-9ED1-67F9658F593E}" dt="2026-04-06T22:48:04.587" v="222" actId="1076"/>
          <ac:spMkLst>
            <pc:docMk/>
            <pc:sldMk cId="0" sldId="261"/>
            <ac:spMk id="4" creationId="{00000000-0000-0000-0000-000000000000}"/>
          </ac:spMkLst>
        </pc:spChg>
        <pc:spChg chg="mod">
          <ac:chgData name="Narasimmamoorthy, Ajay (US - California)" userId="2fbaf466-1f1e-4088-9c15-edfc6cd9f7b7" providerId="ADAL" clId="{90D3283F-6DE1-44E4-9ED1-67F9658F593E}" dt="2026-04-06T22:48:04.587" v="222" actId="1076"/>
          <ac:spMkLst>
            <pc:docMk/>
            <pc:sldMk cId="0" sldId="261"/>
            <ac:spMk id="5" creationId="{00000000-0000-0000-0000-000000000000}"/>
          </ac:spMkLst>
        </pc:spChg>
        <pc:spChg chg="mod">
          <ac:chgData name="Narasimmamoorthy, Ajay (US - California)" userId="2fbaf466-1f1e-4088-9c15-edfc6cd9f7b7" providerId="ADAL" clId="{90D3283F-6DE1-44E4-9ED1-67F9658F593E}" dt="2026-04-06T22:48:04.587" v="222" actId="1076"/>
          <ac:spMkLst>
            <pc:docMk/>
            <pc:sldMk cId="0" sldId="261"/>
            <ac:spMk id="6" creationId="{00000000-0000-0000-0000-000000000000}"/>
          </ac:spMkLst>
        </pc:spChg>
        <pc:spChg chg="mod">
          <ac:chgData name="Narasimmamoorthy, Ajay (US - California)" userId="2fbaf466-1f1e-4088-9c15-edfc6cd9f7b7" providerId="ADAL" clId="{90D3283F-6DE1-44E4-9ED1-67F9658F593E}" dt="2026-04-06T22:48:04.587" v="222" actId="1076"/>
          <ac:spMkLst>
            <pc:docMk/>
            <pc:sldMk cId="0" sldId="261"/>
            <ac:spMk id="7" creationId="{00000000-0000-0000-0000-000000000000}"/>
          </ac:spMkLst>
        </pc:spChg>
        <pc:spChg chg="mod">
          <ac:chgData name="Narasimmamoorthy, Ajay (US - California)" userId="2fbaf466-1f1e-4088-9c15-edfc6cd9f7b7" providerId="ADAL" clId="{90D3283F-6DE1-44E4-9ED1-67F9658F593E}" dt="2026-04-06T22:48:04.587" v="222" actId="1076"/>
          <ac:spMkLst>
            <pc:docMk/>
            <pc:sldMk cId="0" sldId="261"/>
            <ac:spMk id="8" creationId="{00000000-0000-0000-0000-000000000000}"/>
          </ac:spMkLst>
        </pc:spChg>
        <pc:spChg chg="mod">
          <ac:chgData name="Narasimmamoorthy, Ajay (US - California)" userId="2fbaf466-1f1e-4088-9c15-edfc6cd9f7b7" providerId="ADAL" clId="{90D3283F-6DE1-44E4-9ED1-67F9658F593E}" dt="2026-04-06T22:48:04.587" v="222" actId="1076"/>
          <ac:spMkLst>
            <pc:docMk/>
            <pc:sldMk cId="0" sldId="261"/>
            <ac:spMk id="9" creationId="{00000000-0000-0000-0000-000000000000}"/>
          </ac:spMkLst>
        </pc:spChg>
        <pc:spChg chg="mod">
          <ac:chgData name="Narasimmamoorthy, Ajay (US - California)" userId="2fbaf466-1f1e-4088-9c15-edfc6cd9f7b7" providerId="ADAL" clId="{90D3283F-6DE1-44E4-9ED1-67F9658F593E}" dt="2026-04-06T22:51:19.991" v="247" actId="1076"/>
          <ac:spMkLst>
            <pc:docMk/>
            <pc:sldMk cId="0" sldId="261"/>
            <ac:spMk id="10" creationId="{00000000-0000-0000-0000-000000000000}"/>
          </ac:spMkLst>
        </pc:spChg>
        <pc:spChg chg="mod">
          <ac:chgData name="Narasimmamoorthy, Ajay (US - California)" userId="2fbaf466-1f1e-4088-9c15-edfc6cd9f7b7" providerId="ADAL" clId="{90D3283F-6DE1-44E4-9ED1-67F9658F593E}" dt="2026-04-06T22:51:19.991" v="247" actId="1076"/>
          <ac:spMkLst>
            <pc:docMk/>
            <pc:sldMk cId="0" sldId="261"/>
            <ac:spMk id="11" creationId="{00000000-0000-0000-0000-000000000000}"/>
          </ac:spMkLst>
        </pc:spChg>
        <pc:spChg chg="mod">
          <ac:chgData name="Narasimmamoorthy, Ajay (US - California)" userId="2fbaf466-1f1e-4088-9c15-edfc6cd9f7b7" providerId="ADAL" clId="{90D3283F-6DE1-44E4-9ED1-67F9658F593E}" dt="2026-04-06T22:51:19.991" v="247" actId="1076"/>
          <ac:spMkLst>
            <pc:docMk/>
            <pc:sldMk cId="0" sldId="261"/>
            <ac:spMk id="12" creationId="{00000000-0000-0000-0000-000000000000}"/>
          </ac:spMkLst>
        </pc:spChg>
        <pc:spChg chg="mod">
          <ac:chgData name="Narasimmamoorthy, Ajay (US - California)" userId="2fbaf466-1f1e-4088-9c15-edfc6cd9f7b7" providerId="ADAL" clId="{90D3283F-6DE1-44E4-9ED1-67F9658F593E}" dt="2026-04-06T22:51:19.991" v="247" actId="1076"/>
          <ac:spMkLst>
            <pc:docMk/>
            <pc:sldMk cId="0" sldId="261"/>
            <ac:spMk id="13" creationId="{00000000-0000-0000-0000-000000000000}"/>
          </ac:spMkLst>
        </pc:spChg>
        <pc:spChg chg="mod">
          <ac:chgData name="Narasimmamoorthy, Ajay (US - California)" userId="2fbaf466-1f1e-4088-9c15-edfc6cd9f7b7" providerId="ADAL" clId="{90D3283F-6DE1-44E4-9ED1-67F9658F593E}" dt="2026-04-06T22:51:19.991" v="247" actId="1076"/>
          <ac:spMkLst>
            <pc:docMk/>
            <pc:sldMk cId="0" sldId="261"/>
            <ac:spMk id="14" creationId="{00000000-0000-0000-0000-000000000000}"/>
          </ac:spMkLst>
        </pc:spChg>
        <pc:spChg chg="mod">
          <ac:chgData name="Narasimmamoorthy, Ajay (US - California)" userId="2fbaf466-1f1e-4088-9c15-edfc6cd9f7b7" providerId="ADAL" clId="{90D3283F-6DE1-44E4-9ED1-67F9658F593E}" dt="2026-04-06T22:51:19.991" v="247" actId="1076"/>
          <ac:spMkLst>
            <pc:docMk/>
            <pc:sldMk cId="0" sldId="261"/>
            <ac:spMk id="15" creationId="{00000000-0000-0000-0000-000000000000}"/>
          </ac:spMkLst>
        </pc:spChg>
        <pc:spChg chg="mod">
          <ac:chgData name="Narasimmamoorthy, Ajay (US - California)" userId="2fbaf466-1f1e-4088-9c15-edfc6cd9f7b7" providerId="ADAL" clId="{90D3283F-6DE1-44E4-9ED1-67F9658F593E}" dt="2026-04-06T22:51:32.101" v="248" actId="1076"/>
          <ac:spMkLst>
            <pc:docMk/>
            <pc:sldMk cId="0" sldId="261"/>
            <ac:spMk id="16" creationId="{00000000-0000-0000-0000-000000000000}"/>
          </ac:spMkLst>
        </pc:spChg>
        <pc:spChg chg="mod">
          <ac:chgData name="Narasimmamoorthy, Ajay (US - California)" userId="2fbaf466-1f1e-4088-9c15-edfc6cd9f7b7" providerId="ADAL" clId="{90D3283F-6DE1-44E4-9ED1-67F9658F593E}" dt="2026-04-06T22:51:32.101" v="248" actId="1076"/>
          <ac:spMkLst>
            <pc:docMk/>
            <pc:sldMk cId="0" sldId="261"/>
            <ac:spMk id="17" creationId="{00000000-0000-0000-0000-000000000000}"/>
          </ac:spMkLst>
        </pc:spChg>
        <pc:spChg chg="mod">
          <ac:chgData name="Narasimmamoorthy, Ajay (US - California)" userId="2fbaf466-1f1e-4088-9c15-edfc6cd9f7b7" providerId="ADAL" clId="{90D3283F-6DE1-44E4-9ED1-67F9658F593E}" dt="2026-04-06T22:51:32.101" v="248" actId="1076"/>
          <ac:spMkLst>
            <pc:docMk/>
            <pc:sldMk cId="0" sldId="261"/>
            <ac:spMk id="18" creationId="{00000000-0000-0000-0000-000000000000}"/>
          </ac:spMkLst>
        </pc:spChg>
        <pc:spChg chg="mod">
          <ac:chgData name="Narasimmamoorthy, Ajay (US - California)" userId="2fbaf466-1f1e-4088-9c15-edfc6cd9f7b7" providerId="ADAL" clId="{90D3283F-6DE1-44E4-9ED1-67F9658F593E}" dt="2026-04-06T22:51:32.101" v="248" actId="1076"/>
          <ac:spMkLst>
            <pc:docMk/>
            <pc:sldMk cId="0" sldId="261"/>
            <ac:spMk id="19" creationId="{00000000-0000-0000-0000-000000000000}"/>
          </ac:spMkLst>
        </pc:spChg>
        <pc:spChg chg="mod">
          <ac:chgData name="Narasimmamoorthy, Ajay (US - California)" userId="2fbaf466-1f1e-4088-9c15-edfc6cd9f7b7" providerId="ADAL" clId="{90D3283F-6DE1-44E4-9ED1-67F9658F593E}" dt="2026-04-06T22:51:32.101" v="248" actId="1076"/>
          <ac:spMkLst>
            <pc:docMk/>
            <pc:sldMk cId="0" sldId="261"/>
            <ac:spMk id="20" creationId="{00000000-0000-0000-0000-000000000000}"/>
          </ac:spMkLst>
        </pc:spChg>
        <pc:spChg chg="mod">
          <ac:chgData name="Narasimmamoorthy, Ajay (US - California)" userId="2fbaf466-1f1e-4088-9c15-edfc6cd9f7b7" providerId="ADAL" clId="{90D3283F-6DE1-44E4-9ED1-67F9658F593E}" dt="2026-04-06T22:51:32.101" v="248" actId="1076"/>
          <ac:spMkLst>
            <pc:docMk/>
            <pc:sldMk cId="0" sldId="261"/>
            <ac:spMk id="21" creationId="{00000000-0000-0000-0000-000000000000}"/>
          </ac:spMkLst>
        </pc:spChg>
        <pc:spChg chg="mod">
          <ac:chgData name="Narasimmamoorthy, Ajay (US - California)" userId="2fbaf466-1f1e-4088-9c15-edfc6cd9f7b7" providerId="ADAL" clId="{90D3283F-6DE1-44E4-9ED1-67F9658F593E}" dt="2026-04-06T22:51:40.512" v="249" actId="1076"/>
          <ac:spMkLst>
            <pc:docMk/>
            <pc:sldMk cId="0" sldId="261"/>
            <ac:spMk id="22" creationId="{00000000-0000-0000-0000-000000000000}"/>
          </ac:spMkLst>
        </pc:spChg>
        <pc:spChg chg="mod">
          <ac:chgData name="Narasimmamoorthy, Ajay (US - California)" userId="2fbaf466-1f1e-4088-9c15-edfc6cd9f7b7" providerId="ADAL" clId="{90D3283F-6DE1-44E4-9ED1-67F9658F593E}" dt="2026-04-06T22:51:40.512" v="249" actId="1076"/>
          <ac:spMkLst>
            <pc:docMk/>
            <pc:sldMk cId="0" sldId="261"/>
            <ac:spMk id="23" creationId="{00000000-0000-0000-0000-000000000000}"/>
          </ac:spMkLst>
        </pc:spChg>
        <pc:spChg chg="mod">
          <ac:chgData name="Narasimmamoorthy, Ajay (US - California)" userId="2fbaf466-1f1e-4088-9c15-edfc6cd9f7b7" providerId="ADAL" clId="{90D3283F-6DE1-44E4-9ED1-67F9658F593E}" dt="2026-04-06T22:51:40.512" v="249" actId="1076"/>
          <ac:spMkLst>
            <pc:docMk/>
            <pc:sldMk cId="0" sldId="261"/>
            <ac:spMk id="24" creationId="{00000000-0000-0000-0000-000000000000}"/>
          </ac:spMkLst>
        </pc:spChg>
        <pc:spChg chg="mod">
          <ac:chgData name="Narasimmamoorthy, Ajay (US - California)" userId="2fbaf466-1f1e-4088-9c15-edfc6cd9f7b7" providerId="ADAL" clId="{90D3283F-6DE1-44E4-9ED1-67F9658F593E}" dt="2026-04-06T22:51:40.512" v="249" actId="1076"/>
          <ac:spMkLst>
            <pc:docMk/>
            <pc:sldMk cId="0" sldId="261"/>
            <ac:spMk id="25" creationId="{00000000-0000-0000-0000-000000000000}"/>
          </ac:spMkLst>
        </pc:spChg>
        <pc:spChg chg="mod">
          <ac:chgData name="Narasimmamoorthy, Ajay (US - California)" userId="2fbaf466-1f1e-4088-9c15-edfc6cd9f7b7" providerId="ADAL" clId="{90D3283F-6DE1-44E4-9ED1-67F9658F593E}" dt="2026-04-06T22:51:40.512" v="249" actId="1076"/>
          <ac:spMkLst>
            <pc:docMk/>
            <pc:sldMk cId="0" sldId="261"/>
            <ac:spMk id="26" creationId="{00000000-0000-0000-0000-000000000000}"/>
          </ac:spMkLst>
        </pc:spChg>
        <pc:spChg chg="mod">
          <ac:chgData name="Narasimmamoorthy, Ajay (US - California)" userId="2fbaf466-1f1e-4088-9c15-edfc6cd9f7b7" providerId="ADAL" clId="{90D3283F-6DE1-44E4-9ED1-67F9658F593E}" dt="2026-04-06T22:51:40.512" v="249" actId="1076"/>
          <ac:spMkLst>
            <pc:docMk/>
            <pc:sldMk cId="0" sldId="261"/>
            <ac:spMk id="27" creationId="{00000000-0000-0000-0000-000000000000}"/>
          </ac:spMkLst>
        </pc:spChg>
        <pc:spChg chg="mod">
          <ac:chgData name="Narasimmamoorthy, Ajay (US - California)" userId="2fbaf466-1f1e-4088-9c15-edfc6cd9f7b7" providerId="ADAL" clId="{90D3283F-6DE1-44E4-9ED1-67F9658F593E}" dt="2026-04-06T22:51:47.621" v="250" actId="1076"/>
          <ac:spMkLst>
            <pc:docMk/>
            <pc:sldMk cId="0" sldId="261"/>
            <ac:spMk id="28" creationId="{00000000-0000-0000-0000-000000000000}"/>
          </ac:spMkLst>
        </pc:spChg>
        <pc:spChg chg="mod">
          <ac:chgData name="Narasimmamoorthy, Ajay (US - California)" userId="2fbaf466-1f1e-4088-9c15-edfc6cd9f7b7" providerId="ADAL" clId="{90D3283F-6DE1-44E4-9ED1-67F9658F593E}" dt="2026-04-06T22:51:47.621" v="250" actId="1076"/>
          <ac:spMkLst>
            <pc:docMk/>
            <pc:sldMk cId="0" sldId="261"/>
            <ac:spMk id="29" creationId="{00000000-0000-0000-0000-000000000000}"/>
          </ac:spMkLst>
        </pc:spChg>
        <pc:spChg chg="mod">
          <ac:chgData name="Narasimmamoorthy, Ajay (US - California)" userId="2fbaf466-1f1e-4088-9c15-edfc6cd9f7b7" providerId="ADAL" clId="{90D3283F-6DE1-44E4-9ED1-67F9658F593E}" dt="2026-04-06T22:51:47.621" v="250" actId="1076"/>
          <ac:spMkLst>
            <pc:docMk/>
            <pc:sldMk cId="0" sldId="261"/>
            <ac:spMk id="30" creationId="{00000000-0000-0000-0000-000000000000}"/>
          </ac:spMkLst>
        </pc:spChg>
        <pc:spChg chg="mod">
          <ac:chgData name="Narasimmamoorthy, Ajay (US - California)" userId="2fbaf466-1f1e-4088-9c15-edfc6cd9f7b7" providerId="ADAL" clId="{90D3283F-6DE1-44E4-9ED1-67F9658F593E}" dt="2026-04-06T22:51:47.621" v="250" actId="1076"/>
          <ac:spMkLst>
            <pc:docMk/>
            <pc:sldMk cId="0" sldId="261"/>
            <ac:spMk id="31" creationId="{00000000-0000-0000-0000-000000000000}"/>
          </ac:spMkLst>
        </pc:spChg>
        <pc:spChg chg="mod">
          <ac:chgData name="Narasimmamoorthy, Ajay (US - California)" userId="2fbaf466-1f1e-4088-9c15-edfc6cd9f7b7" providerId="ADAL" clId="{90D3283F-6DE1-44E4-9ED1-67F9658F593E}" dt="2026-04-06T22:51:47.621" v="250" actId="1076"/>
          <ac:spMkLst>
            <pc:docMk/>
            <pc:sldMk cId="0" sldId="261"/>
            <ac:spMk id="32" creationId="{00000000-0000-0000-0000-000000000000}"/>
          </ac:spMkLst>
        </pc:spChg>
        <pc:spChg chg="mod">
          <ac:chgData name="Narasimmamoorthy, Ajay (US - California)" userId="2fbaf466-1f1e-4088-9c15-edfc6cd9f7b7" providerId="ADAL" clId="{90D3283F-6DE1-44E4-9ED1-67F9658F593E}" dt="2026-04-06T22:51:47.621" v="250" actId="1076"/>
          <ac:spMkLst>
            <pc:docMk/>
            <pc:sldMk cId="0" sldId="261"/>
            <ac:spMk id="33" creationId="{00000000-0000-0000-0000-000000000000}"/>
          </ac:spMkLst>
        </pc:spChg>
        <pc:spChg chg="mod">
          <ac:chgData name="Narasimmamoorthy, Ajay (US - California)" userId="2fbaf466-1f1e-4088-9c15-edfc6cd9f7b7" providerId="ADAL" clId="{90D3283F-6DE1-44E4-9ED1-67F9658F593E}" dt="2026-04-06T22:52:06.267" v="251" actId="1076"/>
          <ac:spMkLst>
            <pc:docMk/>
            <pc:sldMk cId="0" sldId="261"/>
            <ac:spMk id="34" creationId="{00000000-0000-0000-0000-000000000000}"/>
          </ac:spMkLst>
        </pc:spChg>
        <pc:spChg chg="mod">
          <ac:chgData name="Narasimmamoorthy, Ajay (US - California)" userId="2fbaf466-1f1e-4088-9c15-edfc6cd9f7b7" providerId="ADAL" clId="{90D3283F-6DE1-44E4-9ED1-67F9658F593E}" dt="2026-04-06T22:52:06.267" v="251" actId="1076"/>
          <ac:spMkLst>
            <pc:docMk/>
            <pc:sldMk cId="0" sldId="261"/>
            <ac:spMk id="35" creationId="{00000000-0000-0000-0000-000000000000}"/>
          </ac:spMkLst>
        </pc:spChg>
      </pc:sldChg>
      <pc:sldChg chg="addSp delSp modSp mod modClrScheme chgLayout">
        <pc:chgData name="Narasimmamoorthy, Ajay (US - California)" userId="2fbaf466-1f1e-4088-9c15-edfc6cd9f7b7" providerId="ADAL" clId="{90D3283F-6DE1-44E4-9ED1-67F9658F593E}" dt="2026-04-06T22:54:15.143" v="263" actId="1076"/>
        <pc:sldMkLst>
          <pc:docMk/>
          <pc:sldMk cId="0" sldId="262"/>
        </pc:sldMkLst>
        <pc:spChg chg="mod">
          <ac:chgData name="Narasimmamoorthy, Ajay (US - California)" userId="2fbaf466-1f1e-4088-9c15-edfc6cd9f7b7" providerId="ADAL" clId="{90D3283F-6DE1-44E4-9ED1-67F9658F593E}" dt="2026-04-06T21:10:01.989" v="150" actId="1035"/>
          <ac:spMkLst>
            <pc:docMk/>
            <pc:sldMk cId="0" sldId="262"/>
            <ac:spMk id="3" creationId="{00000000-0000-0000-0000-000000000000}"/>
          </ac:spMkLst>
        </pc:spChg>
        <pc:spChg chg="mod">
          <ac:chgData name="Narasimmamoorthy, Ajay (US - California)" userId="2fbaf466-1f1e-4088-9c15-edfc6cd9f7b7" providerId="ADAL" clId="{90D3283F-6DE1-44E4-9ED1-67F9658F593E}" dt="2026-04-06T21:10:01.989" v="150" actId="1035"/>
          <ac:spMkLst>
            <pc:docMk/>
            <pc:sldMk cId="0" sldId="262"/>
            <ac:spMk id="4" creationId="{00000000-0000-0000-0000-000000000000}"/>
          </ac:spMkLst>
        </pc:spChg>
        <pc:spChg chg="mod">
          <ac:chgData name="Narasimmamoorthy, Ajay (US - California)" userId="2fbaf466-1f1e-4088-9c15-edfc6cd9f7b7" providerId="ADAL" clId="{90D3283F-6DE1-44E4-9ED1-67F9658F593E}" dt="2026-04-06T22:54:15.143" v="263" actId="1076"/>
          <ac:spMkLst>
            <pc:docMk/>
            <pc:sldMk cId="0" sldId="262"/>
            <ac:spMk id="6" creationId="{00000000-0000-0000-0000-000000000000}"/>
          </ac:spMkLst>
        </pc:spChg>
        <pc:spChg chg="mod">
          <ac:chgData name="Narasimmamoorthy, Ajay (US - California)" userId="2fbaf466-1f1e-4088-9c15-edfc6cd9f7b7" providerId="ADAL" clId="{90D3283F-6DE1-44E4-9ED1-67F9658F593E}" dt="2026-04-06T21:09:25.623" v="136" actId="207"/>
          <ac:spMkLst>
            <pc:docMk/>
            <pc:sldMk cId="0" sldId="262"/>
            <ac:spMk id="7" creationId="{00000000-0000-0000-0000-000000000000}"/>
          </ac:spMkLst>
        </pc:spChg>
        <pc:spChg chg="mod">
          <ac:chgData name="Narasimmamoorthy, Ajay (US - California)" userId="2fbaf466-1f1e-4088-9c15-edfc6cd9f7b7" providerId="ADAL" clId="{90D3283F-6DE1-44E4-9ED1-67F9658F593E}" dt="2026-04-06T21:09:29.634" v="137" actId="1076"/>
          <ac:spMkLst>
            <pc:docMk/>
            <pc:sldMk cId="0" sldId="262"/>
            <ac:spMk id="8" creationId="{00000000-0000-0000-0000-000000000000}"/>
          </ac:spMkLst>
        </pc:spChg>
        <pc:spChg chg="mod">
          <ac:chgData name="Narasimmamoorthy, Ajay (US - California)" userId="2fbaf466-1f1e-4088-9c15-edfc6cd9f7b7" providerId="ADAL" clId="{90D3283F-6DE1-44E4-9ED1-67F9658F593E}" dt="2026-04-06T21:09:36.128" v="138" actId="207"/>
          <ac:spMkLst>
            <pc:docMk/>
            <pc:sldMk cId="0" sldId="262"/>
            <ac:spMk id="10" creationId="{00000000-0000-0000-0000-000000000000}"/>
          </ac:spMkLst>
        </pc:spChg>
        <pc:spChg chg="mod">
          <ac:chgData name="Narasimmamoorthy, Ajay (US - California)" userId="2fbaf466-1f1e-4088-9c15-edfc6cd9f7b7" providerId="ADAL" clId="{90D3283F-6DE1-44E4-9ED1-67F9658F593E}" dt="2026-04-06T21:09:40.111" v="139" actId="207"/>
          <ac:spMkLst>
            <pc:docMk/>
            <pc:sldMk cId="0" sldId="262"/>
            <ac:spMk id="15" creationId="{00000000-0000-0000-0000-000000000000}"/>
          </ac:spMkLst>
        </pc:spChg>
        <pc:spChg chg="mod">
          <ac:chgData name="Narasimmamoorthy, Ajay (US - California)" userId="2fbaf466-1f1e-4088-9c15-edfc6cd9f7b7" providerId="ADAL" clId="{90D3283F-6DE1-44E4-9ED1-67F9658F593E}" dt="2026-04-06T21:09:40.111" v="139" actId="207"/>
          <ac:spMkLst>
            <pc:docMk/>
            <pc:sldMk cId="0" sldId="262"/>
            <ac:spMk id="20" creationId="{00000000-0000-0000-0000-000000000000}"/>
          </ac:spMkLst>
        </pc:spChg>
        <pc:spChg chg="mod">
          <ac:chgData name="Narasimmamoorthy, Ajay (US - California)" userId="2fbaf466-1f1e-4088-9c15-edfc6cd9f7b7" providerId="ADAL" clId="{90D3283F-6DE1-44E4-9ED1-67F9658F593E}" dt="2026-04-06T21:09:09.414" v="134" actId="1076"/>
          <ac:spMkLst>
            <pc:docMk/>
            <pc:sldMk cId="0" sldId="262"/>
            <ac:spMk id="24" creationId="{00000000-0000-0000-0000-000000000000}"/>
          </ac:spMkLst>
        </pc:spChg>
      </pc:sldChg>
      <pc:sldChg chg="modSp mod">
        <pc:chgData name="Narasimmamoorthy, Ajay (US - California)" userId="2fbaf466-1f1e-4088-9c15-edfc6cd9f7b7" providerId="ADAL" clId="{90D3283F-6DE1-44E4-9ED1-67F9658F593E}" dt="2026-04-06T22:53:01.538" v="255" actId="20577"/>
        <pc:sldMkLst>
          <pc:docMk/>
          <pc:sldMk cId="0" sldId="263"/>
        </pc:sldMkLst>
        <pc:spChg chg="mod">
          <ac:chgData name="Narasimmamoorthy, Ajay (US - California)" userId="2fbaf466-1f1e-4088-9c15-edfc6cd9f7b7" providerId="ADAL" clId="{90D3283F-6DE1-44E4-9ED1-67F9658F593E}" dt="2026-04-06T22:52:28.442" v="253" actId="207"/>
          <ac:spMkLst>
            <pc:docMk/>
            <pc:sldMk cId="0" sldId="263"/>
            <ac:spMk id="3" creationId="{00000000-0000-0000-0000-000000000000}"/>
          </ac:spMkLst>
        </pc:spChg>
        <pc:spChg chg="mod">
          <ac:chgData name="Narasimmamoorthy, Ajay (US - California)" userId="2fbaf466-1f1e-4088-9c15-edfc6cd9f7b7" providerId="ADAL" clId="{90D3283F-6DE1-44E4-9ED1-67F9658F593E}" dt="2026-04-06T22:53:01.538" v="255" actId="20577"/>
          <ac:spMkLst>
            <pc:docMk/>
            <pc:sldMk cId="0" sldId="263"/>
            <ac:spMk id="8" creationId="{00000000-0000-0000-0000-000000000000}"/>
          </ac:spMkLst>
        </pc:spChg>
        <pc:graphicFrameChg chg="modGraphic">
          <ac:chgData name="Narasimmamoorthy, Ajay (US - California)" userId="2fbaf466-1f1e-4088-9c15-edfc6cd9f7b7" providerId="ADAL" clId="{90D3283F-6DE1-44E4-9ED1-67F9658F593E}" dt="2026-04-06T22:52:35.731" v="254" actId="207"/>
          <ac:graphicFrameMkLst>
            <pc:docMk/>
            <pc:sldMk cId="0" sldId="263"/>
            <ac:graphicFrameMk id="4" creationId="{00000000-0000-0000-0000-000000000000}"/>
          </ac:graphicFrameMkLst>
        </pc:graphicFrameChg>
      </pc:sldChg>
      <pc:sldChg chg="modSp mod">
        <pc:chgData name="Narasimmamoorthy, Ajay (US - California)" userId="2fbaf466-1f1e-4088-9c15-edfc6cd9f7b7" providerId="ADAL" clId="{90D3283F-6DE1-44E4-9ED1-67F9658F593E}" dt="2026-04-06T22:53:37.527" v="258" actId="1076"/>
        <pc:sldMkLst>
          <pc:docMk/>
          <pc:sldMk cId="0" sldId="264"/>
        </pc:sldMkLst>
        <pc:spChg chg="mod">
          <ac:chgData name="Narasimmamoorthy, Ajay (US - California)" userId="2fbaf466-1f1e-4088-9c15-edfc6cd9f7b7" providerId="ADAL" clId="{90D3283F-6DE1-44E4-9ED1-67F9658F593E}" dt="2026-04-06T22:53:16.669" v="256" actId="207"/>
          <ac:spMkLst>
            <pc:docMk/>
            <pc:sldMk cId="0" sldId="264"/>
            <ac:spMk id="3" creationId="{00000000-0000-0000-0000-000000000000}"/>
          </ac:spMkLst>
        </pc:spChg>
        <pc:spChg chg="mod">
          <ac:chgData name="Narasimmamoorthy, Ajay (US - California)" userId="2fbaf466-1f1e-4088-9c15-edfc6cd9f7b7" providerId="ADAL" clId="{90D3283F-6DE1-44E4-9ED1-67F9658F593E}" dt="2026-04-06T22:53:37.527" v="258" actId="1076"/>
          <ac:spMkLst>
            <pc:docMk/>
            <pc:sldMk cId="0" sldId="264"/>
            <ac:spMk id="6" creationId="{00000000-0000-0000-0000-000000000000}"/>
          </ac:spMkLst>
        </pc:spChg>
        <pc:graphicFrameChg chg="modGraphic">
          <ac:chgData name="Narasimmamoorthy, Ajay (US - California)" userId="2fbaf466-1f1e-4088-9c15-edfc6cd9f7b7" providerId="ADAL" clId="{90D3283F-6DE1-44E4-9ED1-67F9658F593E}" dt="2026-04-06T22:53:24.196" v="257" actId="207"/>
          <ac:graphicFrameMkLst>
            <pc:docMk/>
            <pc:sldMk cId="0" sldId="264"/>
            <ac:graphicFrameMk id="4" creationId="{00000000-0000-0000-0000-000000000000}"/>
          </ac:graphicFrameMkLst>
        </pc:graphicFrameChg>
      </pc:sldChg>
      <pc:sldChg chg="addSp delSp modSp mod modClrScheme chgLayout">
        <pc:chgData name="Narasimmamoorthy, Ajay (US - California)" userId="2fbaf466-1f1e-4088-9c15-edfc6cd9f7b7" providerId="ADAL" clId="{90D3283F-6DE1-44E4-9ED1-67F9658F593E}" dt="2026-04-06T22:59:24.212" v="309" actId="207"/>
        <pc:sldMkLst>
          <pc:docMk/>
          <pc:sldMk cId="0" sldId="266"/>
        </pc:sldMkLst>
        <pc:spChg chg="mod">
          <ac:chgData name="Narasimmamoorthy, Ajay (US - California)" userId="2fbaf466-1f1e-4088-9c15-edfc6cd9f7b7" providerId="ADAL" clId="{90D3283F-6DE1-44E4-9ED1-67F9658F593E}" dt="2026-04-06T22:56:49.281" v="281" actId="207"/>
          <ac:spMkLst>
            <pc:docMk/>
            <pc:sldMk cId="0" sldId="266"/>
            <ac:spMk id="3" creationId="{00000000-0000-0000-0000-000000000000}"/>
          </ac:spMkLst>
        </pc:spChg>
        <pc:spChg chg="mod">
          <ac:chgData name="Narasimmamoorthy, Ajay (US - California)" userId="2fbaf466-1f1e-4088-9c15-edfc6cd9f7b7" providerId="ADAL" clId="{90D3283F-6DE1-44E4-9ED1-67F9658F593E}" dt="2026-04-06T22:58:23.729" v="290" actId="14100"/>
          <ac:spMkLst>
            <pc:docMk/>
            <pc:sldMk cId="0" sldId="266"/>
            <ac:spMk id="4" creationId="{00000000-0000-0000-0000-000000000000}"/>
          </ac:spMkLst>
        </pc:spChg>
        <pc:spChg chg="mod">
          <ac:chgData name="Narasimmamoorthy, Ajay (US - California)" userId="2fbaf466-1f1e-4088-9c15-edfc6cd9f7b7" providerId="ADAL" clId="{90D3283F-6DE1-44E4-9ED1-67F9658F593E}" dt="2026-04-06T22:59:04.967" v="307" actId="207"/>
          <ac:spMkLst>
            <pc:docMk/>
            <pc:sldMk cId="0" sldId="266"/>
            <ac:spMk id="5" creationId="{00000000-0000-0000-0000-000000000000}"/>
          </ac:spMkLst>
        </pc:spChg>
        <pc:spChg chg="mod">
          <ac:chgData name="Narasimmamoorthy, Ajay (US - California)" userId="2fbaf466-1f1e-4088-9c15-edfc6cd9f7b7" providerId="ADAL" clId="{90D3283F-6DE1-44E4-9ED1-67F9658F593E}" dt="2026-04-06T22:58:47.344" v="305" actId="207"/>
          <ac:spMkLst>
            <pc:docMk/>
            <pc:sldMk cId="0" sldId="266"/>
            <ac:spMk id="16" creationId="{00000000-0000-0000-0000-000000000000}"/>
          </ac:spMkLst>
        </pc:spChg>
        <pc:spChg chg="mod">
          <ac:chgData name="Narasimmamoorthy, Ajay (US - California)" userId="2fbaf466-1f1e-4088-9c15-edfc6cd9f7b7" providerId="ADAL" clId="{90D3283F-6DE1-44E4-9ED1-67F9658F593E}" dt="2026-04-06T22:59:04.967" v="307" actId="207"/>
          <ac:spMkLst>
            <pc:docMk/>
            <pc:sldMk cId="0" sldId="266"/>
            <ac:spMk id="17" creationId="{00000000-0000-0000-0000-000000000000}"/>
          </ac:spMkLst>
        </pc:spChg>
        <pc:spChg chg="mod">
          <ac:chgData name="Narasimmamoorthy, Ajay (US - California)" userId="2fbaf466-1f1e-4088-9c15-edfc6cd9f7b7" providerId="ADAL" clId="{90D3283F-6DE1-44E4-9ED1-67F9658F593E}" dt="2026-04-06T22:58:57.753" v="306" actId="207"/>
          <ac:spMkLst>
            <pc:docMk/>
            <pc:sldMk cId="0" sldId="266"/>
            <ac:spMk id="19" creationId="{00000000-0000-0000-0000-000000000000}"/>
          </ac:spMkLst>
        </pc:spChg>
        <pc:spChg chg="mod">
          <ac:chgData name="Narasimmamoorthy, Ajay (US - California)" userId="2fbaf466-1f1e-4088-9c15-edfc6cd9f7b7" providerId="ADAL" clId="{90D3283F-6DE1-44E4-9ED1-67F9658F593E}" dt="2026-04-06T22:58:57.753" v="306" actId="207"/>
          <ac:spMkLst>
            <pc:docMk/>
            <pc:sldMk cId="0" sldId="266"/>
            <ac:spMk id="21" creationId="{00000000-0000-0000-0000-000000000000}"/>
          </ac:spMkLst>
        </pc:spChg>
        <pc:spChg chg="mod">
          <ac:chgData name="Narasimmamoorthy, Ajay (US - California)" userId="2fbaf466-1f1e-4088-9c15-edfc6cd9f7b7" providerId="ADAL" clId="{90D3283F-6DE1-44E4-9ED1-67F9658F593E}" dt="2026-04-06T22:58:57.753" v="306" actId="207"/>
          <ac:spMkLst>
            <pc:docMk/>
            <pc:sldMk cId="0" sldId="266"/>
            <ac:spMk id="23" creationId="{00000000-0000-0000-0000-000000000000}"/>
          </ac:spMkLst>
        </pc:spChg>
        <pc:spChg chg="mod">
          <ac:chgData name="Narasimmamoorthy, Ajay (US - California)" userId="2fbaf466-1f1e-4088-9c15-edfc6cd9f7b7" providerId="ADAL" clId="{90D3283F-6DE1-44E4-9ED1-67F9658F593E}" dt="2026-04-06T22:58:57.753" v="306" actId="207"/>
          <ac:spMkLst>
            <pc:docMk/>
            <pc:sldMk cId="0" sldId="266"/>
            <ac:spMk id="25" creationId="{00000000-0000-0000-0000-000000000000}"/>
          </ac:spMkLst>
        </pc:spChg>
        <pc:spChg chg="mod">
          <ac:chgData name="Narasimmamoorthy, Ajay (US - California)" userId="2fbaf466-1f1e-4088-9c15-edfc6cd9f7b7" providerId="ADAL" clId="{90D3283F-6DE1-44E4-9ED1-67F9658F593E}" dt="2026-04-06T22:58:57.753" v="306" actId="207"/>
          <ac:spMkLst>
            <pc:docMk/>
            <pc:sldMk cId="0" sldId="266"/>
            <ac:spMk id="27" creationId="{00000000-0000-0000-0000-000000000000}"/>
          </ac:spMkLst>
        </pc:spChg>
        <pc:spChg chg="mod">
          <ac:chgData name="Narasimmamoorthy, Ajay (US - California)" userId="2fbaf466-1f1e-4088-9c15-edfc6cd9f7b7" providerId="ADAL" clId="{90D3283F-6DE1-44E4-9ED1-67F9658F593E}" dt="2026-04-06T22:58:57.753" v="306" actId="207"/>
          <ac:spMkLst>
            <pc:docMk/>
            <pc:sldMk cId="0" sldId="266"/>
            <ac:spMk id="29" creationId="{00000000-0000-0000-0000-000000000000}"/>
          </ac:spMkLst>
        </pc:spChg>
        <pc:spChg chg="mod">
          <ac:chgData name="Narasimmamoorthy, Ajay (US - California)" userId="2fbaf466-1f1e-4088-9c15-edfc6cd9f7b7" providerId="ADAL" clId="{90D3283F-6DE1-44E4-9ED1-67F9658F593E}" dt="2026-04-06T22:59:24.212" v="309" actId="207"/>
          <ac:spMkLst>
            <pc:docMk/>
            <pc:sldMk cId="0" sldId="266"/>
            <ac:spMk id="30" creationId="{00000000-0000-0000-0000-000000000000}"/>
          </ac:spMkLst>
        </pc:spChg>
        <pc:spChg chg="mod">
          <ac:chgData name="Narasimmamoorthy, Ajay (US - California)" userId="2fbaf466-1f1e-4088-9c15-edfc6cd9f7b7" providerId="ADAL" clId="{90D3283F-6DE1-44E4-9ED1-67F9658F593E}" dt="2026-04-06T22:59:16.087" v="308" actId="1076"/>
          <ac:spMkLst>
            <pc:docMk/>
            <pc:sldMk cId="0" sldId="266"/>
            <ac:spMk id="31" creationId="{00000000-0000-0000-0000-000000000000}"/>
          </ac:spMkLst>
        </pc:spChg>
      </pc:sldChg>
      <pc:sldChg chg="addSp delSp modSp mod modClrScheme chgLayout">
        <pc:chgData name="Narasimmamoorthy, Ajay (US - California)" userId="2fbaf466-1f1e-4088-9c15-edfc6cd9f7b7" providerId="ADAL" clId="{90D3283F-6DE1-44E4-9ED1-67F9658F593E}" dt="2026-04-06T23:14:09.557" v="480" actId="1076"/>
        <pc:sldMkLst>
          <pc:docMk/>
          <pc:sldMk cId="0" sldId="268"/>
        </pc:sldMkLst>
        <pc:spChg chg="mod">
          <ac:chgData name="Narasimmamoorthy, Ajay (US - California)" userId="2fbaf466-1f1e-4088-9c15-edfc6cd9f7b7" providerId="ADAL" clId="{90D3283F-6DE1-44E4-9ED1-67F9658F593E}" dt="2026-04-06T23:14:04.948" v="479" actId="207"/>
          <ac:spMkLst>
            <pc:docMk/>
            <pc:sldMk cId="0" sldId="268"/>
            <ac:spMk id="3" creationId="{00000000-0000-0000-0000-000000000000}"/>
          </ac:spMkLst>
        </pc:spChg>
        <pc:spChg chg="mod">
          <ac:chgData name="Narasimmamoorthy, Ajay (US - California)" userId="2fbaf466-1f1e-4088-9c15-edfc6cd9f7b7" providerId="ADAL" clId="{90D3283F-6DE1-44E4-9ED1-67F9658F593E}" dt="2026-04-06T23:14:09.557" v="480" actId="1076"/>
          <ac:spMkLst>
            <pc:docMk/>
            <pc:sldMk cId="0" sldId="268"/>
            <ac:spMk id="4" creationId="{00000000-0000-0000-0000-000000000000}"/>
          </ac:spMkLst>
        </pc:spChg>
        <pc:spChg chg="mod">
          <ac:chgData name="Narasimmamoorthy, Ajay (US - California)" userId="2fbaf466-1f1e-4088-9c15-edfc6cd9f7b7" providerId="ADAL" clId="{90D3283F-6DE1-44E4-9ED1-67F9658F593E}" dt="2026-04-06T23:04:55.368" v="364" actId="207"/>
          <ac:spMkLst>
            <pc:docMk/>
            <pc:sldMk cId="0" sldId="268"/>
            <ac:spMk id="21" creationId="{00000000-0000-0000-0000-000000000000}"/>
          </ac:spMkLst>
        </pc:spChg>
      </pc:sldChg>
      <pc:sldChg chg="addSp delSp modSp mod modClrScheme chgLayout">
        <pc:chgData name="Narasimmamoorthy, Ajay (US - California)" userId="2fbaf466-1f1e-4088-9c15-edfc6cd9f7b7" providerId="ADAL" clId="{90D3283F-6DE1-44E4-9ED1-67F9658F593E}" dt="2026-04-06T23:07:26.096" v="398" actId="20577"/>
        <pc:sldMkLst>
          <pc:docMk/>
          <pc:sldMk cId="0" sldId="269"/>
        </pc:sldMkLst>
        <pc:spChg chg="mod">
          <ac:chgData name="Narasimmamoorthy, Ajay (US - California)" userId="2fbaf466-1f1e-4088-9c15-edfc6cd9f7b7" providerId="ADAL" clId="{90D3283F-6DE1-44E4-9ED1-67F9658F593E}" dt="2026-04-06T23:06:44.697" v="393" actId="1076"/>
          <ac:spMkLst>
            <pc:docMk/>
            <pc:sldMk cId="0" sldId="269"/>
            <ac:spMk id="3" creationId="{00000000-0000-0000-0000-000000000000}"/>
          </ac:spMkLst>
        </pc:spChg>
        <pc:spChg chg="mod">
          <ac:chgData name="Narasimmamoorthy, Ajay (US - California)" userId="2fbaf466-1f1e-4088-9c15-edfc6cd9f7b7" providerId="ADAL" clId="{90D3283F-6DE1-44E4-9ED1-67F9658F593E}" dt="2026-04-06T23:06:44.697" v="393" actId="1076"/>
          <ac:spMkLst>
            <pc:docMk/>
            <pc:sldMk cId="0" sldId="269"/>
            <ac:spMk id="4" creationId="{00000000-0000-0000-0000-000000000000}"/>
          </ac:spMkLst>
        </pc:spChg>
        <pc:spChg chg="mod">
          <ac:chgData name="Narasimmamoorthy, Ajay (US - California)" userId="2fbaf466-1f1e-4088-9c15-edfc6cd9f7b7" providerId="ADAL" clId="{90D3283F-6DE1-44E4-9ED1-67F9658F593E}" dt="2026-04-06T23:06:55.039" v="396" actId="207"/>
          <ac:spMkLst>
            <pc:docMk/>
            <pc:sldMk cId="0" sldId="269"/>
            <ac:spMk id="5" creationId="{00000000-0000-0000-0000-000000000000}"/>
          </ac:spMkLst>
        </pc:spChg>
        <pc:spChg chg="mod">
          <ac:chgData name="Narasimmamoorthy, Ajay (US - California)" userId="2fbaf466-1f1e-4088-9c15-edfc6cd9f7b7" providerId="ADAL" clId="{90D3283F-6DE1-44E4-9ED1-67F9658F593E}" dt="2026-04-06T23:07:15.630" v="397" actId="1076"/>
          <ac:spMkLst>
            <pc:docMk/>
            <pc:sldMk cId="0" sldId="269"/>
            <ac:spMk id="6" creationId="{00000000-0000-0000-0000-000000000000}"/>
          </ac:spMkLst>
        </pc:spChg>
        <pc:spChg chg="mod">
          <ac:chgData name="Narasimmamoorthy, Ajay (US - California)" userId="2fbaf466-1f1e-4088-9c15-edfc6cd9f7b7" providerId="ADAL" clId="{90D3283F-6DE1-44E4-9ED1-67F9658F593E}" dt="2026-04-06T23:07:15.630" v="397" actId="1076"/>
          <ac:spMkLst>
            <pc:docMk/>
            <pc:sldMk cId="0" sldId="269"/>
            <ac:spMk id="7" creationId="{00000000-0000-0000-0000-000000000000}"/>
          </ac:spMkLst>
        </pc:spChg>
        <pc:spChg chg="mod">
          <ac:chgData name="Narasimmamoorthy, Ajay (US - California)" userId="2fbaf466-1f1e-4088-9c15-edfc6cd9f7b7" providerId="ADAL" clId="{90D3283F-6DE1-44E4-9ED1-67F9658F593E}" dt="2026-04-06T23:07:15.630" v="397" actId="1076"/>
          <ac:spMkLst>
            <pc:docMk/>
            <pc:sldMk cId="0" sldId="269"/>
            <ac:spMk id="8" creationId="{00000000-0000-0000-0000-000000000000}"/>
          </ac:spMkLst>
        </pc:spChg>
        <pc:spChg chg="mod">
          <ac:chgData name="Narasimmamoorthy, Ajay (US - California)" userId="2fbaf466-1f1e-4088-9c15-edfc6cd9f7b7" providerId="ADAL" clId="{90D3283F-6DE1-44E4-9ED1-67F9658F593E}" dt="2026-04-06T23:07:15.630" v="397" actId="1076"/>
          <ac:spMkLst>
            <pc:docMk/>
            <pc:sldMk cId="0" sldId="269"/>
            <ac:spMk id="9" creationId="{00000000-0000-0000-0000-000000000000}"/>
          </ac:spMkLst>
        </pc:spChg>
        <pc:spChg chg="mod">
          <ac:chgData name="Narasimmamoorthy, Ajay (US - California)" userId="2fbaf466-1f1e-4088-9c15-edfc6cd9f7b7" providerId="ADAL" clId="{90D3283F-6DE1-44E4-9ED1-67F9658F593E}" dt="2026-04-06T23:07:15.630" v="397" actId="1076"/>
          <ac:spMkLst>
            <pc:docMk/>
            <pc:sldMk cId="0" sldId="269"/>
            <ac:spMk id="10" creationId="{00000000-0000-0000-0000-000000000000}"/>
          </ac:spMkLst>
        </pc:spChg>
        <pc:spChg chg="mod">
          <ac:chgData name="Narasimmamoorthy, Ajay (US - California)" userId="2fbaf466-1f1e-4088-9c15-edfc6cd9f7b7" providerId="ADAL" clId="{90D3283F-6DE1-44E4-9ED1-67F9658F593E}" dt="2026-04-06T23:07:15.630" v="397" actId="1076"/>
          <ac:spMkLst>
            <pc:docMk/>
            <pc:sldMk cId="0" sldId="269"/>
            <ac:spMk id="11" creationId="{00000000-0000-0000-0000-000000000000}"/>
          </ac:spMkLst>
        </pc:spChg>
        <pc:spChg chg="mod">
          <ac:chgData name="Narasimmamoorthy, Ajay (US - California)" userId="2fbaf466-1f1e-4088-9c15-edfc6cd9f7b7" providerId="ADAL" clId="{90D3283F-6DE1-44E4-9ED1-67F9658F593E}" dt="2026-04-06T23:06:30.528" v="390" actId="207"/>
          <ac:spMkLst>
            <pc:docMk/>
            <pc:sldMk cId="0" sldId="269"/>
            <ac:spMk id="12" creationId="{00000000-0000-0000-0000-000000000000}"/>
          </ac:spMkLst>
        </pc:spChg>
        <pc:spChg chg="mod">
          <ac:chgData name="Narasimmamoorthy, Ajay (US - California)" userId="2fbaf466-1f1e-4088-9c15-edfc6cd9f7b7" providerId="ADAL" clId="{90D3283F-6DE1-44E4-9ED1-67F9658F593E}" dt="2026-04-06T23:05:22.503" v="367" actId="1076"/>
          <ac:spMkLst>
            <pc:docMk/>
            <pc:sldMk cId="0" sldId="269"/>
            <ac:spMk id="16" creationId="{00000000-0000-0000-0000-000000000000}"/>
          </ac:spMkLst>
        </pc:spChg>
        <pc:spChg chg="mod">
          <ac:chgData name="Narasimmamoorthy, Ajay (US - California)" userId="2fbaf466-1f1e-4088-9c15-edfc6cd9f7b7" providerId="ADAL" clId="{90D3283F-6DE1-44E4-9ED1-67F9658F593E}" dt="2026-04-06T23:05:22.503" v="367" actId="1076"/>
          <ac:spMkLst>
            <pc:docMk/>
            <pc:sldMk cId="0" sldId="269"/>
            <ac:spMk id="17" creationId="{00000000-0000-0000-0000-000000000000}"/>
          </ac:spMkLst>
        </pc:spChg>
        <pc:spChg chg="mod">
          <ac:chgData name="Narasimmamoorthy, Ajay (US - California)" userId="2fbaf466-1f1e-4088-9c15-edfc6cd9f7b7" providerId="ADAL" clId="{90D3283F-6DE1-44E4-9ED1-67F9658F593E}" dt="2026-04-06T23:05:22.503" v="367" actId="1076"/>
          <ac:spMkLst>
            <pc:docMk/>
            <pc:sldMk cId="0" sldId="269"/>
            <ac:spMk id="20" creationId="{00000000-0000-0000-0000-000000000000}"/>
          </ac:spMkLst>
        </pc:spChg>
        <pc:spChg chg="mod">
          <ac:chgData name="Narasimmamoorthy, Ajay (US - California)" userId="2fbaf466-1f1e-4088-9c15-edfc6cd9f7b7" providerId="ADAL" clId="{90D3283F-6DE1-44E4-9ED1-67F9658F593E}" dt="2026-04-06T23:05:22.503" v="367" actId="1076"/>
          <ac:spMkLst>
            <pc:docMk/>
            <pc:sldMk cId="0" sldId="269"/>
            <ac:spMk id="22" creationId="{00000000-0000-0000-0000-000000000000}"/>
          </ac:spMkLst>
        </pc:spChg>
        <pc:spChg chg="mod">
          <ac:chgData name="Narasimmamoorthy, Ajay (US - California)" userId="2fbaf466-1f1e-4088-9c15-edfc6cd9f7b7" providerId="ADAL" clId="{90D3283F-6DE1-44E4-9ED1-67F9658F593E}" dt="2026-04-06T23:05:22.503" v="367" actId="1076"/>
          <ac:spMkLst>
            <pc:docMk/>
            <pc:sldMk cId="0" sldId="269"/>
            <ac:spMk id="23" creationId="{00000000-0000-0000-0000-000000000000}"/>
          </ac:spMkLst>
        </pc:spChg>
        <pc:spChg chg="mod">
          <ac:chgData name="Narasimmamoorthy, Ajay (US - California)" userId="2fbaf466-1f1e-4088-9c15-edfc6cd9f7b7" providerId="ADAL" clId="{90D3283F-6DE1-44E4-9ED1-67F9658F593E}" dt="2026-04-06T23:07:26.096" v="398" actId="20577"/>
          <ac:spMkLst>
            <pc:docMk/>
            <pc:sldMk cId="0" sldId="269"/>
            <ac:spMk id="24" creationId="{00000000-0000-0000-0000-000000000000}"/>
          </ac:spMkLst>
        </pc:spChg>
        <pc:spChg chg="mod">
          <ac:chgData name="Narasimmamoorthy, Ajay (US - California)" userId="2fbaf466-1f1e-4088-9c15-edfc6cd9f7b7" providerId="ADAL" clId="{90D3283F-6DE1-44E4-9ED1-67F9658F593E}" dt="2026-04-06T23:06:23.351" v="389" actId="207"/>
          <ac:spMkLst>
            <pc:docMk/>
            <pc:sldMk cId="0" sldId="269"/>
            <ac:spMk id="28" creationId="{00000000-0000-0000-0000-000000000000}"/>
          </ac:spMkLst>
        </pc:spChg>
        <pc:spChg chg="mod">
          <ac:chgData name="Narasimmamoorthy, Ajay (US - California)" userId="2fbaf466-1f1e-4088-9c15-edfc6cd9f7b7" providerId="ADAL" clId="{90D3283F-6DE1-44E4-9ED1-67F9658F593E}" dt="2026-04-06T23:05:22.503" v="367" actId="1076"/>
          <ac:spMkLst>
            <pc:docMk/>
            <pc:sldMk cId="0" sldId="269"/>
            <ac:spMk id="29" creationId="{00000000-0000-0000-0000-000000000000}"/>
          </ac:spMkLst>
        </pc:spChg>
        <pc:spChg chg="mod">
          <ac:chgData name="Narasimmamoorthy, Ajay (US - California)" userId="2fbaf466-1f1e-4088-9c15-edfc6cd9f7b7" providerId="ADAL" clId="{90D3283F-6DE1-44E4-9ED1-67F9658F593E}" dt="2026-04-06T23:05:57.507" v="376" actId="20577"/>
          <ac:spMkLst>
            <pc:docMk/>
            <pc:sldMk cId="0" sldId="269"/>
            <ac:spMk id="30" creationId="{00000000-0000-0000-0000-000000000000}"/>
          </ac:spMkLst>
        </pc:spChg>
        <pc:spChg chg="mod">
          <ac:chgData name="Narasimmamoorthy, Ajay (US - California)" userId="2fbaf466-1f1e-4088-9c15-edfc6cd9f7b7" providerId="ADAL" clId="{90D3283F-6DE1-44E4-9ED1-67F9658F593E}" dt="2026-04-06T23:06:05.624" v="381" actId="20577"/>
          <ac:spMkLst>
            <pc:docMk/>
            <pc:sldMk cId="0" sldId="269"/>
            <ac:spMk id="32" creationId="{00000000-0000-0000-0000-000000000000}"/>
          </ac:spMkLst>
        </pc:spChg>
        <pc:spChg chg="mod">
          <ac:chgData name="Narasimmamoorthy, Ajay (US - California)" userId="2fbaf466-1f1e-4088-9c15-edfc6cd9f7b7" providerId="ADAL" clId="{90D3283F-6DE1-44E4-9ED1-67F9658F593E}" dt="2026-04-06T23:06:10.064" v="386" actId="20577"/>
          <ac:spMkLst>
            <pc:docMk/>
            <pc:sldMk cId="0" sldId="269"/>
            <ac:spMk id="33" creationId="{00000000-0000-0000-0000-000000000000}"/>
          </ac:spMkLst>
        </pc:spChg>
        <pc:spChg chg="mod">
          <ac:chgData name="Narasimmamoorthy, Ajay (US - California)" userId="2fbaf466-1f1e-4088-9c15-edfc6cd9f7b7" providerId="ADAL" clId="{90D3283F-6DE1-44E4-9ED1-67F9658F593E}" dt="2026-04-06T23:06:15.029" v="387" actId="20577"/>
          <ac:spMkLst>
            <pc:docMk/>
            <pc:sldMk cId="0" sldId="269"/>
            <ac:spMk id="34" creationId="{00000000-0000-0000-0000-000000000000}"/>
          </ac:spMkLst>
        </pc:spChg>
        <pc:spChg chg="mod">
          <ac:chgData name="Narasimmamoorthy, Ajay (US - California)" userId="2fbaf466-1f1e-4088-9c15-edfc6cd9f7b7" providerId="ADAL" clId="{90D3283F-6DE1-44E4-9ED1-67F9658F593E}" dt="2026-04-06T23:06:20.221" v="388" actId="1076"/>
          <ac:spMkLst>
            <pc:docMk/>
            <pc:sldMk cId="0" sldId="269"/>
            <ac:spMk id="38" creationId="{00000000-0000-0000-0000-000000000000}"/>
          </ac:spMkLst>
        </pc:spChg>
      </pc:sldChg>
      <pc:sldChg chg="addSp delSp modSp mod modClrScheme chgLayout">
        <pc:chgData name="Narasimmamoorthy, Ajay (US - California)" userId="2fbaf466-1f1e-4088-9c15-edfc6cd9f7b7" providerId="ADAL" clId="{90D3283F-6DE1-44E4-9ED1-67F9658F593E}" dt="2026-04-06T23:13:46.427" v="478" actId="20577"/>
        <pc:sldMkLst>
          <pc:docMk/>
          <pc:sldMk cId="0" sldId="270"/>
        </pc:sldMkLst>
        <pc:spChg chg="mod">
          <ac:chgData name="Narasimmamoorthy, Ajay (US - California)" userId="2fbaf466-1f1e-4088-9c15-edfc6cd9f7b7" providerId="ADAL" clId="{90D3283F-6DE1-44E4-9ED1-67F9658F593E}" dt="2026-04-06T23:11:05.237" v="450" actId="1076"/>
          <ac:spMkLst>
            <pc:docMk/>
            <pc:sldMk cId="0" sldId="270"/>
            <ac:spMk id="3" creationId="{00000000-0000-0000-0000-000000000000}"/>
          </ac:spMkLst>
        </pc:spChg>
        <pc:spChg chg="mod">
          <ac:chgData name="Narasimmamoorthy, Ajay (US - California)" userId="2fbaf466-1f1e-4088-9c15-edfc6cd9f7b7" providerId="ADAL" clId="{90D3283F-6DE1-44E4-9ED1-67F9658F593E}" dt="2026-04-06T23:11:05.237" v="450" actId="1076"/>
          <ac:spMkLst>
            <pc:docMk/>
            <pc:sldMk cId="0" sldId="270"/>
            <ac:spMk id="4" creationId="{00000000-0000-0000-0000-000000000000}"/>
          </ac:spMkLst>
        </pc:spChg>
        <pc:spChg chg="mod">
          <ac:chgData name="Narasimmamoorthy, Ajay (US - California)" userId="2fbaf466-1f1e-4088-9c15-edfc6cd9f7b7" providerId="ADAL" clId="{90D3283F-6DE1-44E4-9ED1-67F9658F593E}" dt="2026-04-06T23:11:11.057" v="452" actId="207"/>
          <ac:spMkLst>
            <pc:docMk/>
            <pc:sldMk cId="0" sldId="270"/>
            <ac:spMk id="5" creationId="{00000000-0000-0000-0000-000000000000}"/>
          </ac:spMkLst>
        </pc:spChg>
        <pc:spChg chg="mod">
          <ac:chgData name="Narasimmamoorthy, Ajay (US - California)" userId="2fbaf466-1f1e-4088-9c15-edfc6cd9f7b7" providerId="ADAL" clId="{90D3283F-6DE1-44E4-9ED1-67F9658F593E}" dt="2026-04-06T23:09:00.995" v="402" actId="1076"/>
          <ac:spMkLst>
            <pc:docMk/>
            <pc:sldMk cId="0" sldId="270"/>
            <ac:spMk id="6" creationId="{00000000-0000-0000-0000-000000000000}"/>
          </ac:spMkLst>
        </pc:spChg>
        <pc:spChg chg="mod">
          <ac:chgData name="Narasimmamoorthy, Ajay (US - California)" userId="2fbaf466-1f1e-4088-9c15-edfc6cd9f7b7" providerId="ADAL" clId="{90D3283F-6DE1-44E4-9ED1-67F9658F593E}" dt="2026-04-06T23:09:00.995" v="402" actId="1076"/>
          <ac:spMkLst>
            <pc:docMk/>
            <pc:sldMk cId="0" sldId="270"/>
            <ac:spMk id="7" creationId="{00000000-0000-0000-0000-000000000000}"/>
          </ac:spMkLst>
        </pc:spChg>
        <pc:spChg chg="mod">
          <ac:chgData name="Narasimmamoorthy, Ajay (US - California)" userId="2fbaf466-1f1e-4088-9c15-edfc6cd9f7b7" providerId="ADAL" clId="{90D3283F-6DE1-44E4-9ED1-67F9658F593E}" dt="2026-04-06T23:13:46.427" v="478" actId="20577"/>
          <ac:spMkLst>
            <pc:docMk/>
            <pc:sldMk cId="0" sldId="270"/>
            <ac:spMk id="8" creationId="{00000000-0000-0000-0000-000000000000}"/>
          </ac:spMkLst>
        </pc:spChg>
        <pc:spChg chg="mod">
          <ac:chgData name="Narasimmamoorthy, Ajay (US - California)" userId="2fbaf466-1f1e-4088-9c15-edfc6cd9f7b7" providerId="ADAL" clId="{90D3283F-6DE1-44E4-9ED1-67F9658F593E}" dt="2026-04-06T23:09:00.995" v="402" actId="1076"/>
          <ac:spMkLst>
            <pc:docMk/>
            <pc:sldMk cId="0" sldId="270"/>
            <ac:spMk id="9" creationId="{00000000-0000-0000-0000-000000000000}"/>
          </ac:spMkLst>
        </pc:spChg>
        <pc:spChg chg="mod">
          <ac:chgData name="Narasimmamoorthy, Ajay (US - California)" userId="2fbaf466-1f1e-4088-9c15-edfc6cd9f7b7" providerId="ADAL" clId="{90D3283F-6DE1-44E4-9ED1-67F9658F593E}" dt="2026-04-06T23:09:00.995" v="402" actId="1076"/>
          <ac:spMkLst>
            <pc:docMk/>
            <pc:sldMk cId="0" sldId="270"/>
            <ac:spMk id="10" creationId="{00000000-0000-0000-0000-000000000000}"/>
          </ac:spMkLst>
        </pc:spChg>
        <pc:spChg chg="mod">
          <ac:chgData name="Narasimmamoorthy, Ajay (US - California)" userId="2fbaf466-1f1e-4088-9c15-edfc6cd9f7b7" providerId="ADAL" clId="{90D3283F-6DE1-44E4-9ED1-67F9658F593E}" dt="2026-04-06T23:09:09.490" v="404" actId="1076"/>
          <ac:spMkLst>
            <pc:docMk/>
            <pc:sldMk cId="0" sldId="270"/>
            <ac:spMk id="11" creationId="{00000000-0000-0000-0000-000000000000}"/>
          </ac:spMkLst>
        </pc:spChg>
        <pc:spChg chg="mod">
          <ac:chgData name="Narasimmamoorthy, Ajay (US - California)" userId="2fbaf466-1f1e-4088-9c15-edfc6cd9f7b7" providerId="ADAL" clId="{90D3283F-6DE1-44E4-9ED1-67F9658F593E}" dt="2026-04-06T23:09:14.204" v="405" actId="207"/>
          <ac:spMkLst>
            <pc:docMk/>
            <pc:sldMk cId="0" sldId="270"/>
            <ac:spMk id="12" creationId="{00000000-0000-0000-0000-000000000000}"/>
          </ac:spMkLst>
        </pc:spChg>
        <pc:spChg chg="mod">
          <ac:chgData name="Narasimmamoorthy, Ajay (US - California)" userId="2fbaf466-1f1e-4088-9c15-edfc6cd9f7b7" providerId="ADAL" clId="{90D3283F-6DE1-44E4-9ED1-67F9658F593E}" dt="2026-04-06T23:08:53.149" v="401" actId="1076"/>
          <ac:spMkLst>
            <pc:docMk/>
            <pc:sldMk cId="0" sldId="270"/>
            <ac:spMk id="13" creationId="{00000000-0000-0000-0000-000000000000}"/>
          </ac:spMkLst>
        </pc:spChg>
        <pc:spChg chg="mod">
          <ac:chgData name="Narasimmamoorthy, Ajay (US - California)" userId="2fbaf466-1f1e-4088-9c15-edfc6cd9f7b7" providerId="ADAL" clId="{90D3283F-6DE1-44E4-9ED1-67F9658F593E}" dt="2026-04-06T23:08:53.149" v="401" actId="1076"/>
          <ac:spMkLst>
            <pc:docMk/>
            <pc:sldMk cId="0" sldId="270"/>
            <ac:spMk id="15" creationId="{00000000-0000-0000-0000-000000000000}"/>
          </ac:spMkLst>
        </pc:spChg>
        <pc:spChg chg="mod">
          <ac:chgData name="Narasimmamoorthy, Ajay (US - California)" userId="2fbaf466-1f1e-4088-9c15-edfc6cd9f7b7" providerId="ADAL" clId="{90D3283F-6DE1-44E4-9ED1-67F9658F593E}" dt="2026-04-06T23:08:53.149" v="401" actId="1076"/>
          <ac:spMkLst>
            <pc:docMk/>
            <pc:sldMk cId="0" sldId="270"/>
            <ac:spMk id="22" creationId="{00000000-0000-0000-0000-000000000000}"/>
          </ac:spMkLst>
        </pc:spChg>
        <pc:spChg chg="mod">
          <ac:chgData name="Narasimmamoorthy, Ajay (US - California)" userId="2fbaf466-1f1e-4088-9c15-edfc6cd9f7b7" providerId="ADAL" clId="{90D3283F-6DE1-44E4-9ED1-67F9658F593E}" dt="2026-04-06T23:08:53.149" v="401" actId="1076"/>
          <ac:spMkLst>
            <pc:docMk/>
            <pc:sldMk cId="0" sldId="270"/>
            <ac:spMk id="23" creationId="{00000000-0000-0000-0000-000000000000}"/>
          </ac:spMkLst>
        </pc:spChg>
        <pc:spChg chg="mod">
          <ac:chgData name="Narasimmamoorthy, Ajay (US - California)" userId="2fbaf466-1f1e-4088-9c15-edfc6cd9f7b7" providerId="ADAL" clId="{90D3283F-6DE1-44E4-9ED1-67F9658F593E}" dt="2026-04-06T23:08:53.149" v="401" actId="1076"/>
          <ac:spMkLst>
            <pc:docMk/>
            <pc:sldMk cId="0" sldId="270"/>
            <ac:spMk id="26" creationId="{00000000-0000-0000-0000-000000000000}"/>
          </ac:spMkLst>
        </pc:spChg>
        <pc:spChg chg="mod">
          <ac:chgData name="Narasimmamoorthy, Ajay (US - California)" userId="2fbaf466-1f1e-4088-9c15-edfc6cd9f7b7" providerId="ADAL" clId="{90D3283F-6DE1-44E4-9ED1-67F9658F593E}" dt="2026-04-06T23:08:53.149" v="401" actId="1076"/>
          <ac:spMkLst>
            <pc:docMk/>
            <pc:sldMk cId="0" sldId="270"/>
            <ac:spMk id="28" creationId="{00000000-0000-0000-0000-000000000000}"/>
          </ac:spMkLst>
        </pc:spChg>
        <pc:spChg chg="mod">
          <ac:chgData name="Narasimmamoorthy, Ajay (US - California)" userId="2fbaf466-1f1e-4088-9c15-edfc6cd9f7b7" providerId="ADAL" clId="{90D3283F-6DE1-44E4-9ED1-67F9658F593E}" dt="2026-04-06T23:08:53.149" v="401" actId="1076"/>
          <ac:spMkLst>
            <pc:docMk/>
            <pc:sldMk cId="0" sldId="270"/>
            <ac:spMk id="29" creationId="{00000000-0000-0000-0000-000000000000}"/>
          </ac:spMkLst>
        </pc:spChg>
        <pc:spChg chg="mod">
          <ac:chgData name="Narasimmamoorthy, Ajay (US - California)" userId="2fbaf466-1f1e-4088-9c15-edfc6cd9f7b7" providerId="ADAL" clId="{90D3283F-6DE1-44E4-9ED1-67F9658F593E}" dt="2026-04-06T23:09:46.664" v="419" actId="1076"/>
          <ac:spMkLst>
            <pc:docMk/>
            <pc:sldMk cId="0" sldId="270"/>
            <ac:spMk id="31" creationId="{00000000-0000-0000-0000-000000000000}"/>
          </ac:spMkLst>
        </pc:spChg>
        <pc:spChg chg="mod">
          <ac:chgData name="Narasimmamoorthy, Ajay (US - California)" userId="2fbaf466-1f1e-4088-9c15-edfc6cd9f7b7" providerId="ADAL" clId="{90D3283F-6DE1-44E4-9ED1-67F9658F593E}" dt="2026-04-06T23:09:28.469" v="410" actId="1076"/>
          <ac:spMkLst>
            <pc:docMk/>
            <pc:sldMk cId="0" sldId="270"/>
            <ac:spMk id="32" creationId="{00000000-0000-0000-0000-000000000000}"/>
          </ac:spMkLst>
        </pc:spChg>
        <pc:spChg chg="mod">
          <ac:chgData name="Narasimmamoorthy, Ajay (US - California)" userId="2fbaf466-1f1e-4088-9c15-edfc6cd9f7b7" providerId="ADAL" clId="{90D3283F-6DE1-44E4-9ED1-67F9658F593E}" dt="2026-04-06T23:09:31.048" v="413" actId="20577"/>
          <ac:spMkLst>
            <pc:docMk/>
            <pc:sldMk cId="0" sldId="270"/>
            <ac:spMk id="33" creationId="{00000000-0000-0000-0000-000000000000}"/>
          </ac:spMkLst>
        </pc:spChg>
        <pc:spChg chg="mod">
          <ac:chgData name="Narasimmamoorthy, Ajay (US - California)" userId="2fbaf466-1f1e-4088-9c15-edfc6cd9f7b7" providerId="ADAL" clId="{90D3283F-6DE1-44E4-9ED1-67F9658F593E}" dt="2026-04-06T23:08:53.149" v="401" actId="1076"/>
          <ac:spMkLst>
            <pc:docMk/>
            <pc:sldMk cId="0" sldId="270"/>
            <ac:spMk id="35" creationId="{00000000-0000-0000-0000-000000000000}"/>
          </ac:spMkLst>
        </pc:spChg>
        <pc:spChg chg="mod">
          <ac:chgData name="Narasimmamoorthy, Ajay (US - California)" userId="2fbaf466-1f1e-4088-9c15-edfc6cd9f7b7" providerId="ADAL" clId="{90D3283F-6DE1-44E4-9ED1-67F9658F593E}" dt="2026-04-06T23:09:41.653" v="417" actId="20577"/>
          <ac:spMkLst>
            <pc:docMk/>
            <pc:sldMk cId="0" sldId="270"/>
            <ac:spMk id="39" creationId="{00000000-0000-0000-0000-000000000000}"/>
          </ac:spMkLst>
        </pc:spChg>
        <pc:spChg chg="mod">
          <ac:chgData name="Narasimmamoorthy, Ajay (US - California)" userId="2fbaf466-1f1e-4088-9c15-edfc6cd9f7b7" providerId="ADAL" clId="{90D3283F-6DE1-44E4-9ED1-67F9658F593E}" dt="2026-04-06T23:09:59.127" v="443" actId="20577"/>
          <ac:spMkLst>
            <pc:docMk/>
            <pc:sldMk cId="0" sldId="270"/>
            <ac:spMk id="41" creationId="{00000000-0000-0000-0000-000000000000}"/>
          </ac:spMkLst>
        </pc:spChg>
        <pc:spChg chg="add mod ord">
          <ac:chgData name="Narasimmamoorthy, Ajay (US - California)" userId="2fbaf466-1f1e-4088-9c15-edfc6cd9f7b7" providerId="ADAL" clId="{90D3283F-6DE1-44E4-9ED1-67F9658F593E}" dt="2026-04-06T23:08:38.460" v="399" actId="700"/>
          <ac:spMkLst>
            <pc:docMk/>
            <pc:sldMk cId="0" sldId="270"/>
            <ac:spMk id="43" creationId="{5F54F111-20C4-CFD6-5DA2-F386841F8A88}"/>
          </ac:spMkLst>
        </pc:spChg>
      </pc:sldChg>
      <pc:sldChg chg="addSp delSp modSp mod modClrScheme chgLayout">
        <pc:chgData name="Narasimmamoorthy, Ajay (US - California)" userId="2fbaf466-1f1e-4088-9c15-edfc6cd9f7b7" providerId="ADAL" clId="{90D3283F-6DE1-44E4-9ED1-67F9658F593E}" dt="2026-04-06T23:17:29.524" v="514" actId="207"/>
        <pc:sldMkLst>
          <pc:docMk/>
          <pc:sldMk cId="0" sldId="271"/>
        </pc:sldMkLst>
        <pc:spChg chg="mod">
          <ac:chgData name="Narasimmamoorthy, Ajay (US - California)" userId="2fbaf466-1f1e-4088-9c15-edfc6cd9f7b7" providerId="ADAL" clId="{90D3283F-6DE1-44E4-9ED1-67F9658F593E}" dt="2026-04-06T23:10:45.963" v="448" actId="1076"/>
          <ac:spMkLst>
            <pc:docMk/>
            <pc:sldMk cId="0" sldId="271"/>
            <ac:spMk id="3" creationId="{00000000-0000-0000-0000-000000000000}"/>
          </ac:spMkLst>
        </pc:spChg>
        <pc:spChg chg="mod">
          <ac:chgData name="Narasimmamoorthy, Ajay (US - California)" userId="2fbaf466-1f1e-4088-9c15-edfc6cd9f7b7" providerId="ADAL" clId="{90D3283F-6DE1-44E4-9ED1-67F9658F593E}" dt="2026-04-06T23:10:45.963" v="448" actId="1076"/>
          <ac:spMkLst>
            <pc:docMk/>
            <pc:sldMk cId="0" sldId="271"/>
            <ac:spMk id="4" creationId="{00000000-0000-0000-0000-000000000000}"/>
          </ac:spMkLst>
        </pc:spChg>
        <pc:spChg chg="mod">
          <ac:chgData name="Narasimmamoorthy, Ajay (US - California)" userId="2fbaf466-1f1e-4088-9c15-edfc6cd9f7b7" providerId="ADAL" clId="{90D3283F-6DE1-44E4-9ED1-67F9658F593E}" dt="2026-04-06T23:17:29.524" v="514" actId="207"/>
          <ac:spMkLst>
            <pc:docMk/>
            <pc:sldMk cId="0" sldId="271"/>
            <ac:spMk id="5" creationId="{00000000-0000-0000-0000-000000000000}"/>
          </ac:spMkLst>
        </pc:spChg>
        <pc:spChg chg="mod">
          <ac:chgData name="Narasimmamoorthy, Ajay (US - California)" userId="2fbaf466-1f1e-4088-9c15-edfc6cd9f7b7" providerId="ADAL" clId="{90D3283F-6DE1-44E4-9ED1-67F9658F593E}" dt="2026-04-06T23:10:22.329" v="444" actId="1076"/>
          <ac:spMkLst>
            <pc:docMk/>
            <pc:sldMk cId="0" sldId="271"/>
            <ac:spMk id="7" creationId="{00000000-0000-0000-0000-000000000000}"/>
          </ac:spMkLst>
        </pc:spChg>
        <pc:spChg chg="mod">
          <ac:chgData name="Narasimmamoorthy, Ajay (US - California)" userId="2fbaf466-1f1e-4088-9c15-edfc6cd9f7b7" providerId="ADAL" clId="{90D3283F-6DE1-44E4-9ED1-67F9658F593E}" dt="2026-04-06T23:10:22.329" v="444" actId="1076"/>
          <ac:spMkLst>
            <pc:docMk/>
            <pc:sldMk cId="0" sldId="271"/>
            <ac:spMk id="8" creationId="{00000000-0000-0000-0000-000000000000}"/>
          </ac:spMkLst>
        </pc:spChg>
        <pc:spChg chg="mod">
          <ac:chgData name="Narasimmamoorthy, Ajay (US - California)" userId="2fbaf466-1f1e-4088-9c15-edfc6cd9f7b7" providerId="ADAL" clId="{90D3283F-6DE1-44E4-9ED1-67F9658F593E}" dt="2026-04-06T23:10:22.329" v="444" actId="1076"/>
          <ac:spMkLst>
            <pc:docMk/>
            <pc:sldMk cId="0" sldId="271"/>
            <ac:spMk id="13" creationId="{00000000-0000-0000-0000-000000000000}"/>
          </ac:spMkLst>
        </pc:spChg>
        <pc:spChg chg="mod">
          <ac:chgData name="Narasimmamoorthy, Ajay (US - California)" userId="2fbaf466-1f1e-4088-9c15-edfc6cd9f7b7" providerId="ADAL" clId="{90D3283F-6DE1-44E4-9ED1-67F9658F593E}" dt="2026-04-06T23:10:22.329" v="444" actId="1076"/>
          <ac:spMkLst>
            <pc:docMk/>
            <pc:sldMk cId="0" sldId="271"/>
            <ac:spMk id="18" creationId="{00000000-0000-0000-0000-000000000000}"/>
          </ac:spMkLst>
        </pc:spChg>
        <pc:spChg chg="mod">
          <ac:chgData name="Narasimmamoorthy, Ajay (US - California)" userId="2fbaf466-1f1e-4088-9c15-edfc6cd9f7b7" providerId="ADAL" clId="{90D3283F-6DE1-44E4-9ED1-67F9658F593E}" dt="2026-04-06T23:10:22.329" v="444" actId="1076"/>
          <ac:spMkLst>
            <pc:docMk/>
            <pc:sldMk cId="0" sldId="271"/>
            <ac:spMk id="25" creationId="{00000000-0000-0000-0000-000000000000}"/>
          </ac:spMkLst>
        </pc:spChg>
        <pc:spChg chg="mod">
          <ac:chgData name="Narasimmamoorthy, Ajay (US - California)" userId="2fbaf466-1f1e-4088-9c15-edfc6cd9f7b7" providerId="ADAL" clId="{90D3283F-6DE1-44E4-9ED1-67F9658F593E}" dt="2026-04-06T23:17:13.322" v="507" actId="207"/>
          <ac:spMkLst>
            <pc:docMk/>
            <pc:sldMk cId="0" sldId="271"/>
            <ac:spMk id="28" creationId="{00000000-0000-0000-0000-000000000000}"/>
          </ac:spMkLst>
        </pc:spChg>
        <pc:spChg chg="mod">
          <ac:chgData name="Narasimmamoorthy, Ajay (US - California)" userId="2fbaf466-1f1e-4088-9c15-edfc6cd9f7b7" providerId="ADAL" clId="{90D3283F-6DE1-44E4-9ED1-67F9658F593E}" dt="2026-04-06T23:10:22.329" v="444" actId="1076"/>
          <ac:spMkLst>
            <pc:docMk/>
            <pc:sldMk cId="0" sldId="271"/>
            <ac:spMk id="32" creationId="{00000000-0000-0000-0000-000000000000}"/>
          </ac:spMkLst>
        </pc:spChg>
        <pc:spChg chg="mod">
          <ac:chgData name="Narasimmamoorthy, Ajay (US - California)" userId="2fbaf466-1f1e-4088-9c15-edfc6cd9f7b7" providerId="ADAL" clId="{90D3283F-6DE1-44E4-9ED1-67F9658F593E}" dt="2026-04-06T23:10:22.329" v="444" actId="1076"/>
          <ac:spMkLst>
            <pc:docMk/>
            <pc:sldMk cId="0" sldId="271"/>
            <ac:spMk id="33" creationId="{00000000-0000-0000-0000-000000000000}"/>
          </ac:spMkLst>
        </pc:spChg>
        <pc:spChg chg="mod">
          <ac:chgData name="Narasimmamoorthy, Ajay (US - California)" userId="2fbaf466-1f1e-4088-9c15-edfc6cd9f7b7" providerId="ADAL" clId="{90D3283F-6DE1-44E4-9ED1-67F9658F593E}" dt="2026-04-06T23:10:22.329" v="444" actId="1076"/>
          <ac:spMkLst>
            <pc:docMk/>
            <pc:sldMk cId="0" sldId="271"/>
            <ac:spMk id="34" creationId="{00000000-0000-0000-0000-000000000000}"/>
          </ac:spMkLst>
        </pc:spChg>
        <pc:spChg chg="mod">
          <ac:chgData name="Narasimmamoorthy, Ajay (US - California)" userId="2fbaf466-1f1e-4088-9c15-edfc6cd9f7b7" providerId="ADAL" clId="{90D3283F-6DE1-44E4-9ED1-67F9658F593E}" dt="2026-04-06T23:10:22.329" v="444" actId="1076"/>
          <ac:spMkLst>
            <pc:docMk/>
            <pc:sldMk cId="0" sldId="271"/>
            <ac:spMk id="35" creationId="{00000000-0000-0000-0000-000000000000}"/>
          </ac:spMkLst>
        </pc:spChg>
        <pc:spChg chg="mod">
          <ac:chgData name="Narasimmamoorthy, Ajay (US - California)" userId="2fbaf466-1f1e-4088-9c15-edfc6cd9f7b7" providerId="ADAL" clId="{90D3283F-6DE1-44E4-9ED1-67F9658F593E}" dt="2026-04-06T23:17:22.384" v="513" actId="20577"/>
          <ac:spMkLst>
            <pc:docMk/>
            <pc:sldMk cId="0" sldId="271"/>
            <ac:spMk id="36" creationId="{00000000-0000-0000-0000-000000000000}"/>
          </ac:spMkLst>
        </pc:spChg>
        <pc:spChg chg="mod">
          <ac:chgData name="Narasimmamoorthy, Ajay (US - California)" userId="2fbaf466-1f1e-4088-9c15-edfc6cd9f7b7" providerId="ADAL" clId="{90D3283F-6DE1-44E4-9ED1-67F9658F593E}" dt="2026-04-06T23:10:22.329" v="444" actId="1076"/>
          <ac:spMkLst>
            <pc:docMk/>
            <pc:sldMk cId="0" sldId="271"/>
            <ac:spMk id="37" creationId="{00000000-0000-0000-0000-000000000000}"/>
          </ac:spMkLst>
        </pc:spChg>
        <pc:spChg chg="mod">
          <ac:chgData name="Narasimmamoorthy, Ajay (US - California)" userId="2fbaf466-1f1e-4088-9c15-edfc6cd9f7b7" providerId="ADAL" clId="{90D3283F-6DE1-44E4-9ED1-67F9658F593E}" dt="2026-04-06T23:17:16.167" v="508" actId="1076"/>
          <ac:spMkLst>
            <pc:docMk/>
            <pc:sldMk cId="0" sldId="271"/>
            <ac:spMk id="38" creationId="{00000000-0000-0000-0000-000000000000}"/>
          </ac:spMkLst>
        </pc:spChg>
        <pc:spChg chg="add mod ord">
          <ac:chgData name="Narasimmamoorthy, Ajay (US - California)" userId="2fbaf466-1f1e-4088-9c15-edfc6cd9f7b7" providerId="ADAL" clId="{90D3283F-6DE1-44E4-9ED1-67F9658F593E}" dt="2026-04-06T23:10:28.015" v="445" actId="700"/>
          <ac:spMkLst>
            <pc:docMk/>
            <pc:sldMk cId="0" sldId="271"/>
            <ac:spMk id="40" creationId="{2B068D00-0FBB-4159-06BF-142B8643F1BE}"/>
          </ac:spMkLst>
        </pc:spChg>
      </pc:sldChg>
      <pc:sldChg chg="addSp delSp modSp mod modClrScheme chgLayout">
        <pc:chgData name="Narasimmamoorthy, Ajay (US - California)" userId="2fbaf466-1f1e-4088-9c15-edfc6cd9f7b7" providerId="ADAL" clId="{90D3283F-6DE1-44E4-9ED1-67F9658F593E}" dt="2026-04-06T23:15:06.561" v="490" actId="207"/>
        <pc:sldMkLst>
          <pc:docMk/>
          <pc:sldMk cId="0" sldId="272"/>
        </pc:sldMkLst>
        <pc:spChg chg="mod">
          <ac:chgData name="Narasimmamoorthy, Ajay (US - California)" userId="2fbaf466-1f1e-4088-9c15-edfc6cd9f7b7" providerId="ADAL" clId="{90D3283F-6DE1-44E4-9ED1-67F9658F593E}" dt="2026-04-06T23:14:46.449" v="485" actId="1076"/>
          <ac:spMkLst>
            <pc:docMk/>
            <pc:sldMk cId="0" sldId="272"/>
            <ac:spMk id="3" creationId="{00000000-0000-0000-0000-000000000000}"/>
          </ac:spMkLst>
        </pc:spChg>
        <pc:spChg chg="mod">
          <ac:chgData name="Narasimmamoorthy, Ajay (US - California)" userId="2fbaf466-1f1e-4088-9c15-edfc6cd9f7b7" providerId="ADAL" clId="{90D3283F-6DE1-44E4-9ED1-67F9658F593E}" dt="2026-04-06T23:14:46.449" v="485" actId="1076"/>
          <ac:spMkLst>
            <pc:docMk/>
            <pc:sldMk cId="0" sldId="272"/>
            <ac:spMk id="4" creationId="{00000000-0000-0000-0000-000000000000}"/>
          </ac:spMkLst>
        </pc:spChg>
        <pc:spChg chg="mod">
          <ac:chgData name="Narasimmamoorthy, Ajay (US - California)" userId="2fbaf466-1f1e-4088-9c15-edfc6cd9f7b7" providerId="ADAL" clId="{90D3283F-6DE1-44E4-9ED1-67F9658F593E}" dt="2026-04-06T23:14:52.887" v="487" actId="207"/>
          <ac:spMkLst>
            <pc:docMk/>
            <pc:sldMk cId="0" sldId="272"/>
            <ac:spMk id="5" creationId="{00000000-0000-0000-0000-000000000000}"/>
          </ac:spMkLst>
        </pc:spChg>
        <pc:spChg chg="mod">
          <ac:chgData name="Narasimmamoorthy, Ajay (US - California)" userId="2fbaf466-1f1e-4088-9c15-edfc6cd9f7b7" providerId="ADAL" clId="{90D3283F-6DE1-44E4-9ED1-67F9658F593E}" dt="2026-04-06T23:14:34.880" v="483" actId="1076"/>
          <ac:spMkLst>
            <pc:docMk/>
            <pc:sldMk cId="0" sldId="272"/>
            <ac:spMk id="9" creationId="{00000000-0000-0000-0000-000000000000}"/>
          </ac:spMkLst>
        </pc:spChg>
        <pc:spChg chg="mod">
          <ac:chgData name="Narasimmamoorthy, Ajay (US - California)" userId="2fbaf466-1f1e-4088-9c15-edfc6cd9f7b7" providerId="ADAL" clId="{90D3283F-6DE1-44E4-9ED1-67F9658F593E}" dt="2026-04-06T23:14:59.553" v="488" actId="207"/>
          <ac:spMkLst>
            <pc:docMk/>
            <pc:sldMk cId="0" sldId="272"/>
            <ac:spMk id="12" creationId="{00000000-0000-0000-0000-000000000000}"/>
          </ac:spMkLst>
        </pc:spChg>
        <pc:spChg chg="mod">
          <ac:chgData name="Narasimmamoorthy, Ajay (US - California)" userId="2fbaf466-1f1e-4088-9c15-edfc6cd9f7b7" providerId="ADAL" clId="{90D3283F-6DE1-44E4-9ED1-67F9658F593E}" dt="2026-04-06T23:14:34.880" v="483" actId="1076"/>
          <ac:spMkLst>
            <pc:docMk/>
            <pc:sldMk cId="0" sldId="272"/>
            <ac:spMk id="15" creationId="{00000000-0000-0000-0000-000000000000}"/>
          </ac:spMkLst>
        </pc:spChg>
        <pc:spChg chg="mod">
          <ac:chgData name="Narasimmamoorthy, Ajay (US - California)" userId="2fbaf466-1f1e-4088-9c15-edfc6cd9f7b7" providerId="ADAL" clId="{90D3283F-6DE1-44E4-9ED1-67F9658F593E}" dt="2026-04-06T23:14:34.880" v="483" actId="1076"/>
          <ac:spMkLst>
            <pc:docMk/>
            <pc:sldMk cId="0" sldId="272"/>
            <ac:spMk id="16" creationId="{00000000-0000-0000-0000-000000000000}"/>
          </ac:spMkLst>
        </pc:spChg>
        <pc:spChg chg="mod">
          <ac:chgData name="Narasimmamoorthy, Ajay (US - California)" userId="2fbaf466-1f1e-4088-9c15-edfc6cd9f7b7" providerId="ADAL" clId="{90D3283F-6DE1-44E4-9ED1-67F9658F593E}" dt="2026-04-06T23:14:34.880" v="483" actId="1076"/>
          <ac:spMkLst>
            <pc:docMk/>
            <pc:sldMk cId="0" sldId="272"/>
            <ac:spMk id="21" creationId="{00000000-0000-0000-0000-000000000000}"/>
          </ac:spMkLst>
        </pc:spChg>
        <pc:spChg chg="mod">
          <ac:chgData name="Narasimmamoorthy, Ajay (US - California)" userId="2fbaf466-1f1e-4088-9c15-edfc6cd9f7b7" providerId="ADAL" clId="{90D3283F-6DE1-44E4-9ED1-67F9658F593E}" dt="2026-04-06T23:14:34.880" v="483" actId="1076"/>
          <ac:spMkLst>
            <pc:docMk/>
            <pc:sldMk cId="0" sldId="272"/>
            <ac:spMk id="25" creationId="{00000000-0000-0000-0000-000000000000}"/>
          </ac:spMkLst>
        </pc:spChg>
        <pc:spChg chg="mod">
          <ac:chgData name="Narasimmamoorthy, Ajay (US - California)" userId="2fbaf466-1f1e-4088-9c15-edfc6cd9f7b7" providerId="ADAL" clId="{90D3283F-6DE1-44E4-9ED1-67F9658F593E}" dt="2026-04-06T23:14:34.880" v="483" actId="1076"/>
          <ac:spMkLst>
            <pc:docMk/>
            <pc:sldMk cId="0" sldId="272"/>
            <ac:spMk id="26" creationId="{00000000-0000-0000-0000-000000000000}"/>
          </ac:spMkLst>
        </pc:spChg>
        <pc:spChg chg="mod">
          <ac:chgData name="Narasimmamoorthy, Ajay (US - California)" userId="2fbaf466-1f1e-4088-9c15-edfc6cd9f7b7" providerId="ADAL" clId="{90D3283F-6DE1-44E4-9ED1-67F9658F593E}" dt="2026-04-06T23:15:06.561" v="490" actId="207"/>
          <ac:spMkLst>
            <pc:docMk/>
            <pc:sldMk cId="0" sldId="272"/>
            <ac:spMk id="28" creationId="{00000000-0000-0000-0000-000000000000}"/>
          </ac:spMkLst>
        </pc:spChg>
        <pc:spChg chg="mod">
          <ac:chgData name="Narasimmamoorthy, Ajay (US - California)" userId="2fbaf466-1f1e-4088-9c15-edfc6cd9f7b7" providerId="ADAL" clId="{90D3283F-6DE1-44E4-9ED1-67F9658F593E}" dt="2026-04-06T23:14:34.880" v="483" actId="1076"/>
          <ac:spMkLst>
            <pc:docMk/>
            <pc:sldMk cId="0" sldId="272"/>
            <ac:spMk id="30" creationId="{00000000-0000-0000-0000-000000000000}"/>
          </ac:spMkLst>
        </pc:spChg>
        <pc:spChg chg="mod">
          <ac:chgData name="Narasimmamoorthy, Ajay (US - California)" userId="2fbaf466-1f1e-4088-9c15-edfc6cd9f7b7" providerId="ADAL" clId="{90D3283F-6DE1-44E4-9ED1-67F9658F593E}" dt="2026-04-06T23:14:34.880" v="483" actId="1076"/>
          <ac:spMkLst>
            <pc:docMk/>
            <pc:sldMk cId="0" sldId="272"/>
            <ac:spMk id="34" creationId="{00000000-0000-0000-0000-000000000000}"/>
          </ac:spMkLst>
        </pc:spChg>
        <pc:spChg chg="mod">
          <ac:chgData name="Narasimmamoorthy, Ajay (US - California)" userId="2fbaf466-1f1e-4088-9c15-edfc6cd9f7b7" providerId="ADAL" clId="{90D3283F-6DE1-44E4-9ED1-67F9658F593E}" dt="2026-04-06T23:14:34.880" v="483" actId="1076"/>
          <ac:spMkLst>
            <pc:docMk/>
            <pc:sldMk cId="0" sldId="272"/>
            <ac:spMk id="35" creationId="{00000000-0000-0000-0000-000000000000}"/>
          </ac:spMkLst>
        </pc:spChg>
        <pc:spChg chg="mod">
          <ac:chgData name="Narasimmamoorthy, Ajay (US - California)" userId="2fbaf466-1f1e-4088-9c15-edfc6cd9f7b7" providerId="ADAL" clId="{90D3283F-6DE1-44E4-9ED1-67F9658F593E}" dt="2026-04-06T23:15:03.312" v="489" actId="1076"/>
          <ac:spMkLst>
            <pc:docMk/>
            <pc:sldMk cId="0" sldId="272"/>
            <ac:spMk id="38" creationId="{00000000-0000-0000-0000-000000000000}"/>
          </ac:spMkLst>
        </pc:spChg>
      </pc:sldChg>
      <pc:sldChg chg="modSp mod">
        <pc:chgData name="Narasimmamoorthy, Ajay (US - California)" userId="2fbaf466-1f1e-4088-9c15-edfc6cd9f7b7" providerId="ADAL" clId="{90D3283F-6DE1-44E4-9ED1-67F9658F593E}" dt="2026-04-06T23:15:32.074" v="495" actId="207"/>
        <pc:sldMkLst>
          <pc:docMk/>
          <pc:sldMk cId="0" sldId="273"/>
        </pc:sldMkLst>
        <pc:spChg chg="mod">
          <ac:chgData name="Narasimmamoorthy, Ajay (US - California)" userId="2fbaf466-1f1e-4088-9c15-edfc6cd9f7b7" providerId="ADAL" clId="{90D3283F-6DE1-44E4-9ED1-67F9658F593E}" dt="2026-04-06T23:15:23.311" v="491" actId="207"/>
          <ac:spMkLst>
            <pc:docMk/>
            <pc:sldMk cId="0" sldId="273"/>
            <ac:spMk id="3" creationId="{00000000-0000-0000-0000-000000000000}"/>
          </ac:spMkLst>
        </pc:spChg>
        <pc:graphicFrameChg chg="modGraphic">
          <ac:chgData name="Narasimmamoorthy, Ajay (US - California)" userId="2fbaf466-1f1e-4088-9c15-edfc6cd9f7b7" providerId="ADAL" clId="{90D3283F-6DE1-44E4-9ED1-67F9658F593E}" dt="2026-04-06T23:15:32.074" v="495" actId="207"/>
          <ac:graphicFrameMkLst>
            <pc:docMk/>
            <pc:sldMk cId="0" sldId="273"/>
            <ac:graphicFrameMk id="4" creationId="{00000000-0000-0000-0000-000000000000}"/>
          </ac:graphicFrameMkLst>
        </pc:graphicFrameChg>
      </pc:sldChg>
      <pc:sldChg chg="addSp delSp modSp new mod">
        <pc:chgData name="Narasimmamoorthy, Ajay (US - California)" userId="2fbaf466-1f1e-4088-9c15-edfc6cd9f7b7" providerId="ADAL" clId="{90D3283F-6DE1-44E4-9ED1-67F9658F593E}" dt="2026-04-06T21:17:42.101" v="178" actId="478"/>
        <pc:sldMkLst>
          <pc:docMk/>
          <pc:sldMk cId="640372230" sldId="276"/>
        </pc:sldMkLst>
        <pc:spChg chg="add mod">
          <ac:chgData name="Narasimmamoorthy, Ajay (US - California)" userId="2fbaf466-1f1e-4088-9c15-edfc6cd9f7b7" providerId="ADAL" clId="{90D3283F-6DE1-44E4-9ED1-67F9658F593E}" dt="2026-04-06T21:13:40.332" v="167" actId="207"/>
          <ac:spMkLst>
            <pc:docMk/>
            <pc:sldMk cId="640372230" sldId="276"/>
            <ac:spMk id="4" creationId="{00000000-0000-0000-0000-000000000000}"/>
          </ac:spMkLst>
        </pc:spChg>
        <pc:spChg chg="mod">
          <ac:chgData name="Narasimmamoorthy, Ajay (US - California)" userId="2fbaf466-1f1e-4088-9c15-edfc6cd9f7b7" providerId="ADAL" clId="{90D3283F-6DE1-44E4-9ED1-67F9658F593E}" dt="2026-04-06T21:14:31.674" v="171" actId="20577"/>
          <ac:spMkLst>
            <pc:docMk/>
            <pc:sldMk cId="640372230" sldId="276"/>
            <ac:spMk id="5" creationId="{00000000-0000-0000-0000-000000000000}"/>
          </ac:spMkLst>
        </pc:spChg>
        <pc:spChg chg="mod">
          <ac:chgData name="Narasimmamoorthy, Ajay (US - California)" userId="2fbaf466-1f1e-4088-9c15-edfc6cd9f7b7" providerId="ADAL" clId="{90D3283F-6DE1-44E4-9ED1-67F9658F593E}" dt="2026-04-06T21:14:45.326" v="174" actId="207"/>
          <ac:spMkLst>
            <pc:docMk/>
            <pc:sldMk cId="640372230" sldId="276"/>
            <ac:spMk id="6" creationId="{00000000-0000-0000-0000-000000000000}"/>
          </ac:spMkLst>
        </pc:spChg>
        <pc:spChg chg="add mod">
          <ac:chgData name="Narasimmamoorthy, Ajay (US - California)" userId="2fbaf466-1f1e-4088-9c15-edfc6cd9f7b7" providerId="ADAL" clId="{90D3283F-6DE1-44E4-9ED1-67F9658F593E}" dt="2026-04-06T21:14:40.726" v="173" actId="207"/>
          <ac:spMkLst>
            <pc:docMk/>
            <pc:sldMk cId="640372230" sldId="276"/>
            <ac:spMk id="8" creationId="{00000000-0000-0000-0000-000000000000}"/>
          </ac:spMkLst>
        </pc:spChg>
        <pc:spChg chg="add mod">
          <ac:chgData name="Narasimmamoorthy, Ajay (US - California)" userId="2fbaf466-1f1e-4088-9c15-edfc6cd9f7b7" providerId="ADAL" clId="{90D3283F-6DE1-44E4-9ED1-67F9658F593E}" dt="2026-04-06T21:14:40.726" v="173" actId="207"/>
          <ac:spMkLst>
            <pc:docMk/>
            <pc:sldMk cId="640372230" sldId="276"/>
            <ac:spMk id="9" creationId="{00000000-0000-0000-0000-000000000000}"/>
          </ac:spMkLst>
        </pc:spChg>
        <pc:spChg chg="mod">
          <ac:chgData name="Narasimmamoorthy, Ajay (US - California)" userId="2fbaf466-1f1e-4088-9c15-edfc6cd9f7b7" providerId="ADAL" clId="{90D3283F-6DE1-44E4-9ED1-67F9658F593E}" dt="2026-04-06T21:14:47.337" v="175" actId="207"/>
          <ac:spMkLst>
            <pc:docMk/>
            <pc:sldMk cId="640372230" sldId="276"/>
            <ac:spMk id="10" creationId="{00000000-0000-0000-0000-000000000000}"/>
          </ac:spMkLst>
        </pc:spChg>
        <pc:spChg chg="add mod">
          <ac:chgData name="Narasimmamoorthy, Ajay (US - California)" userId="2fbaf466-1f1e-4088-9c15-edfc6cd9f7b7" providerId="ADAL" clId="{90D3283F-6DE1-44E4-9ED1-67F9658F593E}" dt="2026-04-06T21:14:40.726" v="173" actId="207"/>
          <ac:spMkLst>
            <pc:docMk/>
            <pc:sldMk cId="640372230" sldId="276"/>
            <ac:spMk id="11" creationId="{00000000-0000-0000-0000-000000000000}"/>
          </ac:spMkLst>
        </pc:spChg>
        <pc:spChg chg="mod">
          <ac:chgData name="Narasimmamoorthy, Ajay (US - California)" userId="2fbaf466-1f1e-4088-9c15-edfc6cd9f7b7" providerId="ADAL" clId="{90D3283F-6DE1-44E4-9ED1-67F9658F593E}" dt="2026-04-06T21:14:40.726" v="173" actId="207"/>
          <ac:spMkLst>
            <pc:docMk/>
            <pc:sldMk cId="640372230" sldId="276"/>
            <ac:spMk id="13" creationId="{00000000-0000-0000-0000-000000000000}"/>
          </ac:spMkLst>
        </pc:spChg>
        <pc:spChg chg="add mod">
          <ac:chgData name="Narasimmamoorthy, Ajay (US - California)" userId="2fbaf466-1f1e-4088-9c15-edfc6cd9f7b7" providerId="ADAL" clId="{90D3283F-6DE1-44E4-9ED1-67F9658F593E}" dt="2026-04-06T21:14:49.874" v="176" actId="207"/>
          <ac:spMkLst>
            <pc:docMk/>
            <pc:sldMk cId="640372230" sldId="276"/>
            <ac:spMk id="14" creationId="{00000000-0000-0000-0000-000000000000}"/>
          </ac:spMkLst>
        </pc:spChg>
        <pc:spChg chg="mod">
          <ac:chgData name="Narasimmamoorthy, Ajay (US - California)" userId="2fbaf466-1f1e-4088-9c15-edfc6cd9f7b7" providerId="ADAL" clId="{90D3283F-6DE1-44E4-9ED1-67F9658F593E}" dt="2026-04-06T21:17:36.605" v="177" actId="207"/>
          <ac:spMkLst>
            <pc:docMk/>
            <pc:sldMk cId="640372230" sldId="276"/>
            <ac:spMk id="18" creationId="{00000000-0000-0000-0000-000000000000}"/>
          </ac:spMkLst>
        </pc:spChg>
        <pc:spChg chg="add mod">
          <ac:chgData name="Narasimmamoorthy, Ajay (US - California)" userId="2fbaf466-1f1e-4088-9c15-edfc6cd9f7b7" providerId="ADAL" clId="{90D3283F-6DE1-44E4-9ED1-67F9658F593E}" dt="2026-04-06T21:14:40.726" v="173" actId="207"/>
          <ac:spMkLst>
            <pc:docMk/>
            <pc:sldMk cId="640372230" sldId="276"/>
            <ac:spMk id="19" creationId="{00000000-0000-0000-0000-000000000000}"/>
          </ac:spMkLst>
        </pc:spChg>
        <pc:spChg chg="add mod">
          <ac:chgData name="Narasimmamoorthy, Ajay (US - California)" userId="2fbaf466-1f1e-4088-9c15-edfc6cd9f7b7" providerId="ADAL" clId="{90D3283F-6DE1-44E4-9ED1-67F9658F593E}" dt="2026-04-06T21:14:40.726" v="173" actId="207"/>
          <ac:spMkLst>
            <pc:docMk/>
            <pc:sldMk cId="640372230" sldId="276"/>
            <ac:spMk id="21" creationId="{00000000-0000-0000-0000-000000000000}"/>
          </ac:spMkLst>
        </pc:spChg>
        <pc:spChg chg="mod">
          <ac:chgData name="Narasimmamoorthy, Ajay (US - California)" userId="2fbaf466-1f1e-4088-9c15-edfc6cd9f7b7" providerId="ADAL" clId="{90D3283F-6DE1-44E4-9ED1-67F9658F593E}" dt="2026-04-06T21:14:40.726" v="173" actId="207"/>
          <ac:spMkLst>
            <pc:docMk/>
            <pc:sldMk cId="640372230" sldId="276"/>
            <ac:spMk id="22" creationId="{00000000-0000-0000-0000-000000000000}"/>
          </ac:spMkLst>
        </pc:spChg>
        <pc:spChg chg="add mod">
          <ac:chgData name="Narasimmamoorthy, Ajay (US - California)" userId="2fbaf466-1f1e-4088-9c15-edfc6cd9f7b7" providerId="ADAL" clId="{90D3283F-6DE1-44E4-9ED1-67F9658F593E}" dt="2026-04-06T21:14:40.726" v="173" actId="207"/>
          <ac:spMkLst>
            <pc:docMk/>
            <pc:sldMk cId="640372230" sldId="276"/>
            <ac:spMk id="23" creationId="{00000000-0000-0000-0000-000000000000}"/>
          </ac:spMkLst>
        </pc:spChg>
        <pc:spChg chg="add mod">
          <ac:chgData name="Narasimmamoorthy, Ajay (US - California)" userId="2fbaf466-1f1e-4088-9c15-edfc6cd9f7b7" providerId="ADAL" clId="{90D3283F-6DE1-44E4-9ED1-67F9658F593E}" dt="2026-04-06T21:14:40.726" v="173" actId="207"/>
          <ac:spMkLst>
            <pc:docMk/>
            <pc:sldMk cId="640372230" sldId="276"/>
            <ac:spMk id="24" creationId="{00000000-0000-0000-0000-000000000000}"/>
          </ac:spMkLst>
        </pc:spChg>
        <pc:spChg chg="add mod">
          <ac:chgData name="Narasimmamoorthy, Ajay (US - California)" userId="2fbaf466-1f1e-4088-9c15-edfc6cd9f7b7" providerId="ADAL" clId="{90D3283F-6DE1-44E4-9ED1-67F9658F593E}" dt="2026-04-06T21:13:24.139" v="166"/>
          <ac:spMkLst>
            <pc:docMk/>
            <pc:sldMk cId="640372230" sldId="276"/>
            <ac:spMk id="25" creationId="{00000000-0000-0000-0000-000000000000}"/>
          </ac:spMkLst>
        </pc:spChg>
      </pc:sldChg>
      <pc:sldChg chg="addSp delSp modSp new mod">
        <pc:chgData name="Narasimmamoorthy, Ajay (US - California)" userId="2fbaf466-1f1e-4088-9c15-edfc6cd9f7b7" providerId="ADAL" clId="{90D3283F-6DE1-44E4-9ED1-67F9658F593E}" dt="2026-04-06T22:56:32.509" v="280" actId="20577"/>
        <pc:sldMkLst>
          <pc:docMk/>
          <pc:sldMk cId="99428424" sldId="277"/>
        </pc:sldMkLst>
        <pc:spChg chg="add mod">
          <ac:chgData name="Narasimmamoorthy, Ajay (US - California)" userId="2fbaf466-1f1e-4088-9c15-edfc6cd9f7b7" providerId="ADAL" clId="{90D3283F-6DE1-44E4-9ED1-67F9658F593E}" dt="2026-04-06T22:55:27.736" v="271" actId="207"/>
          <ac:spMkLst>
            <pc:docMk/>
            <pc:sldMk cId="99428424" sldId="277"/>
            <ac:spMk id="4" creationId="{5F7E96DB-C6B2-FA57-6AC9-C92A753A08E5}"/>
          </ac:spMkLst>
        </pc:spChg>
        <pc:spChg chg="mod">
          <ac:chgData name="Narasimmamoorthy, Ajay (US - California)" userId="2fbaf466-1f1e-4088-9c15-edfc6cd9f7b7" providerId="ADAL" clId="{90D3283F-6DE1-44E4-9ED1-67F9658F593E}" dt="2026-04-06T22:55:51.737" v="277" actId="1035"/>
          <ac:spMkLst>
            <pc:docMk/>
            <pc:sldMk cId="99428424" sldId="277"/>
            <ac:spMk id="5" creationId="{C0200C23-2EB5-F087-F6B8-E14954FA94D7}"/>
          </ac:spMkLst>
        </pc:spChg>
        <pc:spChg chg="mod">
          <ac:chgData name="Narasimmamoorthy, Ajay (US - California)" userId="2fbaf466-1f1e-4088-9c15-edfc6cd9f7b7" providerId="ADAL" clId="{90D3283F-6DE1-44E4-9ED1-67F9658F593E}" dt="2026-04-06T22:55:22.253" v="270" actId="207"/>
          <ac:spMkLst>
            <pc:docMk/>
            <pc:sldMk cId="99428424" sldId="277"/>
            <ac:spMk id="6" creationId="{06D01B4D-9236-4B48-1594-2AED89F20372}"/>
          </ac:spMkLst>
        </pc:spChg>
        <pc:spChg chg="add mod">
          <ac:chgData name="Narasimmamoorthy, Ajay (US - California)" userId="2fbaf466-1f1e-4088-9c15-edfc6cd9f7b7" providerId="ADAL" clId="{90D3283F-6DE1-44E4-9ED1-67F9658F593E}" dt="2026-04-06T22:54:55.939" v="267"/>
          <ac:spMkLst>
            <pc:docMk/>
            <pc:sldMk cId="99428424" sldId="277"/>
            <ac:spMk id="7" creationId="{E068CD8D-A98C-9133-A1B0-1856EBDE0072}"/>
          </ac:spMkLst>
        </pc:spChg>
        <pc:spChg chg="add mod">
          <ac:chgData name="Narasimmamoorthy, Ajay (US - California)" userId="2fbaf466-1f1e-4088-9c15-edfc6cd9f7b7" providerId="ADAL" clId="{90D3283F-6DE1-44E4-9ED1-67F9658F593E}" dt="2026-04-06T22:54:55.939" v="267"/>
          <ac:spMkLst>
            <pc:docMk/>
            <pc:sldMk cId="99428424" sldId="277"/>
            <ac:spMk id="10" creationId="{5332C4E7-2C8A-33B3-E056-D175431F3676}"/>
          </ac:spMkLst>
        </pc:spChg>
        <pc:spChg chg="mod">
          <ac:chgData name="Narasimmamoorthy, Ajay (US - California)" userId="2fbaf466-1f1e-4088-9c15-edfc6cd9f7b7" providerId="ADAL" clId="{90D3283F-6DE1-44E4-9ED1-67F9658F593E}" dt="2026-04-06T22:56:32.509" v="280" actId="20577"/>
          <ac:spMkLst>
            <pc:docMk/>
            <pc:sldMk cId="99428424" sldId="277"/>
            <ac:spMk id="11" creationId="{16D31896-4339-3686-C705-CE43AECA3325}"/>
          </ac:spMkLst>
        </pc:spChg>
        <pc:spChg chg="add mod">
          <ac:chgData name="Narasimmamoorthy, Ajay (US - California)" userId="2fbaf466-1f1e-4088-9c15-edfc6cd9f7b7" providerId="ADAL" clId="{90D3283F-6DE1-44E4-9ED1-67F9658F593E}" dt="2026-04-06T22:55:22.253" v="270" actId="207"/>
          <ac:spMkLst>
            <pc:docMk/>
            <pc:sldMk cId="99428424" sldId="277"/>
            <ac:spMk id="12" creationId="{ED62BA24-1399-9AA2-0CEB-DB5A505724A0}"/>
          </ac:spMkLst>
        </pc:spChg>
        <pc:spChg chg="add mod">
          <ac:chgData name="Narasimmamoorthy, Ajay (US - California)" userId="2fbaf466-1f1e-4088-9c15-edfc6cd9f7b7" providerId="ADAL" clId="{90D3283F-6DE1-44E4-9ED1-67F9658F593E}" dt="2026-04-06T22:55:22.253" v="270" actId="207"/>
          <ac:spMkLst>
            <pc:docMk/>
            <pc:sldMk cId="99428424" sldId="277"/>
            <ac:spMk id="18" creationId="{1A8E3EB8-E0E6-FDE1-94A3-5A24D16787CF}"/>
          </ac:spMkLst>
        </pc:spChg>
        <pc:spChg chg="add mod">
          <ac:chgData name="Narasimmamoorthy, Ajay (US - California)" userId="2fbaf466-1f1e-4088-9c15-edfc6cd9f7b7" providerId="ADAL" clId="{90D3283F-6DE1-44E4-9ED1-67F9658F593E}" dt="2026-04-06T22:54:55.939" v="267"/>
          <ac:spMkLst>
            <pc:docMk/>
            <pc:sldMk cId="99428424" sldId="277"/>
            <ac:spMk id="20" creationId="{00ACA418-FEF8-C280-1DD7-C4E6D41B35AE}"/>
          </ac:spMkLst>
        </pc:spChg>
        <pc:spChg chg="add mod">
          <ac:chgData name="Narasimmamoorthy, Ajay (US - California)" userId="2fbaf466-1f1e-4088-9c15-edfc6cd9f7b7" providerId="ADAL" clId="{90D3283F-6DE1-44E4-9ED1-67F9658F593E}" dt="2026-04-06T22:54:55.939" v="267"/>
          <ac:spMkLst>
            <pc:docMk/>
            <pc:sldMk cId="99428424" sldId="277"/>
            <ac:spMk id="21" creationId="{F7DEDF88-60FA-9ED4-3445-2B8D16BA79FE}"/>
          </ac:spMkLst>
        </pc:spChg>
        <pc:spChg chg="mod">
          <ac:chgData name="Narasimmamoorthy, Ajay (US - California)" userId="2fbaf466-1f1e-4088-9c15-edfc6cd9f7b7" providerId="ADAL" clId="{90D3283F-6DE1-44E4-9ED1-67F9658F593E}" dt="2026-04-06T22:55:22.253" v="270" actId="207"/>
          <ac:spMkLst>
            <pc:docMk/>
            <pc:sldMk cId="99428424" sldId="277"/>
            <ac:spMk id="24" creationId="{A1E995E2-E2BD-583B-8024-414C3DD0CFC2}"/>
          </ac:spMkLst>
        </pc:spChg>
        <pc:spChg chg="add mod">
          <ac:chgData name="Narasimmamoorthy, Ajay (US - California)" userId="2fbaf466-1f1e-4088-9c15-edfc6cd9f7b7" providerId="ADAL" clId="{90D3283F-6DE1-44E4-9ED1-67F9658F593E}" dt="2026-04-06T22:54:55.939" v="267"/>
          <ac:spMkLst>
            <pc:docMk/>
            <pc:sldMk cId="99428424" sldId="277"/>
            <ac:spMk id="27" creationId="{7D2CCFAC-2CED-9A88-ADBD-21360DBAB41E}"/>
          </ac:spMkLst>
        </pc:spChg>
        <pc:spChg chg="add mod">
          <ac:chgData name="Narasimmamoorthy, Ajay (US - California)" userId="2fbaf466-1f1e-4088-9c15-edfc6cd9f7b7" providerId="ADAL" clId="{90D3283F-6DE1-44E4-9ED1-67F9658F593E}" dt="2026-04-06T22:55:22.253" v="270" actId="207"/>
          <ac:spMkLst>
            <pc:docMk/>
            <pc:sldMk cId="99428424" sldId="277"/>
            <ac:spMk id="30" creationId="{F30D38C9-417E-D7D7-782D-B748F53518A7}"/>
          </ac:spMkLst>
        </pc:spChg>
        <pc:spChg chg="mod">
          <ac:chgData name="Narasimmamoorthy, Ajay (US - California)" userId="2fbaf466-1f1e-4088-9c15-edfc6cd9f7b7" providerId="ADAL" clId="{90D3283F-6DE1-44E4-9ED1-67F9658F593E}" dt="2026-04-06T22:55:22.253" v="270" actId="207"/>
          <ac:spMkLst>
            <pc:docMk/>
            <pc:sldMk cId="99428424" sldId="277"/>
            <ac:spMk id="33" creationId="{CB41CACA-1A7B-3B51-71D9-23889B57F565}"/>
          </ac:spMkLst>
        </pc:spChg>
        <pc:spChg chg="mod">
          <ac:chgData name="Narasimmamoorthy, Ajay (US - California)" userId="2fbaf466-1f1e-4088-9c15-edfc6cd9f7b7" providerId="ADAL" clId="{90D3283F-6DE1-44E4-9ED1-67F9658F593E}" dt="2026-04-06T22:55:32.437" v="272" actId="207"/>
          <ac:spMkLst>
            <pc:docMk/>
            <pc:sldMk cId="99428424" sldId="277"/>
            <ac:spMk id="36" creationId="{7B9CB877-58DF-328A-E226-276D1A5FEF28}"/>
          </ac:spMkLst>
        </pc:spChg>
        <pc:spChg chg="add mod">
          <ac:chgData name="Narasimmamoorthy, Ajay (US - California)" userId="2fbaf466-1f1e-4088-9c15-edfc6cd9f7b7" providerId="ADAL" clId="{90D3283F-6DE1-44E4-9ED1-67F9658F593E}" dt="2026-04-06T22:54:55.939" v="267"/>
          <ac:spMkLst>
            <pc:docMk/>
            <pc:sldMk cId="99428424" sldId="277"/>
            <ac:spMk id="37" creationId="{7511BDE5-EDBF-990D-4967-5F8BFDD28DDE}"/>
          </ac:spMkLst>
        </pc:spChg>
      </pc:sldChg>
      <pc:sldChg chg="addSp delSp modSp new mod">
        <pc:chgData name="Narasimmamoorthy, Ajay (US - California)" userId="2fbaf466-1f1e-4088-9c15-edfc6cd9f7b7" providerId="ADAL" clId="{90D3283F-6DE1-44E4-9ED1-67F9658F593E}" dt="2026-04-06T23:04:04.082" v="358" actId="6549"/>
        <pc:sldMkLst>
          <pc:docMk/>
          <pc:sldMk cId="3853012020" sldId="278"/>
        </pc:sldMkLst>
        <pc:spChg chg="add mod">
          <ac:chgData name="Narasimmamoorthy, Ajay (US - California)" userId="2fbaf466-1f1e-4088-9c15-edfc6cd9f7b7" providerId="ADAL" clId="{90D3283F-6DE1-44E4-9ED1-67F9658F593E}" dt="2026-04-06T23:01:39.351" v="333"/>
          <ac:spMkLst>
            <pc:docMk/>
            <pc:sldMk cId="3853012020" sldId="278"/>
            <ac:spMk id="5" creationId="{6BA05EF3-8D1D-5B61-286C-A74814C15B88}"/>
          </ac:spMkLst>
        </pc:spChg>
        <pc:spChg chg="add mod">
          <ac:chgData name="Narasimmamoorthy, Ajay (US - California)" userId="2fbaf466-1f1e-4088-9c15-edfc6cd9f7b7" providerId="ADAL" clId="{90D3283F-6DE1-44E4-9ED1-67F9658F593E}" dt="2026-04-06T23:01:39.351" v="333"/>
          <ac:spMkLst>
            <pc:docMk/>
            <pc:sldMk cId="3853012020" sldId="278"/>
            <ac:spMk id="6" creationId="{2BC7BC54-A21B-D018-BAC9-9E39A69F2933}"/>
          </ac:spMkLst>
        </pc:spChg>
        <pc:spChg chg="add mod">
          <ac:chgData name="Narasimmamoorthy, Ajay (US - California)" userId="2fbaf466-1f1e-4088-9c15-edfc6cd9f7b7" providerId="ADAL" clId="{90D3283F-6DE1-44E4-9ED1-67F9658F593E}" dt="2026-04-06T23:01:39.351" v="333"/>
          <ac:spMkLst>
            <pc:docMk/>
            <pc:sldMk cId="3853012020" sldId="278"/>
            <ac:spMk id="7" creationId="{57FA3997-D93D-4090-2CCA-11A591C7B3B2}"/>
          </ac:spMkLst>
        </pc:spChg>
        <pc:spChg chg="add mod">
          <ac:chgData name="Narasimmamoorthy, Ajay (US - California)" userId="2fbaf466-1f1e-4088-9c15-edfc6cd9f7b7" providerId="ADAL" clId="{90D3283F-6DE1-44E4-9ED1-67F9658F593E}" dt="2026-04-06T23:01:39.351" v="333"/>
          <ac:spMkLst>
            <pc:docMk/>
            <pc:sldMk cId="3853012020" sldId="278"/>
            <ac:spMk id="8" creationId="{C89CC33F-1B06-F994-7FEB-4D9638950AB9}"/>
          </ac:spMkLst>
        </pc:spChg>
        <pc:spChg chg="add mod">
          <ac:chgData name="Narasimmamoorthy, Ajay (US - California)" userId="2fbaf466-1f1e-4088-9c15-edfc6cd9f7b7" providerId="ADAL" clId="{90D3283F-6DE1-44E4-9ED1-67F9658F593E}" dt="2026-04-06T23:01:39.351" v="333"/>
          <ac:spMkLst>
            <pc:docMk/>
            <pc:sldMk cId="3853012020" sldId="278"/>
            <ac:spMk id="9" creationId="{4D68C9F0-2181-FB51-7A25-97364A34DA80}"/>
          </ac:spMkLst>
        </pc:spChg>
        <pc:spChg chg="add mod">
          <ac:chgData name="Narasimmamoorthy, Ajay (US - California)" userId="2fbaf466-1f1e-4088-9c15-edfc6cd9f7b7" providerId="ADAL" clId="{90D3283F-6DE1-44E4-9ED1-67F9658F593E}" dt="2026-04-06T23:01:39.351" v="333"/>
          <ac:spMkLst>
            <pc:docMk/>
            <pc:sldMk cId="3853012020" sldId="278"/>
            <ac:spMk id="10" creationId="{D8740885-A532-A860-1B1E-0CEF5FB1CA44}"/>
          </ac:spMkLst>
        </pc:spChg>
        <pc:spChg chg="add mod">
          <ac:chgData name="Narasimmamoorthy, Ajay (US - California)" userId="2fbaf466-1f1e-4088-9c15-edfc6cd9f7b7" providerId="ADAL" clId="{90D3283F-6DE1-44E4-9ED1-67F9658F593E}" dt="2026-04-06T23:01:39.351" v="333"/>
          <ac:spMkLst>
            <pc:docMk/>
            <pc:sldMk cId="3853012020" sldId="278"/>
            <ac:spMk id="11" creationId="{876CAFF5-F4F1-98DA-58B5-4341C7A726FB}"/>
          </ac:spMkLst>
        </pc:spChg>
        <pc:spChg chg="add mod">
          <ac:chgData name="Narasimmamoorthy, Ajay (US - California)" userId="2fbaf466-1f1e-4088-9c15-edfc6cd9f7b7" providerId="ADAL" clId="{90D3283F-6DE1-44E4-9ED1-67F9658F593E}" dt="2026-04-06T23:01:39.351" v="333"/>
          <ac:spMkLst>
            <pc:docMk/>
            <pc:sldMk cId="3853012020" sldId="278"/>
            <ac:spMk id="12" creationId="{D816CCF7-7B68-5BA4-84A3-3F33ADA9F278}"/>
          </ac:spMkLst>
        </pc:spChg>
        <pc:spChg chg="add mod">
          <ac:chgData name="Narasimmamoorthy, Ajay (US - California)" userId="2fbaf466-1f1e-4088-9c15-edfc6cd9f7b7" providerId="ADAL" clId="{90D3283F-6DE1-44E4-9ED1-67F9658F593E}" dt="2026-04-06T23:01:46.504" v="334" actId="207"/>
          <ac:spMkLst>
            <pc:docMk/>
            <pc:sldMk cId="3853012020" sldId="278"/>
            <ac:spMk id="13" creationId="{102DCC97-858F-D191-E677-1AFC8EF5895B}"/>
          </ac:spMkLst>
        </pc:spChg>
        <pc:spChg chg="add mod">
          <ac:chgData name="Narasimmamoorthy, Ajay (US - California)" userId="2fbaf466-1f1e-4088-9c15-edfc6cd9f7b7" providerId="ADAL" clId="{90D3283F-6DE1-44E4-9ED1-67F9658F593E}" dt="2026-04-06T23:04:04.082" v="358" actId="6549"/>
          <ac:spMkLst>
            <pc:docMk/>
            <pc:sldMk cId="3853012020" sldId="278"/>
            <ac:spMk id="17" creationId="{70D08771-9543-A475-B46F-DF5D3B19631E}"/>
          </ac:spMkLst>
        </pc:spChg>
      </pc:sldChg>
      <pc:sldChg chg="addSp modSp new mod">
        <pc:chgData name="Narasimmamoorthy, Ajay (US - California)" userId="2fbaf466-1f1e-4088-9c15-edfc6cd9f7b7" providerId="ADAL" clId="{90D3283F-6DE1-44E4-9ED1-67F9658F593E}" dt="2026-04-06T23:16:37.987" v="505" actId="1076"/>
        <pc:sldMkLst>
          <pc:docMk/>
          <pc:sldMk cId="1962439791" sldId="279"/>
        </pc:sldMkLst>
        <pc:spChg chg="add mod">
          <ac:chgData name="Narasimmamoorthy, Ajay (US - California)" userId="2fbaf466-1f1e-4088-9c15-edfc6cd9f7b7" providerId="ADAL" clId="{90D3283F-6DE1-44E4-9ED1-67F9658F593E}" dt="2026-04-06T23:16:37.987" v="505" actId="1076"/>
          <ac:spMkLst>
            <pc:docMk/>
            <pc:sldMk cId="1962439791" sldId="279"/>
            <ac:spMk id="21" creationId="{00000000-0000-0000-0000-000000000000}"/>
          </ac:spMkLst>
        </pc:spChg>
      </pc:sldChg>
      <pc:sldMasterChg chg="new mod addSldLayout">
        <pc:chgData name="Narasimmamoorthy, Ajay (US - California)" userId="2fbaf466-1f1e-4088-9c15-edfc6cd9f7b7" providerId="ADAL" clId="{90D3283F-6DE1-44E4-9ED1-67F9658F593E}" dt="2026-04-06T20:51:43.167" v="0" actId="6938"/>
        <pc:sldMasterMkLst>
          <pc:docMk/>
          <pc:sldMasterMk cId="1472269581" sldId="2147483661"/>
        </pc:sldMasterMkLst>
        <pc:sldLayoutChg chg="new replId">
          <pc:chgData name="Narasimmamoorthy, Ajay (US - California)" userId="2fbaf466-1f1e-4088-9c15-edfc6cd9f7b7" providerId="ADAL" clId="{90D3283F-6DE1-44E4-9ED1-67F9658F593E}" dt="2026-04-06T20:51:43.167" v="0" actId="6938"/>
          <pc:sldLayoutMkLst>
            <pc:docMk/>
            <pc:sldMasterMk cId="1472269581" sldId="2147483661"/>
            <pc:sldLayoutMk cId="1554084903" sldId="2147483662"/>
          </pc:sldLayoutMkLst>
        </pc:sldLayoutChg>
        <pc:sldLayoutChg chg="new replId">
          <pc:chgData name="Narasimmamoorthy, Ajay (US - California)" userId="2fbaf466-1f1e-4088-9c15-edfc6cd9f7b7" providerId="ADAL" clId="{90D3283F-6DE1-44E4-9ED1-67F9658F593E}" dt="2026-04-06T20:51:43.167" v="0" actId="6938"/>
          <pc:sldLayoutMkLst>
            <pc:docMk/>
            <pc:sldMasterMk cId="1472269581" sldId="2147483661"/>
            <pc:sldLayoutMk cId="1321574925" sldId="2147483663"/>
          </pc:sldLayoutMkLst>
        </pc:sldLayoutChg>
        <pc:sldLayoutChg chg="new replId">
          <pc:chgData name="Narasimmamoorthy, Ajay (US - California)" userId="2fbaf466-1f1e-4088-9c15-edfc6cd9f7b7" providerId="ADAL" clId="{90D3283F-6DE1-44E4-9ED1-67F9658F593E}" dt="2026-04-06T20:51:43.167" v="0" actId="6938"/>
          <pc:sldLayoutMkLst>
            <pc:docMk/>
            <pc:sldMasterMk cId="1472269581" sldId="2147483661"/>
            <pc:sldLayoutMk cId="2331560167" sldId="2147483664"/>
          </pc:sldLayoutMkLst>
        </pc:sldLayoutChg>
        <pc:sldLayoutChg chg="new replId">
          <pc:chgData name="Narasimmamoorthy, Ajay (US - California)" userId="2fbaf466-1f1e-4088-9c15-edfc6cd9f7b7" providerId="ADAL" clId="{90D3283F-6DE1-44E4-9ED1-67F9658F593E}" dt="2026-04-06T20:51:43.167" v="0" actId="6938"/>
          <pc:sldLayoutMkLst>
            <pc:docMk/>
            <pc:sldMasterMk cId="1472269581" sldId="2147483661"/>
            <pc:sldLayoutMk cId="1052025779" sldId="2147483665"/>
          </pc:sldLayoutMkLst>
        </pc:sldLayoutChg>
        <pc:sldLayoutChg chg="new replId">
          <pc:chgData name="Narasimmamoorthy, Ajay (US - California)" userId="2fbaf466-1f1e-4088-9c15-edfc6cd9f7b7" providerId="ADAL" clId="{90D3283F-6DE1-44E4-9ED1-67F9658F593E}" dt="2026-04-06T20:51:43.167" v="0" actId="6938"/>
          <pc:sldLayoutMkLst>
            <pc:docMk/>
            <pc:sldMasterMk cId="1472269581" sldId="2147483661"/>
            <pc:sldLayoutMk cId="2150275635" sldId="2147483666"/>
          </pc:sldLayoutMkLst>
        </pc:sldLayoutChg>
        <pc:sldLayoutChg chg="new replId">
          <pc:chgData name="Narasimmamoorthy, Ajay (US - California)" userId="2fbaf466-1f1e-4088-9c15-edfc6cd9f7b7" providerId="ADAL" clId="{90D3283F-6DE1-44E4-9ED1-67F9658F593E}" dt="2026-04-06T20:51:43.167" v="0" actId="6938"/>
          <pc:sldLayoutMkLst>
            <pc:docMk/>
            <pc:sldMasterMk cId="1472269581" sldId="2147483661"/>
            <pc:sldLayoutMk cId="1319596318" sldId="2147483667"/>
          </pc:sldLayoutMkLst>
        </pc:sldLayoutChg>
        <pc:sldLayoutChg chg="new replId">
          <pc:chgData name="Narasimmamoorthy, Ajay (US - California)" userId="2fbaf466-1f1e-4088-9c15-edfc6cd9f7b7" providerId="ADAL" clId="{90D3283F-6DE1-44E4-9ED1-67F9658F593E}" dt="2026-04-06T20:51:43.167" v="0" actId="6938"/>
          <pc:sldLayoutMkLst>
            <pc:docMk/>
            <pc:sldMasterMk cId="1472269581" sldId="2147483661"/>
            <pc:sldLayoutMk cId="2209970135" sldId="2147483668"/>
          </pc:sldLayoutMkLst>
        </pc:sldLayoutChg>
        <pc:sldLayoutChg chg="new replId">
          <pc:chgData name="Narasimmamoorthy, Ajay (US - California)" userId="2fbaf466-1f1e-4088-9c15-edfc6cd9f7b7" providerId="ADAL" clId="{90D3283F-6DE1-44E4-9ED1-67F9658F593E}" dt="2026-04-06T20:51:43.167" v="0" actId="6938"/>
          <pc:sldLayoutMkLst>
            <pc:docMk/>
            <pc:sldMasterMk cId="1472269581" sldId="2147483661"/>
            <pc:sldLayoutMk cId="2961683119" sldId="2147483669"/>
          </pc:sldLayoutMkLst>
        </pc:sldLayoutChg>
        <pc:sldLayoutChg chg="new replId">
          <pc:chgData name="Narasimmamoorthy, Ajay (US - California)" userId="2fbaf466-1f1e-4088-9c15-edfc6cd9f7b7" providerId="ADAL" clId="{90D3283F-6DE1-44E4-9ED1-67F9658F593E}" dt="2026-04-06T20:51:43.167" v="0" actId="6938"/>
          <pc:sldLayoutMkLst>
            <pc:docMk/>
            <pc:sldMasterMk cId="1472269581" sldId="2147483661"/>
            <pc:sldLayoutMk cId="1387264672" sldId="2147483670"/>
          </pc:sldLayoutMkLst>
        </pc:sldLayoutChg>
        <pc:sldLayoutChg chg="new replId">
          <pc:chgData name="Narasimmamoorthy, Ajay (US - California)" userId="2fbaf466-1f1e-4088-9c15-edfc6cd9f7b7" providerId="ADAL" clId="{90D3283F-6DE1-44E4-9ED1-67F9658F593E}" dt="2026-04-06T20:51:43.167" v="0" actId="6938"/>
          <pc:sldLayoutMkLst>
            <pc:docMk/>
            <pc:sldMasterMk cId="1472269581" sldId="2147483661"/>
            <pc:sldLayoutMk cId="2655134593" sldId="2147483671"/>
          </pc:sldLayoutMkLst>
        </pc:sldLayoutChg>
        <pc:sldLayoutChg chg="new replId">
          <pc:chgData name="Narasimmamoorthy, Ajay (US - California)" userId="2fbaf466-1f1e-4088-9c15-edfc6cd9f7b7" providerId="ADAL" clId="{90D3283F-6DE1-44E4-9ED1-67F9658F593E}" dt="2026-04-06T20:51:43.167" v="0" actId="6938"/>
          <pc:sldLayoutMkLst>
            <pc:docMk/>
            <pc:sldMasterMk cId="1472269581" sldId="2147483661"/>
            <pc:sldLayoutMk cId="379889873" sldId="2147483672"/>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a:t>
            </a:r>
          </a:p>
          <a:p>
            <a:r>
              <a:t>• Title slide — Fiserv crypto &amp; stablecoin acceptance strategy reframed around Clover CNP growth</a:t>
            </a:r>
          </a:p>
          <a:p>
            <a:r>
              <a:t>• Pause on the cover for 5 seconds so the room settles</a:t>
            </a:r>
          </a:p>
          <a:p>
            <a:r>
              <a:t>• Pin that the workstream owner (P&amp;L) is named in the room before advancing</a:t>
            </a:r>
          </a:p>
          <a:p/>
          <a:p>
            <a:r>
              <a:t>SCRIPT</a:t>
            </a:r>
          </a:p>
          <a:p>
            <a:r>
              <a:t>Good morning. This is the Fiserv crypto and stablecoin acceptance strategy, now sharpened around the single question that matters most for our SMB business: how do we grow Clover merchants' card-not-present share? The answer is a six-product portfolio that rides one backbone, and I'll walk you through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a:t>
            </a:r>
          </a:p>
          <a:p>
            <a:r>
              <a:t>• Opening framing slide — the four-column executive summary</a:t>
            </a:r>
          </a:p>
          <a:p>
            <a:r>
              <a:t>• Left → right: the wedge, the portfolio, the parked bets, the key facts</a:t>
            </a:r>
          </a:p>
          <a:p>
            <a:r>
              <a:t>• Land the two numbers: Mastercard Agent Pay integration Dec 2025, INDX live Feb 12 2026</a:t>
            </a:r>
          </a:p>
          <a:p>
            <a:r>
              <a:t>• Don't read the bullets — point at the headers and narrate the shape of the argument</a:t>
            </a:r>
          </a:p>
          <a:p/>
          <a:p>
            <a:r>
              <a:t>SCRIPT</a:t>
            </a:r>
          </a:p>
          <a:p>
            <a:r>
              <a:t>Here's the whole strategy on one slide. The wedge is agentic commerce at the acquirer layer — Toast and Square don't have it, we do. The portfolio is six products riding one backbone. We explicitly killed one product and parked nothing else. And the key facts are two dates: Mastercard Agent Pay went live on Clover in December 2025, and INDX went into production in February. Everything downstream follows from those two facts.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a:t>
            </a:r>
          </a:p>
          <a:p>
            <a:r>
              <a:t>• Executive Summary — the four headline numbers</a:t>
            </a:r>
          </a:p>
          <a:p>
            <a:r>
              <a:t>• $2-4T stablecoin market, &lt;1% transaction cost, 6M merchant locations, only vertically integrated stack</a:t>
            </a:r>
          </a:p>
          <a:p>
            <a:r>
              <a:t>• Anchor on 'only vertically integrated stack' — this is the moat, not the market size</a:t>
            </a:r>
          </a:p>
          <a:p>
            <a:r>
              <a:t>• Mention GENIUS Act as the regulatory unlock, not the constraint</a:t>
            </a:r>
          </a:p>
          <a:p/>
          <a:p>
            <a:r>
              <a:t>SCRIPT</a:t>
            </a:r>
          </a:p>
          <a:p>
            <a:r>
              <a:t>Four numbers. The market is $2-4 trillion by 2030. Our transaction cost is under 1%, versus 2-3% on card interchange. We have 6 million merchant locations ready for activation. And we are the only company in the world with a vertically integrated crypto payment stack. That last one is the moat. The GENIUS Act is the regulatory unlock — we are now operating on clear federal rules.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a:t>
            </a:r>
          </a:p>
          <a:p>
            <a:r>
              <a:t>• Market Opportunity — stablecoin + cross-border TAM</a:t>
            </a:r>
          </a:p>
          <a:p>
            <a:r>
              <a:t>• Frame the three market drivers: regulatory clarity, cost advantage, speed</a:t>
            </a:r>
          </a:p>
          <a:p>
            <a:r>
              <a:t>• Agentic commerce tracked as a separate/parallel strategy</a:t>
            </a:r>
          </a:p>
          <a:p>
            <a:r>
              <a:t>• Land the pull-quote: stablecoin will capture 10% of USD payments by 2031</a:t>
            </a:r>
          </a:p>
          <a:p/>
          <a:p>
            <a:r>
              <a:t>SCRIPT</a:t>
            </a:r>
          </a:p>
          <a:p>
            <a:r>
              <a:t>The market is real. GENIUS Act and MiCA give us the legal framework. Sub-1% stablecoin costs versus 2-3% card interchange eliminates roughly $50 billion in merchant fees. Real-time settlement versus T+1 to T+3 unlocks merchant cash flow. And agentic commerce is running as a parallel effort — related, but distinct market sizing. The question isn't whether stablecoin payments capture material share. The question is who captures the orchestration layer. That's the fight we're 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a:t>
            </a:r>
          </a:p>
          <a:p>
            <a:r>
              <a:t>• Competitive Landscape — only Fiserv has all four pillars</a:t>
            </a:r>
          </a:p>
          <a:p>
            <a:r>
              <a:t>• The closed loop: bank issues FIUSD → consumer pays merchant → INDX settles → merchant receives USD</a:t>
            </a:r>
          </a:p>
          <a:p>
            <a:r>
              <a:t>• Moat is structural, not feature-based</a:t>
            </a:r>
          </a:p>
          <a:p>
            <a:r>
              <a:t>• No competitor can replicate without acquiring a bank, a stablecoin, a real-time settlement layer, and an acquirer</a:t>
            </a:r>
          </a:p>
          <a:p/>
          <a:p>
            <a:r>
              <a:t>SCRIPT</a:t>
            </a:r>
          </a:p>
          <a:p>
            <a:r>
              <a:t>Here's why the moat is structural. Stripe has Bridge. Adyen has nothing. Square has nothing. We have Finxact plus FIUSD plus INDX plus CommerceHub and Clover. Bank issues the stablecoin, consumer pays the merchant, INDX settles in real time, the merchant receives USD instantly. No competitor can replicate that closed loop without acquiring a bank, a stablecoin, a real-time settlement platform, and an acquirer. That combination doesn't come up for sale.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a:t>
            </a:r>
          </a:p>
          <a:p>
            <a:r>
              <a:t>• The vertically integrated stack — four pillars laid out visually</a:t>
            </a:r>
          </a:p>
          <a:p>
            <a:r>
              <a:t>• Finxact (banking core) → FIUSD (stablecoin) → INDX (settlement) → CommerceHub/Clover (acceptance)</a:t>
            </a:r>
          </a:p>
          <a:p>
            <a:r>
              <a:t>• 6M merchant locations is the distribution moat</a:t>
            </a:r>
          </a:p>
          <a:p>
            <a:r>
              <a:t>• This is the 'only company in the world' framing</a:t>
            </a:r>
          </a:p>
          <a:p/>
          <a:p>
            <a:r>
              <a:t>SCRIPT</a:t>
            </a:r>
          </a:p>
          <a:p>
            <a:r>
              <a:t>The four pillars. Finxact is the banking core with 10,000-plus FI clients. FIUSD is the stablecoin — live on Solana, backed by Paxos and Circle, 1-to-1 USD peg. INDX is the real-time cash settlement layer with 1,100-plus FDIC banks. CommerceHub and Clover are the merchant acceptance surface, 6 million merchant locations. This is the only company in the world that has all four under one roof.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a:t>
            </a:r>
          </a:p>
          <a:p>
            <a:r>
              <a:t>• The FIUSD Flywheel — five steps: FIs issue, merchants accept, consumers adopt, volume grows, cycle accelerates</a:t>
            </a:r>
          </a:p>
          <a:p>
            <a:r>
              <a:t>• Honest acknowledgment: merchant and consumer acceptance is still TBD in 2026</a:t>
            </a:r>
          </a:p>
          <a:p>
            <a:r>
              <a:t>• Seed strategy: lead with early-mover verticals (cross-border, faster settlement, gaming)</a:t>
            </a:r>
          </a:p>
          <a:p>
            <a:r>
              <a:t>• Fiserv's own merchant base is the seeding mechanism</a:t>
            </a:r>
          </a:p>
          <a:p/>
          <a:p>
            <a:r>
              <a:t>SCRIPT</a:t>
            </a:r>
          </a:p>
          <a:p>
            <a:r>
              <a:t>The flywheel in five steps. FIs issue FIUSD, merchants accept it, consumers adopt it, volume grows, the cycle accelerates. Be honest with the room: merchant and consumer acceptance is still TBD at network scale in 2026. We lead with early-mover verticals — cross-border, settlement speed, gaming — and we use our own merchant base as the seeding mechanism. Nobody else can do that.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a:t>
            </a:r>
          </a:p>
          <a:p>
            <a:r>
              <a:t>• Provider architecture — layered approach behind Fiserv's abstraction layer</a:t>
            </a:r>
          </a:p>
          <a:p>
            <a:r>
              <a:t>• Coinbase WaaS as primary, Mesh as reach, Finxact+FIUSD+INDX as owned fallback</a:t>
            </a:r>
          </a:p>
          <a:p>
            <a:r>
              <a:t>• Delivered as a white-label wallet for FIs and merchants — NOT a Fiserv consumer brand</a:t>
            </a:r>
          </a:p>
          <a:p>
            <a:r>
              <a:t>• Design principles: no provider &gt;40% volume, 90-day termination clauses, card-rail fallback, circuit breaker on depeg</a:t>
            </a:r>
          </a:p>
          <a:p/>
          <a:p>
            <a:r>
              <a:t>SCRIPT</a:t>
            </a:r>
          </a:p>
          <a:p>
            <a:r>
              <a:t>Architecture. We layer providers behind a Fiserv-owned abstraction layer and deliver everything as a white-label wallet for FIs and merchants. We are not building a Fiserv consumer brand. Coinbase is primary for custody and WaaS, Mesh provides reach into 300-plus wallets and exchanges, and our own Finxact plus FIUSD plus INDX stack is the owned fallback. No provider gets more than 40 percent of volume. Every provider has a 90-day termination clause. Card-rail fallback on every transaction. Circuit breaker on depeg.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a:t>
            </a:r>
          </a:p>
          <a:p>
            <a:r>
              <a:t>• Partner value in merchant acquiring — scorecard across Coinbase, Mesh, Flexa, BVNK</a:t>
            </a:r>
          </a:p>
          <a:p>
            <a:r>
              <a:t>• Coinbase is the recommended primary partner</a:t>
            </a:r>
          </a:p>
          <a:p>
            <a:r>
              <a:t>• Mesh adds CEX rails Coinbase cannot reach</a:t>
            </a:r>
          </a:p>
          <a:p>
            <a:r>
              <a:t>• Flexa removed (AMP token lost 98%); BVNK listed as competitor signal (now owned by Mastercard)</a:t>
            </a:r>
          </a:p>
          <a:p/>
          <a:p>
            <a:r>
              <a:t>SCRIPT</a:t>
            </a:r>
          </a:p>
          <a:p>
            <a:r>
              <a:t>How we evaluated the partners. Coinbase has the largest installed merchant distribution via Stripe and Shopify, is already a Fiserv customer, and is a founding x402 member alongside us. Start there. Mesh adds CEX custodial rails — PayPal, Binance.US, Kraken, Gemini — that Coinbase cannot reach. Flexa we removed. And BVNK is a competitor signal that just became a Mastercard signal: Mastercard acquired them for 1.8 billion in 2026. That validates the stablecoin cross-border thesis.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a:t>
            </a:r>
          </a:p>
          <a:p>
            <a:r>
              <a:t>• Security &amp; Compliance — Coinbase is the only provider with both SOC 1 and SOC 2 Type II</a:t>
            </a:r>
          </a:p>
          <a:p>
            <a:r>
              <a:t>• Audited by Deloitte</a:t>
            </a:r>
          </a:p>
          <a:p>
            <a:r>
              <a:t>• Institutional insurance via their commercial program</a:t>
            </a:r>
          </a:p>
          <a:p>
            <a:r>
              <a:t>• This is the due-diligence slide — don't linger, but don't skip</a:t>
            </a:r>
          </a:p>
          <a:p/>
          <a:p>
            <a:r>
              <a:t>SCRIPT</a:t>
            </a:r>
          </a:p>
          <a:p>
            <a:r>
              <a:t>Security and compliance due diligence. Coinbase is the only provider in the evaluation set with both SOC 1 and SOC 2 Type II certifications, audited by Deloitte, with institutional-grade insurance. For a company like Fiserv evaluating digital asset infrastructure, these are non-negotiables. This slide exists so the room knows we did the homework.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a:t>
            </a:r>
          </a:p>
          <a:p>
            <a:r>
              <a:t>• Provider scoring across seven requirements</a:t>
            </a:r>
          </a:p>
          <a:p>
            <a:r>
              <a:t>• Coinbase + Mesh cover the critical gaps</a:t>
            </a:r>
          </a:p>
          <a:p>
            <a:r>
              <a:t>• Flexa and Heron explicitly removed with rationale</a:t>
            </a:r>
          </a:p>
          <a:p>
            <a:r>
              <a:t>• Land the point: no single provider covers everything — layering is the strategy</a:t>
            </a:r>
          </a:p>
          <a:p/>
          <a:p>
            <a:r>
              <a:t>SCRIPT</a:t>
            </a:r>
          </a:p>
          <a:p>
            <a:r>
              <a:t>The seven-requirement scorecard. No single provider covers all seven. Coinbase scores highest on custody, WaaS, and the x402 rails. Mesh covers the CEX deposit rails Coinbase cannot reach. Flexa and Heron are explicitly removed — Flexa because the AMP token lost 98 percent of value, Heron because we could not verify funding, team, customers, or certifications. Layering is the strategy.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a:t>
            </a:r>
          </a:p>
          <a:p>
            <a:r>
              <a:t>• Agent-to-agent payment gap — x402 and MPP both need crypto + microtransactions</a:t>
            </a:r>
          </a:p>
          <a:p>
            <a:r>
              <a:t>• x402: Linux Foundation, Coinbase-created April 2026, Fiserv founding member</a:t>
            </a:r>
          </a:p>
          <a:p>
            <a:r>
              <a:t>• MPP: Stripe/Tempo, session-based batched agent payments</a:t>
            </a:r>
          </a:p>
          <a:p>
            <a:r>
              <a:t>• Fiserv gap today: card-only Fiserv cannot route either protocol</a:t>
            </a:r>
          </a:p>
          <a:p>
            <a:r>
              <a:t>• Closing this gap protects relevance in agentic commerce</a:t>
            </a:r>
          </a:p>
          <a:p/>
          <a:p>
            <a:r>
              <a:t>SCRIPT</a:t>
            </a:r>
          </a:p>
          <a:p>
            <a:r>
              <a:t>Here's the gap we must close. Agent-to-agent and machine-to-machine commerce is real, and the two leading protocols — x402 and MPP — both require crypto rails underneath. x402 is Linux Foundation, created by Coinbase, and Fiserv is a founding member. MPP is Stripe's Tempo blockchain. Without crypto acceptance, card-only Fiserv cannot route either protocol today. Closing this gap protects our relevance in agentic commerce. That's what this entire workstream is about.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a:t>
            </a:r>
          </a:p>
          <a:p>
            <a:r>
              <a:t>• Build vs. Implement — do not build a proprietary protocol</a:t>
            </a:r>
          </a:p>
          <a:p>
            <a:r>
              <a:t>• Build the best implementation layer on top of open standards</a:t>
            </a:r>
          </a:p>
          <a:p>
            <a:r>
              <a:t>• Protocol-agnostic gateway, FIUSD settlement, bank-verified agent identity, 6M merchant auto-enablement</a:t>
            </a:r>
          </a:p>
          <a:p>
            <a:r>
              <a:t>• Same strategic pattern that made CommerceHub successful: own orchestration, not the network</a:t>
            </a:r>
          </a:p>
          <a:p/>
          <a:p>
            <a:r>
              <a:t>SCRIPT</a:t>
            </a:r>
          </a:p>
          <a:p>
            <a:r>
              <a:t>The strategic call is do not build a proprietary protocol. We publicly committed to the x402 Foundation. Adyen isn't building their own. Protocol adoption takes an ecosystem, and building our own would cost 12 to 18 months for zero network effects. Instead, we build the best implementation layer on top of the open standards — protocol-agnostic gateway, FIUSD default settlement, bank-verified agent identity via Finxact KYC, and 6 million merchant auto-enablement via software update. This is the same pattern that made CommerceHub successful: we own the orchestration layer, not the network.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a:t>
            </a:r>
          </a:p>
          <a:p>
            <a:r>
              <a:t>• One software update = all agent-payable merchants</a:t>
            </a:r>
          </a:p>
          <a:p>
            <a:r>
              <a:t>• Stripe convinces merchants one at a time; Fiserv flips a switch</a:t>
            </a:r>
          </a:p>
          <a:p>
            <a:r>
              <a:t>• 6M merchants overnight is the single most defensible move in the portfolio</a:t>
            </a:r>
          </a:p>
          <a:p>
            <a:r>
              <a:t>• Distribution wins protocol wars — VHS over Betamax</a:t>
            </a:r>
          </a:p>
          <a:p/>
          <a:p>
            <a:r>
              <a:t>SCRIPT</a:t>
            </a:r>
          </a:p>
          <a:p>
            <a:r>
              <a:t>This is the mic-drop slide. Stripe convinces merchants one at a time — 100-plus services at MPP launch, each requiring developer effort. Fiserv pushes one software update to Clover and CommerceHub and every merchant becomes agent-payable overnight. Six million merchants. Every AI shopping agent that speaks x402 or Agent Pay can immediately transact at every Fiserv merchant. Distribution wins protocol wars. VHS beat Betamax on distribution, not quality.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a:t>
            </a:r>
          </a:p>
          <a:p>
            <a:r>
              <a:t>• Blue Ocean — four actions framework applied to bank-issued stablecoin payment network</a:t>
            </a:r>
          </a:p>
          <a:p>
            <a:r>
              <a:t>• Eliminate: crypto volatility risk for merchants</a:t>
            </a:r>
          </a:p>
          <a:p>
            <a:r>
              <a:t>• Reduce: integration complexity (one API toggle)</a:t>
            </a:r>
          </a:p>
          <a:p>
            <a:r>
              <a:t>• Raise: regulatory confidence (FDIC-insured, GENIUS Act compliant)</a:t>
            </a:r>
          </a:p>
          <a:p>
            <a:r>
              <a:t>• Create: bank-merchant stablecoin loop where banks earn more AND merchants pay less</a:t>
            </a:r>
          </a:p>
          <a:p/>
          <a:p>
            <a:r>
              <a:t>SCRIPT</a:t>
            </a:r>
          </a:p>
          <a:p>
            <a:r>
              <a:t>The blue ocean framing. We eliminate crypto volatility risk for merchants by auto-converting to USD via INDX in real time. We reduce integration complexity to one API toggle in CommerceHub or one button on Clover. We raise regulatory confidence because settlement is FDIC-insured and the stablecoin is bank-embedded. And we create a bank-merchant stablecoin loop where banks earn more per transaction — 60-80 basis points, more than interchange — while merchants pay less than card rails. Both sides win because we eliminate the card network's share.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a:t>
            </a:r>
          </a:p>
          <a:p>
            <a:r>
              <a:t>• Clover Direct — the hero product</a:t>
            </a:r>
          </a:p>
          <a:p>
            <a:r>
              <a:t>• Problem: DoorDash/Uber Eats take 25-30% (40%+ all-in); Toast has a wedge, Clover doesn't</a:t>
            </a:r>
          </a:p>
          <a:p>
            <a:r>
              <a:t>• Solution: Mastercard Agent Pay integration (Dec 2025) + Agent Order Translation Layer</a:t>
            </a:r>
          </a:p>
          <a:p>
            <a:r>
              <a:t>• Impact: 8% vs 28% take-rate, 6M merchants ready day one, zero merchant integration work</a:t>
            </a:r>
          </a:p>
          <a:p>
            <a:r>
              <a:t>• Kill threshold: &lt;$50M annualized agent-channel GPV by Q4 2026</a:t>
            </a:r>
          </a:p>
          <a:p>
            <a:r>
              <a:t>• Fiserv is the only SMB acquirer whose merchants are ready for AI agent payments today</a:t>
            </a:r>
          </a:p>
          <a:p/>
          <a:p>
            <a:r>
              <a:t>SCRIPT</a:t>
            </a:r>
          </a:p>
          <a:p>
            <a:r>
              <a:t>Clover Direct. The hero. DoorDash takes 25 to 30 percent, Uber Eats the same, all-in marketplace take rate hits 40-plus percent. Toast built a 36-thousand-dollar-a-year savings wedge against this. Clover has had nothing equivalent — until now. Mastercard Agent Pay went into Clover in December 2025. The Agent Order Translation Layer converts agent intent into a full Clover Platform API order with line items, modifiers, tip, and delivery. Take rate drops from 28 percent to 8 percent all-in. Six million merchants are ready day one with zero integration work. Public kill threshold: under 50 million in agent-channel GPV by Q4 2026 and we shut it down.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a:t>
            </a:r>
          </a:p>
          <a:p>
            <a:r>
              <a:t>• SmartDeposit — capability, may fold as named feature of Clover Direct</a:t>
            </a:r>
          </a:p>
          <a:p>
            <a:r>
              <a:t>• Problem: services merchants lose 10-20% to no-shows; catering leads go cold</a:t>
            </a:r>
          </a:p>
          <a:p>
            <a:r>
              <a:t>• Solution: one-click enforceable deposits via AI assistant or text link; cryptographic mandate stored as dispute evidence</a:t>
            </a:r>
          </a:p>
          <a:p>
            <a:r>
              <a:t>• Dispute-defense claim HELD until 6 months of data show &gt;10pp win-rate lift</a:t>
            </a:r>
          </a:p>
          <a:p>
            <a:r>
              <a:t>• Same backbone as Clover Direct</a:t>
            </a:r>
          </a:p>
          <a:p/>
          <a:p>
            <a:r>
              <a:t>SCRIPT</a:t>
            </a:r>
          </a:p>
          <a:p>
            <a:r>
              <a:t>SmartDeposit. Services merchants lose 10 to 20 percent of booked revenue to no-shows. Deposit-protected salons reduce no-shows by 30 to 70 percent. Taking a deposit today requires CNP infrastructure most merchants don't have. SmartDeposit gives them one-click enforceable deposits via AI assistant or text link, with a Mastercard Agent Pay cryptographic mandate stored as dispute evidence. We are holding the dispute-defense claim until we have six months of data showing a greater-than-10-point win-rate lift. The primary pitch is the no-show reduction — that alone is worth it. Same backbone as Clover Direct.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a:t>
            </a:r>
          </a:p>
          <a:p>
            <a:r>
              <a:t>• WeekendCash — reshape of prototype-1 Yield Sweep</a:t>
            </a:r>
          </a:p>
          <a:p>
            <a:r>
              <a:t>• Same Finxact + decision-gate code, correct job</a:t>
            </a:r>
          </a:p>
          <a:p>
            <a:r>
              <a:t>• Saturday money on Saturday, backed by Fiserv balance sheet (INDX live Feb 12, 2026)</a:t>
            </a:r>
          </a:p>
          <a:p>
            <a:r>
              <a:t>• Non-lender; structurally identical to Stripe Instant Payout and Square Instant Transfer</a:t>
            </a:r>
          </a:p>
          <a:p>
            <a:r>
              <a:t>• Free to the merchant; Taleb safeguards hard-wired (60-min backstop, 99.9% auto-pause, 90-day ramp)</a:t>
            </a:r>
          </a:p>
          <a:p/>
          <a:p>
            <a:r>
              <a:t>SCRIPT</a:t>
            </a:r>
          </a:p>
          <a:p>
            <a:r>
              <a:t>WeekendCash. This is prototype-1 reshaped. Same Finxact and decision-gate code, aimed at the correct job. Clover merchants sit on weekend card revenue until Tuesday — a restaurant closes strong on Saturday and pays Sunday prep from Friday reserves. We fix that. INDX went into production in February. We advance weekend volume from our own balance sheet and reconcile when card settlement clears Monday or Tuesday. Free to the merchant. Structurally the same as Stripe Instant Payout and Square Instant Transfer — no TILA issue. The 60-minute Fiserv backstop is hard-wired. 99.9 percent SLA auto-pause. Saturday money on Saturday, backed by Fiserv.</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a:t>
            </a:r>
          </a:p>
          <a:p>
            <a:r>
              <a:t>• Clover Agent Checkout Backbone — reshape of prototype-2 Pay-by-Agent x402</a:t>
            </a:r>
          </a:p>
          <a:p>
            <a:r>
              <a:t>• LOAD-BEARING: the single most technically differentiating component in the portfolio</a:t>
            </a:r>
          </a:p>
          <a:p>
            <a:r>
              <a:t>• Gateway + Verifier + Settler + Agent SDK + Agent Order Translation Layer (new)</a:t>
            </a:r>
          </a:p>
          <a:p>
            <a:r>
              <a:t>• 3 protocols: ACP, AP2, Mastercard Agent Pay</a:t>
            </a:r>
          </a:p>
          <a:p>
            <a:r>
              <a:t>• Clover Direct + SmartDeposit + International Lane all ride on it</a:t>
            </a:r>
          </a:p>
          <a:p/>
          <a:p>
            <a:r>
              <a:t>SCRIPT</a:t>
            </a:r>
          </a:p>
          <a:p>
            <a:r>
              <a:t>Clover Agent Checkout Backbone. Prototype-2 reshaped. This is the load-bearing infrastructure — the single most technically differentiating component in the whole portfolio. Gateway, Verifier, Settler, Agent SDK, plus the new Agent Order Translation Layer that converts ACP, AP2, or Mastercard Agent Pay payloads into full Clover orders with modifiers, tip, and delivery metadata. Clover Direct rides it. SmartDeposit rides it. International Lane rides it. One stack, three products. Rename from Pay-by-Agent x402 to Clover Agent Checkout and we're done.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a:t>
            </a:r>
          </a:p>
          <a:p>
            <a:r>
              <a:t>• Portfolio Discipline — every product has a public kill threshold</a:t>
            </a:r>
          </a:p>
          <a:p>
            <a:r>
              <a:t>• Six products in-scope, one explicit kill (Net-Zero)</a:t>
            </a:r>
          </a:p>
          <a:p>
            <a:r>
              <a:t>• The kills are as important as the ships — via negativa discipline</a:t>
            </a:r>
          </a:p>
          <a:p>
            <a:r>
              <a:t>• This slide is the trust-building moment: we tell the room how we'd know we were wrong</a:t>
            </a:r>
          </a:p>
          <a:p/>
          <a:p>
            <a:r>
              <a:t>SCRIPT</a:t>
            </a:r>
          </a:p>
          <a:p>
            <a:r>
              <a:t>Every product has a public kill threshold. Six products in scope — Clover Direct, SmartDeposit, WeekendCash, Clover Agent Checkout Backbone, SupplierCash, International Lane. One explicit kill: Clover Net-Zero, on competitive parity with Stripe and Square Invoicing; we folded that capability in as a feature layer. The discipline of the kills is the signal. We know how we'd know we were wrong, and we've already decided what we'd do about it. That's the posture.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a:t>
            </a:r>
          </a:p>
          <a:p>
            <a:r>
              <a:t>• Closing — we are building the infrastructure for the next era of commerce</a:t>
            </a:r>
          </a:p>
          <a:p>
            <a:r>
              <a:t>• Pause on the quote for 5 seconds</a:t>
            </a:r>
          </a:p>
          <a:p>
            <a:r>
              <a:t>• Take questions on the Clover CNP portfolio specifically — don't drift back to generic crypto</a:t>
            </a:r>
          </a:p>
          <a:p>
            <a:r>
              <a:t>• Remind: P&amp;L owner, Merchant Directory strategy, AI-lab partnership are the three Phase 5 gates</a:t>
            </a:r>
          </a:p>
          <a:p/>
          <a:p>
            <a:r>
              <a:t>SCRIPT</a:t>
            </a:r>
          </a:p>
          <a:p>
            <a:r>
              <a:t>One line to close. We are not just adding a payment method. We are building the infrastructure for the next era of commerce. The three gates for Phase 5 build are a single cross-BU P&amp;L owner, the Clover Merchant Directory strategy — build native, license Shopify Agentic Plan, or per-platform direct — and an AI-lab demo partnership with Anthropic or OpenAI. Happy to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a:t>
            </a:r>
          </a:p>
          <a:p>
            <a:r>
              <a:t>• SupplierCash — reshape of prototype-3 Supplier Pay</a:t>
            </a:r>
          </a:p>
          <a:p>
            <a:r>
              <a:t>• Outflow companion to WeekendCash's inflow acceleration</a:t>
            </a:r>
          </a:p>
          <a:p>
            <a:r>
              <a:t>• $1,200/mo savings per merchant: card fees eliminated + 2% early-pay discounts captured</a:t>
            </a:r>
          </a:p>
          <a:p>
            <a:r>
              <a:t>• 2.7-second supplier settlement via Finxact + INDX</a:t>
            </a:r>
          </a:p>
          <a:p>
            <a:r>
              <a:t>• Retention play, not CNP revenue — merchant-cash-cycle stickiness</a:t>
            </a:r>
          </a:p>
          <a:p>
            <a:r>
              <a:t>• Kill threshold: &lt;$800/mo average captured discount per enrolled merchant</a:t>
            </a:r>
          </a:p>
          <a:p/>
          <a:p>
            <a:r>
              <a:t>SCRIPT</a:t>
            </a:r>
          </a:p>
          <a:p>
            <a:r>
              <a:t>SupplierCash. Prototype-3 back in scope with a CNP-native framing. Clover restaurants place 15 to 30 supply orders a week at 2-3 percent interchange, and they leave 2 percent early-pay discounts on the table because settlement takes 2 to 5 days. That's $1,000 to $1,500 a month in lost margin. Our AI procurement agent monitors ingredient depletion from Clover POS data, auto-generates POs, pays via FIUSD, captures the discount. Supplier gets USD via INDX in 2.7 seconds. Merchant sees plus $1,200 at the end of the month. This is the outflow companion to WeekendCash. It's a retention play — every dollar of margin we preserve on the supplier side makes the CNP pitch stickier. Kill threshold is under $800 per month of captured discount.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a:t>
            </a:r>
          </a:p>
          <a:p>
            <a:r>
              <a:t>• International Lane — reshape of prototype-4 Cross-Border</a:t>
            </a:r>
          </a:p>
          <a:p>
            <a:r>
              <a:t>• Silent companion capability of Clover Agent Checkout Backbone</a:t>
            </a:r>
          </a:p>
          <a:p>
            <a:r>
              <a:t>• When a ChatGPT user in Mexico City orders from Luigi's in NYC, that's already agentic AND already cross-border</a:t>
            </a:r>
          </a:p>
          <a:p>
            <a:r>
              <a:t>• $55 saved per $1,000 order; 91.7% cost reduction; 3 seconds vs 3 days</a:t>
            </a:r>
          </a:p>
          <a:p>
            <a:r>
              <a:t>• No new product, no new integration — rides the same rails as Clover Direct</a:t>
            </a:r>
          </a:p>
          <a:p>
            <a:r>
              <a:t>• Kill threshold: &lt;2% of Clover Direct flow is cross-border → capability stays silent</a:t>
            </a:r>
          </a:p>
          <a:p/>
          <a:p>
            <a:r>
              <a:t>SCRIPT</a:t>
            </a:r>
          </a:p>
          <a:p>
            <a:r>
              <a:t>International Lane. Prototype-4 back in scope with a CNP-native framing. Here's the observation that makes this work: when a ChatGPT user in Mexico City orders from Luigi's Pizzeria in New York, that transaction is already agentic AND it's already cross-border. Today it costs Luigi 47 to 60 dollars in fees on a thousand-dollar order and takes 3 days to settle. Clover Agent Checkout Backbone detects the currency mismatch, locks FX for 30 seconds, converts to FIUSD on Solana, OFAC screens, settles Luigi in USD in 3 seconds. Silent to Luigi. Silent to the ChatGPT user. No new product, no new integration. When Clover Direct ships, International Lane ships with it. If less than 2 percent of Clover Direct flow is cross-border, the capability stays silent and we don't market it separately.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3.xml"/><Relationship Id="rId3" Type="http://schemas.openxmlformats.org/officeDocument/2006/relationships/image" Target="../media/image3.jpg"/><Relationship Id="rId4" Type="http://schemas.openxmlformats.org/officeDocument/2006/relationships/image" Target="../media/image4.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3.xml"/><Relationship Id="rId3" Type="http://schemas.openxmlformats.org/officeDocument/2006/relationships/image" Target="../media/image3.jpg"/><Relationship Id="rId4" Type="http://schemas.openxmlformats.org/officeDocument/2006/relationships/image" Target="../media/image5.jpg"/></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3.xml"/><Relationship Id="rId3" Type="http://schemas.openxmlformats.org/officeDocument/2006/relationships/image" Target="../media/image3.jpg"/><Relationship Id="rId4" Type="http://schemas.openxmlformats.org/officeDocument/2006/relationships/image" Target="../media/image6.jpg"/></Relationships>
</file>

<file path=ppt/slideLayouts/_rels/slideLayout28.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3.xml"/><Relationship Id="rId3" Type="http://schemas.openxmlformats.org/officeDocument/2006/relationships/image" Target="../media/image3.jpg"/><Relationship Id="rId4" Type="http://schemas.openxmlformats.org/officeDocument/2006/relationships/image" Target="../media/image7.jpg"/></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3.xml"/><Relationship Id="rId3" Type="http://schemas.openxmlformats.org/officeDocument/2006/relationships/image" Target="../media/image3.jpg"/><Relationship Id="rId4" Type="http://schemas.openxmlformats.org/officeDocument/2006/relationships/image" Target="../media/image8.jpg"/></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3.xml"/><Relationship Id="rId3" Type="http://schemas.openxmlformats.org/officeDocument/2006/relationships/image" Target="../media/image3.jpg"/><Relationship Id="rId4" Type="http://schemas.openxmlformats.org/officeDocument/2006/relationships/image" Target="../media/image9.jpg"/></Relationships>
</file>

<file path=ppt/slideLayouts/_rels/slideLayout31.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3.xml"/><Relationship Id="rId3" Type="http://schemas.openxmlformats.org/officeDocument/2006/relationships/image" Target="../media/image3.jpg"/><Relationship Id="rId4" Type="http://schemas.openxmlformats.org/officeDocument/2006/relationships/image" Target="../media/image10.jpg"/></Relationships>
</file>

<file path=ppt/slideLayouts/_rels/slideLayout32.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3.xml"/><Relationship Id="rId3" Type="http://schemas.openxmlformats.org/officeDocument/2006/relationships/image" Target="../media/image3.jpg"/><Relationship Id="rId4" Type="http://schemas.openxmlformats.org/officeDocument/2006/relationships/image" Target="../media/image11.jpg"/></Relationships>
</file>

<file path=ppt/slideLayouts/_rels/slideLayout33.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3.xml"/><Relationship Id="rId3" Type="http://schemas.openxmlformats.org/officeDocument/2006/relationships/image" Target="../media/image3.jpg"/><Relationship Id="rId4" Type="http://schemas.openxmlformats.org/officeDocument/2006/relationships/image" Target="../media/image12.jpg"/></Relationships>
</file>

<file path=ppt/slideLayouts/_rels/slideLayout34.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3.xml"/><Relationship Id="rId3" Type="http://schemas.openxmlformats.org/officeDocument/2006/relationships/image" Target="../media/image3.jpg"/><Relationship Id="rId4" Type="http://schemas.openxmlformats.org/officeDocument/2006/relationships/image" Target="../media/image13.jpg"/></Relationships>
</file>

<file path=ppt/slideLayouts/_rels/slideLayout35.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3.xml"/><Relationship Id="rId3" Type="http://schemas.openxmlformats.org/officeDocument/2006/relationships/image" Target="../media/image3.jpg"/><Relationship Id="rId4" Type="http://schemas.openxmlformats.org/officeDocument/2006/relationships/image" Target="../media/image14.jpg"/></Relationships>
</file>

<file path=ppt/slideLayouts/_rels/slideLayout36.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3.xml"/><Relationship Id="rId3" Type="http://schemas.openxmlformats.org/officeDocument/2006/relationships/image" Target="../media/image3.jpg"/><Relationship Id="rId4" Type="http://schemas.openxmlformats.org/officeDocument/2006/relationships/image" Target="../media/image15.jpg"/></Relationships>
</file>

<file path=ppt/slideLayouts/_rels/slideLayout37.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3.xml"/><Relationship Id="rId3" Type="http://schemas.openxmlformats.org/officeDocument/2006/relationships/image" Target="../media/image3.jpg"/><Relationship Id="rId4" Type="http://schemas.openxmlformats.org/officeDocument/2006/relationships/image" Target="../media/image16.jpg"/></Relationships>
</file>

<file path=ppt/slideLayouts/_rels/slideLayout38.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3.xml"/><Relationship Id="rId3" Type="http://schemas.openxmlformats.org/officeDocument/2006/relationships/image" Target="../media/image3.jpg"/><Relationship Id="rId4" Type="http://schemas.openxmlformats.org/officeDocument/2006/relationships/image" Target="../media/image17.jpg"/></Relationships>
</file>

<file path=ppt/slideLayouts/_rels/slideLayout39.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3.xml"/><Relationship Id="rId3" Type="http://schemas.openxmlformats.org/officeDocument/2006/relationships/image" Target="../media/image18.jpg"/></Relationships>
</file>

<file path=ppt/slideLayouts/_rels/slideLayout41.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3.xml"/><Relationship Id="rId3" Type="http://schemas.openxmlformats.org/officeDocument/2006/relationships/image" Target="../media/image19.jpg"/></Relationships>
</file>

<file path=ppt/slideLayouts/_rels/slideLayout42.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3.xml"/><Relationship Id="rId3" Type="http://schemas.openxmlformats.org/officeDocument/2006/relationships/image" Target="../media/image20.jpg"/></Relationships>
</file>

<file path=ppt/slideLayouts/_rels/slideLayout43.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Master" Target="../slideMasters/slideMaster3.xml"/><Relationship Id="rId3" Type="http://schemas.openxmlformats.org/officeDocument/2006/relationships/image" Target="../media/image21.jpg"/></Relationships>
</file>

<file path=ppt/slideLayouts/_rels/slideLayout44.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Master" Target="../slideMasters/slideMaster3.xml"/><Relationship Id="rId3" Type="http://schemas.openxmlformats.org/officeDocument/2006/relationships/image" Target="../media/image22.jpg"/></Relationships>
</file>

<file path=ppt/slideLayouts/_rels/slideLayout45.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Master" Target="../slideMasters/slideMaster3.xml"/><Relationship Id="rId3" Type="http://schemas.openxmlformats.org/officeDocument/2006/relationships/image" Target="../media/image23.jpg"/></Relationships>
</file>

<file path=ppt/slideLayouts/_rels/slideLayout46.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Master" Target="../slideMasters/slideMaster3.xml"/><Relationship Id="rId3" Type="http://schemas.openxmlformats.org/officeDocument/2006/relationships/image" Target="../media/image24.jpg"/></Relationships>
</file>

<file path=ppt/slideLayouts/_rels/slideLayout47.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Master" Target="../slideMasters/slideMaster3.xml"/><Relationship Id="rId3" Type="http://schemas.openxmlformats.org/officeDocument/2006/relationships/image" Target="../media/image25.jpg"/></Relationships>
</file>

<file path=ppt/slideLayouts/_rels/slideLayout48.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Master" Target="../slideMasters/slideMaster3.xml"/><Relationship Id="rId3" Type="http://schemas.openxmlformats.org/officeDocument/2006/relationships/image" Target="../media/image26.jpg"/></Relationships>
</file>

<file path=ppt/slideLayouts/_rels/slideLayout49.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Master" Target="../slideMasters/slideMaster3.xml"/><Relationship Id="rId3" Type="http://schemas.openxmlformats.org/officeDocument/2006/relationships/image" Target="../media/image27.jpg"/></Relationships>
</file>

<file path=ppt/slideLayouts/_rels/slideLayout50.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slideMaster" Target="../slideMasters/slideMaster3.xml"/><Relationship Id="rId3" Type="http://schemas.openxmlformats.org/officeDocument/2006/relationships/image" Target="../media/image28.jpg"/></Relationships>
</file>

<file path=ppt/slideLayouts/_rels/slideLayout51.xml.rels><?xml version='1.0' encoding='UTF-8' standalone='yes'?>
<Relationships xmlns="http://schemas.openxmlformats.org/package/2006/relationships"><Relationship Id="rId1" Type="http://schemas.openxmlformats.org/officeDocument/2006/relationships/tags" Target="../tags/tag27.xml"/><Relationship Id="rId2" Type="http://schemas.openxmlformats.org/officeDocument/2006/relationships/slideMaster" Target="../slideMasters/slideMaster3.xml"/><Relationship Id="rId3" Type="http://schemas.openxmlformats.org/officeDocument/2006/relationships/image" Target="../media/image29.jpg"/></Relationships>
</file>

<file path=ppt/slideLayouts/_rels/slideLayout52.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slideMaster" Target="../slideMasters/slideMaster3.xml"/><Relationship Id="rId3" Type="http://schemas.openxmlformats.org/officeDocument/2006/relationships/image" Target="../media/image30.jpg"/></Relationships>
</file>

<file path=ppt/slideLayouts/_rels/slideLayout53.xml.rels><?xml version='1.0' encoding='UTF-8' standalone='yes'?>
<Relationships xmlns="http://schemas.openxmlformats.org/package/2006/relationships"><Relationship Id="rId1" Type="http://schemas.openxmlformats.org/officeDocument/2006/relationships/tags" Target="../tags/tag29.xml"/><Relationship Id="rId2" Type="http://schemas.openxmlformats.org/officeDocument/2006/relationships/slideMaster" Target="../slideMasters/slideMaster3.xml"/><Relationship Id="rId3" Type="http://schemas.openxmlformats.org/officeDocument/2006/relationships/image" Target="../media/image3.jpg"/></Relationships>
</file>

<file path=ppt/slideLayouts/_rels/slideLayout54.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slideMaster" Target="../slideMasters/slideMaster3.xml"/><Relationship Id="rId3" Type="http://schemas.openxmlformats.org/officeDocument/2006/relationships/image" Target="../media/image3.jpg"/></Relationships>
</file>

<file path=ppt/slideLayouts/_rels/slideLayout55.xml.rels><?xml version='1.0' encoding='UTF-8' standalone='yes'?>
<Relationships xmlns="http://schemas.openxmlformats.org/package/2006/relationships"><Relationship Id="rId1" Type="http://schemas.openxmlformats.org/officeDocument/2006/relationships/tags" Target="../tags/tag31.xml"/><Relationship Id="rId2" Type="http://schemas.openxmlformats.org/officeDocument/2006/relationships/slideMaster" Target="../slideMasters/slideMaster3.xml"/><Relationship Id="rId3" Type="http://schemas.openxmlformats.org/officeDocument/2006/relationships/image" Target="../media/image3.jp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slideMaster" Target="../slideMasters/slideMaster3.xml"/><Relationship Id="rId3" Type="http://schemas.openxmlformats.org/officeDocument/2006/relationships/image" Target="../media/image3.jpg"/></Relationships>
</file>

<file path=ppt/slideLayouts/_rels/slideLayout60.xml.rels><?xml version='1.0' encoding='UTF-8' standalone='yes'?>
<Relationships xmlns="http://schemas.openxmlformats.org/package/2006/relationships"><Relationship Id="rId1" Type="http://schemas.openxmlformats.org/officeDocument/2006/relationships/tags" Target="../tags/tag33.xml"/><Relationship Id="rId2" Type="http://schemas.openxmlformats.org/officeDocument/2006/relationships/slideMaster" Target="../slideMasters/slideMaster3.xml"/><Relationship Id="rId3" Type="http://schemas.openxmlformats.org/officeDocument/2006/relationships/image" Target="../media/image3.jpg"/></Relationships>
</file>

<file path=ppt/slideLayouts/_rels/slideLayout61.xml.rels><?xml version='1.0' encoding='UTF-8' standalone='yes'?>
<Relationships xmlns="http://schemas.openxmlformats.org/package/2006/relationships"><Relationship Id="rId1" Type="http://schemas.openxmlformats.org/officeDocument/2006/relationships/tags" Target="../tags/tag34.xml"/><Relationship Id="rId2" Type="http://schemas.openxmlformats.org/officeDocument/2006/relationships/slideMaster" Target="../slideMasters/slideMaster3.xml"/><Relationship Id="rId3" Type="http://schemas.openxmlformats.org/officeDocument/2006/relationships/image" Target="../media/image3.jp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jp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tags" Target="../tags/tag35.xml"/><Relationship Id="rId2"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tags" Target="../tags/tag36.xml"/><Relationship Id="rId2"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74.xml.rels><?xml version='1.0' encoding='UTF-8' standalone='yes'?>
<Relationships xmlns="http://schemas.openxmlformats.org/package/2006/relationships"><Relationship Id="rId1" Type="http://schemas.openxmlformats.org/officeDocument/2006/relationships/tags" Target="../tags/tag37.xml"/><Relationship Id="rId2" Type="http://schemas.openxmlformats.org/officeDocument/2006/relationships/slideMaster" Target="../slideMasters/slideMaster3.xml"/><Relationship Id="rId3" Type="http://schemas.openxmlformats.org/officeDocument/2006/relationships/image" Target="../media/image3.jp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1.png"/><Relationship Id="rId3" Type="http://schemas.microsoft.com/office/2007/relationships/hdphoto" Target="../media/hdphoto1.wdp"/></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2.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3.png"/><Relationship Id="rId3" Type="http://schemas.openxmlformats.org/officeDocument/2006/relationships/image" Target="../media/image34.sv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5.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6.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1.png"/><Relationship Id="rId3" Type="http://schemas.microsoft.com/office/2007/relationships/hdphoto" Target="../media/hdphoto1.wdp"/></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7.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tags" Target="../tags/tag38.xml"/><Relationship Id="rId2"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8.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8.png"/><Relationship Id="rId3" Type="http://schemas.openxmlformats.org/officeDocument/2006/relationships/image" Target="../media/image39.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png"/><Relationship Id="rId3" Type="http://schemas.openxmlformats.org/officeDocument/2006/relationships/image" Target="../media/image39.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png"/><Relationship Id="rId3" Type="http://schemas.openxmlformats.org/officeDocument/2006/relationships/image" Target="../media/image39.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9.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9.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9.png"/></Relationships>
</file>

<file path=ppt/slideLayouts/_rels/slideLayout116.xml.rels><?xml version='1.0' encoding='UTF-8' standalone='yes'?>
<Relationships xmlns="http://schemas.openxmlformats.org/package/2006/relationships"><Relationship Id="rId1" Type="http://schemas.openxmlformats.org/officeDocument/2006/relationships/tags" Target="../tags/tag39.xml"/><Relationship Id="rId2" Type="http://schemas.openxmlformats.org/officeDocument/2006/relationships/slideMaster" Target="../slideMasters/slideMaster3.xml"/><Relationship Id="rId3" Type="http://schemas.openxmlformats.org/officeDocument/2006/relationships/image" Target="../media/image3.jp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tags" Target="../tags/tag40.xml"/><Relationship Id="rId2" Type="http://schemas.openxmlformats.org/officeDocument/2006/relationships/slideMaster" Target="../slideMasters/slideMaster3.xml"/><Relationship Id="rId3" Type="http://schemas.openxmlformats.org/officeDocument/2006/relationships/image" Target="../media/image3.jp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tags" Target="../tags/tag41.xml"/><Relationship Id="rId2" Type="http://schemas.openxmlformats.org/officeDocument/2006/relationships/slideMaster" Target="../slideMasters/slideMaster3.xml"/><Relationship Id="rId3" Type="http://schemas.openxmlformats.org/officeDocument/2006/relationships/image" Target="../media/image3.jp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4F734-A91A-C33A-1EA7-7F001FC7518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2A67FCE-E51D-32C3-7342-06FF526D5362}"/>
              </a:ext>
            </a:extLst>
          </p:cNvPr>
          <p:cNvSpPr>
            <a:spLocks noGrp="1"/>
          </p:cNvSpPr>
          <p:nvPr>
            <p:ph type="dt" sz="half" idx="10"/>
          </p:nvPr>
        </p:nvSpPr>
        <p:spPr/>
        <p:txBody>
          <a:bodyPr/>
          <a:lstStyle/>
          <a:p>
            <a:fld id="{5BCAD085-E8A6-8845-BD4E-CB4CCA059FC4}" type="datetimeFigureOut">
              <a:rPr lang="en-US" smtClean="0"/>
              <a:t>4/9/2026</a:t>
            </a:fld>
            <a:endParaRPr lang="en-US"/>
          </a:p>
        </p:txBody>
      </p:sp>
      <p:sp>
        <p:nvSpPr>
          <p:cNvPr id="4" name="Footer Placeholder 3">
            <a:extLst>
              <a:ext uri="{FF2B5EF4-FFF2-40B4-BE49-F238E27FC236}">
                <a16:creationId xmlns:a16="http://schemas.microsoft.com/office/drawing/2014/main" id="{B19CFA93-221C-35DD-F28C-A1D5DB89AAB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C553F15-2C7B-EAEA-1631-FF57EB811E88}"/>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683537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D3905-41E9-F459-0517-E335373D65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C55B6D8-4F50-E466-1830-8945122476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F4A9499-7EE0-60F3-9B1F-9509568E5FB1}"/>
              </a:ext>
            </a:extLst>
          </p:cNvPr>
          <p:cNvSpPr>
            <a:spLocks noGrp="1"/>
          </p:cNvSpPr>
          <p:nvPr>
            <p:ph type="dt" sz="half" idx="10"/>
          </p:nvPr>
        </p:nvSpPr>
        <p:spPr/>
        <p:txBody>
          <a:bodyPr/>
          <a:lstStyle/>
          <a:p>
            <a:fld id="{254F65CC-ED5D-426F-8DAD-8AE05CE784C4}" type="datetimeFigureOut">
              <a:rPr lang="en-US" smtClean="0"/>
              <a:t>4/9/2026</a:t>
            </a:fld>
            <a:endParaRPr lang="en-US"/>
          </a:p>
        </p:txBody>
      </p:sp>
      <p:sp>
        <p:nvSpPr>
          <p:cNvPr id="5" name="Footer Placeholder 4">
            <a:extLst>
              <a:ext uri="{FF2B5EF4-FFF2-40B4-BE49-F238E27FC236}">
                <a16:creationId xmlns:a16="http://schemas.microsoft.com/office/drawing/2014/main" id="{44F479B0-397D-CD91-4F0F-8D9BF777AD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BA5CC7-16E7-5A15-F90E-A9CB7846DB86}"/>
              </a:ext>
            </a:extLst>
          </p:cNvPr>
          <p:cNvSpPr>
            <a:spLocks noGrp="1"/>
          </p:cNvSpPr>
          <p:nvPr>
            <p:ph type="sldNum" sz="quarter" idx="12"/>
          </p:nvPr>
        </p:nvSpPr>
        <p:spPr/>
        <p:txBody>
          <a:bodyPr/>
          <a:lstStyle/>
          <a:p>
            <a:fld id="{6F67BF3F-7888-4035-A167-8684EC2F54BD}" type="slidenum">
              <a:rPr lang="en-US" smtClean="0"/>
              <a:t>‹#›</a:t>
            </a:fld>
            <a:endParaRPr lang="en-US"/>
          </a:p>
        </p:txBody>
      </p:sp>
    </p:spTree>
    <p:extLst>
      <p:ext uri="{BB962C8B-B14F-4D97-AF65-F5344CB8AC3E}">
        <p14:creationId xmlns:p14="http://schemas.microsoft.com/office/powerpoint/2010/main" val="15540849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F6522-E90E-1466-F9F0-F97108AD67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F598748-F44F-0EB3-2860-196752A23F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F0A2AA-B305-B736-6437-45DC6E32DDCB}"/>
              </a:ext>
            </a:extLst>
          </p:cNvPr>
          <p:cNvSpPr>
            <a:spLocks noGrp="1"/>
          </p:cNvSpPr>
          <p:nvPr>
            <p:ph type="dt" sz="half" idx="10"/>
          </p:nvPr>
        </p:nvSpPr>
        <p:spPr/>
        <p:txBody>
          <a:bodyPr/>
          <a:lstStyle/>
          <a:p>
            <a:fld id="{254F65CC-ED5D-426F-8DAD-8AE05CE784C4}" type="datetimeFigureOut">
              <a:rPr lang="en-US" smtClean="0"/>
              <a:t>4/9/2026</a:t>
            </a:fld>
            <a:endParaRPr lang="en-US"/>
          </a:p>
        </p:txBody>
      </p:sp>
      <p:sp>
        <p:nvSpPr>
          <p:cNvPr id="5" name="Footer Placeholder 4">
            <a:extLst>
              <a:ext uri="{FF2B5EF4-FFF2-40B4-BE49-F238E27FC236}">
                <a16:creationId xmlns:a16="http://schemas.microsoft.com/office/drawing/2014/main" id="{78BCA5BE-4F4F-E5F4-5AB1-4D3097D92F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91D86B-0A63-E5DB-FCBD-C2AFAFFA1AEB}"/>
              </a:ext>
            </a:extLst>
          </p:cNvPr>
          <p:cNvSpPr>
            <a:spLocks noGrp="1"/>
          </p:cNvSpPr>
          <p:nvPr>
            <p:ph type="sldNum" sz="quarter" idx="12"/>
          </p:nvPr>
        </p:nvSpPr>
        <p:spPr/>
        <p:txBody>
          <a:bodyPr/>
          <a:lstStyle/>
          <a:p>
            <a:fld id="{6F67BF3F-7888-4035-A167-8684EC2F54BD}" type="slidenum">
              <a:rPr lang="en-US" smtClean="0"/>
              <a:t>‹#›</a:t>
            </a:fld>
            <a:endParaRPr lang="en-US"/>
          </a:p>
        </p:txBody>
      </p:sp>
    </p:spTree>
    <p:extLst>
      <p:ext uri="{BB962C8B-B14F-4D97-AF65-F5344CB8AC3E}">
        <p14:creationId xmlns:p14="http://schemas.microsoft.com/office/powerpoint/2010/main" val="13215749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BBA17-4AA6-0858-2D40-E8DEB321385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CE9500F-125E-6D71-DE6F-ABB8D1A6A1C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C6FC799-E1AD-D753-5F15-FDE588D2B3D5}"/>
              </a:ext>
            </a:extLst>
          </p:cNvPr>
          <p:cNvSpPr>
            <a:spLocks noGrp="1"/>
          </p:cNvSpPr>
          <p:nvPr>
            <p:ph type="dt" sz="half" idx="10"/>
          </p:nvPr>
        </p:nvSpPr>
        <p:spPr/>
        <p:txBody>
          <a:bodyPr/>
          <a:lstStyle/>
          <a:p>
            <a:fld id="{254F65CC-ED5D-426F-8DAD-8AE05CE784C4}" type="datetimeFigureOut">
              <a:rPr lang="en-US" smtClean="0"/>
              <a:t>4/9/2026</a:t>
            </a:fld>
            <a:endParaRPr lang="en-US"/>
          </a:p>
        </p:txBody>
      </p:sp>
      <p:sp>
        <p:nvSpPr>
          <p:cNvPr id="5" name="Footer Placeholder 4">
            <a:extLst>
              <a:ext uri="{FF2B5EF4-FFF2-40B4-BE49-F238E27FC236}">
                <a16:creationId xmlns:a16="http://schemas.microsoft.com/office/drawing/2014/main" id="{E42C55B4-1117-139A-1A4A-27342068B0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1125C8-4A22-FD20-2CA7-8C32C29E78AB}"/>
              </a:ext>
            </a:extLst>
          </p:cNvPr>
          <p:cNvSpPr>
            <a:spLocks noGrp="1"/>
          </p:cNvSpPr>
          <p:nvPr>
            <p:ph type="sldNum" sz="quarter" idx="12"/>
          </p:nvPr>
        </p:nvSpPr>
        <p:spPr/>
        <p:txBody>
          <a:bodyPr/>
          <a:lstStyle/>
          <a:p>
            <a:fld id="{6F67BF3F-7888-4035-A167-8684EC2F54BD}" type="slidenum">
              <a:rPr lang="en-US" smtClean="0"/>
              <a:t>‹#›</a:t>
            </a:fld>
            <a:endParaRPr lang="en-US"/>
          </a:p>
        </p:txBody>
      </p:sp>
    </p:spTree>
    <p:extLst>
      <p:ext uri="{BB962C8B-B14F-4D97-AF65-F5344CB8AC3E}">
        <p14:creationId xmlns:p14="http://schemas.microsoft.com/office/powerpoint/2010/main" val="23315601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9D403-F342-4046-6E06-A7EF041B86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DC184B-72B7-CC22-C02D-CD48DAE0A25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B114796-7F2D-B966-822F-B9E9995F88F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CF60508-0AD9-50F8-C87B-51E95CAE5527}"/>
              </a:ext>
            </a:extLst>
          </p:cNvPr>
          <p:cNvSpPr>
            <a:spLocks noGrp="1"/>
          </p:cNvSpPr>
          <p:nvPr>
            <p:ph type="dt" sz="half" idx="10"/>
          </p:nvPr>
        </p:nvSpPr>
        <p:spPr/>
        <p:txBody>
          <a:bodyPr/>
          <a:lstStyle/>
          <a:p>
            <a:fld id="{254F65CC-ED5D-426F-8DAD-8AE05CE784C4}" type="datetimeFigureOut">
              <a:rPr lang="en-US" smtClean="0"/>
              <a:t>4/9/2026</a:t>
            </a:fld>
            <a:endParaRPr lang="en-US"/>
          </a:p>
        </p:txBody>
      </p:sp>
      <p:sp>
        <p:nvSpPr>
          <p:cNvPr id="6" name="Footer Placeholder 5">
            <a:extLst>
              <a:ext uri="{FF2B5EF4-FFF2-40B4-BE49-F238E27FC236}">
                <a16:creationId xmlns:a16="http://schemas.microsoft.com/office/drawing/2014/main" id="{0CFF1F3A-7C22-A515-C91A-47F72E8668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E8CFB6-3276-8535-4B3D-4B3D56C78235}"/>
              </a:ext>
            </a:extLst>
          </p:cNvPr>
          <p:cNvSpPr>
            <a:spLocks noGrp="1"/>
          </p:cNvSpPr>
          <p:nvPr>
            <p:ph type="sldNum" sz="quarter" idx="12"/>
          </p:nvPr>
        </p:nvSpPr>
        <p:spPr/>
        <p:txBody>
          <a:bodyPr/>
          <a:lstStyle/>
          <a:p>
            <a:fld id="{6F67BF3F-7888-4035-A167-8684EC2F54BD}" type="slidenum">
              <a:rPr lang="en-US" smtClean="0"/>
              <a:t>‹#›</a:t>
            </a:fld>
            <a:endParaRPr lang="en-US"/>
          </a:p>
        </p:txBody>
      </p:sp>
    </p:spTree>
    <p:extLst>
      <p:ext uri="{BB962C8B-B14F-4D97-AF65-F5344CB8AC3E}">
        <p14:creationId xmlns:p14="http://schemas.microsoft.com/office/powerpoint/2010/main" val="10520257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42A23-66D5-070F-14D9-20E2E62DD31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E809240-A0D6-900B-E920-1C6D581FCC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546B623-BF0E-41AF-0610-EAE4A8D33DA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1F8F2D1-11DC-924B-FE08-A9E7BCAA62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A6541DB-E8CE-5E80-5BEF-05B5E475A07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1D03E68-954B-5BF8-E420-5E2820817569}"/>
              </a:ext>
            </a:extLst>
          </p:cNvPr>
          <p:cNvSpPr>
            <a:spLocks noGrp="1"/>
          </p:cNvSpPr>
          <p:nvPr>
            <p:ph type="dt" sz="half" idx="10"/>
          </p:nvPr>
        </p:nvSpPr>
        <p:spPr/>
        <p:txBody>
          <a:bodyPr/>
          <a:lstStyle/>
          <a:p>
            <a:fld id="{254F65CC-ED5D-426F-8DAD-8AE05CE784C4}" type="datetimeFigureOut">
              <a:rPr lang="en-US" smtClean="0"/>
              <a:t>4/9/2026</a:t>
            </a:fld>
            <a:endParaRPr lang="en-US"/>
          </a:p>
        </p:txBody>
      </p:sp>
      <p:sp>
        <p:nvSpPr>
          <p:cNvPr id="8" name="Footer Placeholder 7">
            <a:extLst>
              <a:ext uri="{FF2B5EF4-FFF2-40B4-BE49-F238E27FC236}">
                <a16:creationId xmlns:a16="http://schemas.microsoft.com/office/drawing/2014/main" id="{6504239F-B86B-9354-E26F-3612493633B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A8F0C9A-B2F7-6948-40D1-28F2835FAE19}"/>
              </a:ext>
            </a:extLst>
          </p:cNvPr>
          <p:cNvSpPr>
            <a:spLocks noGrp="1"/>
          </p:cNvSpPr>
          <p:nvPr>
            <p:ph type="sldNum" sz="quarter" idx="12"/>
          </p:nvPr>
        </p:nvSpPr>
        <p:spPr/>
        <p:txBody>
          <a:bodyPr/>
          <a:lstStyle/>
          <a:p>
            <a:fld id="{6F67BF3F-7888-4035-A167-8684EC2F54BD}" type="slidenum">
              <a:rPr lang="en-US" smtClean="0"/>
              <a:t>‹#›</a:t>
            </a:fld>
            <a:endParaRPr lang="en-US"/>
          </a:p>
        </p:txBody>
      </p:sp>
    </p:spTree>
    <p:extLst>
      <p:ext uri="{BB962C8B-B14F-4D97-AF65-F5344CB8AC3E}">
        <p14:creationId xmlns:p14="http://schemas.microsoft.com/office/powerpoint/2010/main" val="21502756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0F524-E131-1618-E804-A9101A5DFD5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A550E02-AF45-5D15-4F44-8E40F344464D}"/>
              </a:ext>
            </a:extLst>
          </p:cNvPr>
          <p:cNvSpPr>
            <a:spLocks noGrp="1"/>
          </p:cNvSpPr>
          <p:nvPr>
            <p:ph type="dt" sz="half" idx="10"/>
          </p:nvPr>
        </p:nvSpPr>
        <p:spPr/>
        <p:txBody>
          <a:bodyPr/>
          <a:lstStyle/>
          <a:p>
            <a:fld id="{254F65CC-ED5D-426F-8DAD-8AE05CE784C4}" type="datetimeFigureOut">
              <a:rPr lang="en-US" smtClean="0"/>
              <a:t>4/9/2026</a:t>
            </a:fld>
            <a:endParaRPr lang="en-US"/>
          </a:p>
        </p:txBody>
      </p:sp>
      <p:sp>
        <p:nvSpPr>
          <p:cNvPr id="4" name="Footer Placeholder 3">
            <a:extLst>
              <a:ext uri="{FF2B5EF4-FFF2-40B4-BE49-F238E27FC236}">
                <a16:creationId xmlns:a16="http://schemas.microsoft.com/office/drawing/2014/main" id="{1E26DB0C-DA79-7FB1-0A09-A21EED257C4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72CFA43-36C1-77D0-8A0A-D216998CBB5A}"/>
              </a:ext>
            </a:extLst>
          </p:cNvPr>
          <p:cNvSpPr>
            <a:spLocks noGrp="1"/>
          </p:cNvSpPr>
          <p:nvPr>
            <p:ph type="sldNum" sz="quarter" idx="12"/>
          </p:nvPr>
        </p:nvSpPr>
        <p:spPr/>
        <p:txBody>
          <a:bodyPr/>
          <a:lstStyle/>
          <a:p>
            <a:fld id="{6F67BF3F-7888-4035-A167-8684EC2F54BD}" type="slidenum">
              <a:rPr lang="en-US" smtClean="0"/>
              <a:t>‹#›</a:t>
            </a:fld>
            <a:endParaRPr lang="en-US"/>
          </a:p>
        </p:txBody>
      </p:sp>
    </p:spTree>
    <p:extLst>
      <p:ext uri="{BB962C8B-B14F-4D97-AF65-F5344CB8AC3E}">
        <p14:creationId xmlns:p14="http://schemas.microsoft.com/office/powerpoint/2010/main" val="13195963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607BFD-243C-D93C-C053-C546A8303EEA}"/>
              </a:ext>
            </a:extLst>
          </p:cNvPr>
          <p:cNvSpPr>
            <a:spLocks noGrp="1"/>
          </p:cNvSpPr>
          <p:nvPr>
            <p:ph type="dt" sz="half" idx="10"/>
          </p:nvPr>
        </p:nvSpPr>
        <p:spPr/>
        <p:txBody>
          <a:bodyPr/>
          <a:lstStyle/>
          <a:p>
            <a:fld id="{254F65CC-ED5D-426F-8DAD-8AE05CE784C4}" type="datetimeFigureOut">
              <a:rPr lang="en-US" smtClean="0"/>
              <a:t>4/9/2026</a:t>
            </a:fld>
            <a:endParaRPr lang="en-US"/>
          </a:p>
        </p:txBody>
      </p:sp>
      <p:sp>
        <p:nvSpPr>
          <p:cNvPr id="3" name="Footer Placeholder 2">
            <a:extLst>
              <a:ext uri="{FF2B5EF4-FFF2-40B4-BE49-F238E27FC236}">
                <a16:creationId xmlns:a16="http://schemas.microsoft.com/office/drawing/2014/main" id="{CEE6B1BC-76CD-D993-38CE-A8CC057894E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D33E433-3587-B711-7324-9562F6D78164}"/>
              </a:ext>
            </a:extLst>
          </p:cNvPr>
          <p:cNvSpPr>
            <a:spLocks noGrp="1"/>
          </p:cNvSpPr>
          <p:nvPr>
            <p:ph type="sldNum" sz="quarter" idx="12"/>
          </p:nvPr>
        </p:nvSpPr>
        <p:spPr/>
        <p:txBody>
          <a:bodyPr/>
          <a:lstStyle/>
          <a:p>
            <a:fld id="{6F67BF3F-7888-4035-A167-8684EC2F54BD}" type="slidenum">
              <a:rPr lang="en-US" smtClean="0"/>
              <a:t>‹#›</a:t>
            </a:fld>
            <a:endParaRPr lang="en-US"/>
          </a:p>
        </p:txBody>
      </p:sp>
    </p:spTree>
    <p:extLst>
      <p:ext uri="{BB962C8B-B14F-4D97-AF65-F5344CB8AC3E}">
        <p14:creationId xmlns:p14="http://schemas.microsoft.com/office/powerpoint/2010/main" val="22099701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48E30-6DA6-B990-84AB-2C38FDFBCB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F19451-EF2B-8418-C494-0E78B832CB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A733323-2699-6866-C748-FB9A83ACE3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FA4D48-7454-15A9-BD04-5042B0D68B04}"/>
              </a:ext>
            </a:extLst>
          </p:cNvPr>
          <p:cNvSpPr>
            <a:spLocks noGrp="1"/>
          </p:cNvSpPr>
          <p:nvPr>
            <p:ph type="dt" sz="half" idx="10"/>
          </p:nvPr>
        </p:nvSpPr>
        <p:spPr/>
        <p:txBody>
          <a:bodyPr/>
          <a:lstStyle/>
          <a:p>
            <a:fld id="{254F65CC-ED5D-426F-8DAD-8AE05CE784C4}" type="datetimeFigureOut">
              <a:rPr lang="en-US" smtClean="0"/>
              <a:t>4/9/2026</a:t>
            </a:fld>
            <a:endParaRPr lang="en-US"/>
          </a:p>
        </p:txBody>
      </p:sp>
      <p:sp>
        <p:nvSpPr>
          <p:cNvPr id="6" name="Footer Placeholder 5">
            <a:extLst>
              <a:ext uri="{FF2B5EF4-FFF2-40B4-BE49-F238E27FC236}">
                <a16:creationId xmlns:a16="http://schemas.microsoft.com/office/drawing/2014/main" id="{B0875061-1E90-8025-E5FB-64FFA271DA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097AB5-899C-780D-DE3B-9D2CD2536791}"/>
              </a:ext>
            </a:extLst>
          </p:cNvPr>
          <p:cNvSpPr>
            <a:spLocks noGrp="1"/>
          </p:cNvSpPr>
          <p:nvPr>
            <p:ph type="sldNum" sz="quarter" idx="12"/>
          </p:nvPr>
        </p:nvSpPr>
        <p:spPr/>
        <p:txBody>
          <a:bodyPr/>
          <a:lstStyle/>
          <a:p>
            <a:fld id="{6F67BF3F-7888-4035-A167-8684EC2F54BD}" type="slidenum">
              <a:rPr lang="en-US" smtClean="0"/>
              <a:t>‹#›</a:t>
            </a:fld>
            <a:endParaRPr lang="en-US"/>
          </a:p>
        </p:txBody>
      </p:sp>
    </p:spTree>
    <p:extLst>
      <p:ext uri="{BB962C8B-B14F-4D97-AF65-F5344CB8AC3E}">
        <p14:creationId xmlns:p14="http://schemas.microsoft.com/office/powerpoint/2010/main" val="29616831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9D79B-6CD4-9C2E-F1AF-ACB7CF46BA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F0C253F-C04D-3C38-3C56-7D1445640A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5638DB7-8352-1374-28F1-D9146484B6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74C38E-5991-B627-B7BC-A8C3D4A28D56}"/>
              </a:ext>
            </a:extLst>
          </p:cNvPr>
          <p:cNvSpPr>
            <a:spLocks noGrp="1"/>
          </p:cNvSpPr>
          <p:nvPr>
            <p:ph type="dt" sz="half" idx="10"/>
          </p:nvPr>
        </p:nvSpPr>
        <p:spPr/>
        <p:txBody>
          <a:bodyPr/>
          <a:lstStyle/>
          <a:p>
            <a:fld id="{254F65CC-ED5D-426F-8DAD-8AE05CE784C4}" type="datetimeFigureOut">
              <a:rPr lang="en-US" smtClean="0"/>
              <a:t>4/9/2026</a:t>
            </a:fld>
            <a:endParaRPr lang="en-US"/>
          </a:p>
        </p:txBody>
      </p:sp>
      <p:sp>
        <p:nvSpPr>
          <p:cNvPr id="6" name="Footer Placeholder 5">
            <a:extLst>
              <a:ext uri="{FF2B5EF4-FFF2-40B4-BE49-F238E27FC236}">
                <a16:creationId xmlns:a16="http://schemas.microsoft.com/office/drawing/2014/main" id="{D5774900-E139-78DE-AEB9-93B32F590F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609B6C-F66D-8793-C1F9-71A84DFBF958}"/>
              </a:ext>
            </a:extLst>
          </p:cNvPr>
          <p:cNvSpPr>
            <a:spLocks noGrp="1"/>
          </p:cNvSpPr>
          <p:nvPr>
            <p:ph type="sldNum" sz="quarter" idx="12"/>
          </p:nvPr>
        </p:nvSpPr>
        <p:spPr/>
        <p:txBody>
          <a:bodyPr/>
          <a:lstStyle/>
          <a:p>
            <a:fld id="{6F67BF3F-7888-4035-A167-8684EC2F54BD}" type="slidenum">
              <a:rPr lang="en-US" smtClean="0"/>
              <a:t>‹#›</a:t>
            </a:fld>
            <a:endParaRPr lang="en-US"/>
          </a:p>
        </p:txBody>
      </p:sp>
    </p:spTree>
    <p:extLst>
      <p:ext uri="{BB962C8B-B14F-4D97-AF65-F5344CB8AC3E}">
        <p14:creationId xmlns:p14="http://schemas.microsoft.com/office/powerpoint/2010/main" val="138726467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D33FC-787C-F4D6-7BA9-D605A772AE8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E9792C-B8F8-35F2-B95E-EE78A106159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CBB78E-F2E3-9383-720C-9B72EA569D4C}"/>
              </a:ext>
            </a:extLst>
          </p:cNvPr>
          <p:cNvSpPr>
            <a:spLocks noGrp="1"/>
          </p:cNvSpPr>
          <p:nvPr>
            <p:ph type="dt" sz="half" idx="10"/>
          </p:nvPr>
        </p:nvSpPr>
        <p:spPr/>
        <p:txBody>
          <a:bodyPr/>
          <a:lstStyle/>
          <a:p>
            <a:fld id="{254F65CC-ED5D-426F-8DAD-8AE05CE784C4}" type="datetimeFigureOut">
              <a:rPr lang="en-US" smtClean="0"/>
              <a:t>4/9/2026</a:t>
            </a:fld>
            <a:endParaRPr lang="en-US"/>
          </a:p>
        </p:txBody>
      </p:sp>
      <p:sp>
        <p:nvSpPr>
          <p:cNvPr id="5" name="Footer Placeholder 4">
            <a:extLst>
              <a:ext uri="{FF2B5EF4-FFF2-40B4-BE49-F238E27FC236}">
                <a16:creationId xmlns:a16="http://schemas.microsoft.com/office/drawing/2014/main" id="{89A4C51C-E241-667E-A4FD-F2B8DA917F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3DDCAB-6966-6B52-79C5-0B8FBCC536A5}"/>
              </a:ext>
            </a:extLst>
          </p:cNvPr>
          <p:cNvSpPr>
            <a:spLocks noGrp="1"/>
          </p:cNvSpPr>
          <p:nvPr>
            <p:ph type="sldNum" sz="quarter" idx="12"/>
          </p:nvPr>
        </p:nvSpPr>
        <p:spPr/>
        <p:txBody>
          <a:bodyPr/>
          <a:lstStyle/>
          <a:p>
            <a:fld id="{6F67BF3F-7888-4035-A167-8684EC2F54BD}" type="slidenum">
              <a:rPr lang="en-US" smtClean="0"/>
              <a:t>‹#›</a:t>
            </a:fld>
            <a:endParaRPr lang="en-US"/>
          </a:p>
        </p:txBody>
      </p:sp>
    </p:spTree>
    <p:extLst>
      <p:ext uri="{BB962C8B-B14F-4D97-AF65-F5344CB8AC3E}">
        <p14:creationId xmlns:p14="http://schemas.microsoft.com/office/powerpoint/2010/main" val="26551345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9BF7EE3-C798-4F14-4E3A-B2D6C007898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2007FF9-37C0-7CB0-8466-BBC9B08CF7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58F1F1-4F25-E70B-7989-47EBF2BBB55A}"/>
              </a:ext>
            </a:extLst>
          </p:cNvPr>
          <p:cNvSpPr>
            <a:spLocks noGrp="1"/>
          </p:cNvSpPr>
          <p:nvPr>
            <p:ph type="dt" sz="half" idx="10"/>
          </p:nvPr>
        </p:nvSpPr>
        <p:spPr/>
        <p:txBody>
          <a:bodyPr/>
          <a:lstStyle/>
          <a:p>
            <a:fld id="{254F65CC-ED5D-426F-8DAD-8AE05CE784C4}" type="datetimeFigureOut">
              <a:rPr lang="en-US" smtClean="0"/>
              <a:t>4/9/2026</a:t>
            </a:fld>
            <a:endParaRPr lang="en-US"/>
          </a:p>
        </p:txBody>
      </p:sp>
      <p:sp>
        <p:nvSpPr>
          <p:cNvPr id="5" name="Footer Placeholder 4">
            <a:extLst>
              <a:ext uri="{FF2B5EF4-FFF2-40B4-BE49-F238E27FC236}">
                <a16:creationId xmlns:a16="http://schemas.microsoft.com/office/drawing/2014/main" id="{1CC3C8F3-33AF-6359-FA73-621D352E5E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B96BEF-5F63-4D47-31C8-F2434B42075D}"/>
              </a:ext>
            </a:extLst>
          </p:cNvPr>
          <p:cNvSpPr>
            <a:spLocks noGrp="1"/>
          </p:cNvSpPr>
          <p:nvPr>
            <p:ph type="sldNum" sz="quarter" idx="12"/>
          </p:nvPr>
        </p:nvSpPr>
        <p:spPr/>
        <p:txBody>
          <a:bodyPr/>
          <a:lstStyle/>
          <a:p>
            <a:fld id="{6F67BF3F-7888-4035-A167-8684EC2F54BD}" type="slidenum">
              <a:rPr lang="en-US" smtClean="0"/>
              <a:t>‹#›</a:t>
            </a:fld>
            <a:endParaRPr lang="en-US"/>
          </a:p>
        </p:txBody>
      </p:sp>
    </p:spTree>
    <p:extLst>
      <p:ext uri="{BB962C8B-B14F-4D97-AF65-F5344CB8AC3E}">
        <p14:creationId xmlns:p14="http://schemas.microsoft.com/office/powerpoint/2010/main" val="37988987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2024 Title Slide">
    <p:bg>
      <p:bgRef idx="1001">
        <a:schemeClr val="bg1"/>
      </p:bgRef>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3FFB20E6-1801-EA7B-3262-3A03BABC6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7" name="Do not remove" hidden="1">
            <a:extLst>
              <a:ext uri="{FF2B5EF4-FFF2-40B4-BE49-F238E27FC236}">
                <a16:creationId xmlns:a16="http://schemas.microsoft.com/office/drawing/2014/main" id="{A48235AD-CFDA-EBBA-4A7A-ACE6CD00BA7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92043"/>
            <a:ext cx="6400801" cy="962877"/>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dirty="0"/>
              <a:t>First Name Last Name, </a:t>
            </a:r>
            <a:r>
              <a:rPr lang="en-US" dirty="0"/>
              <a:t>18</a:t>
            </a:r>
            <a:r>
              <a:rPr dirty="0"/>
              <a:t> pt</a:t>
            </a:r>
            <a:br>
              <a:rPr dirty="0"/>
            </a:br>
            <a:r>
              <a:rPr dirty="0"/>
              <a:t>Title, </a:t>
            </a:r>
            <a:r>
              <a:rPr lang="en-US" dirty="0"/>
              <a:t>18</a:t>
            </a:r>
            <a:r>
              <a:rPr dirty="0"/>
              <a:t> pt</a:t>
            </a:r>
          </a:p>
        </p:txBody>
      </p:sp>
      <p:sp>
        <p:nvSpPr>
          <p:cNvPr id="4" name="Date Placeholder 3"/>
          <p:cNvSpPr>
            <a:spLocks noGrp="1"/>
          </p:cNvSpPr>
          <p:nvPr>
            <p:ph type="dt" sz="half" idx="10"/>
          </p:nvPr>
        </p:nvSpPr>
        <p:spPr>
          <a:xfrm>
            <a:off x="4117294" y="4949985"/>
            <a:ext cx="6400801" cy="627165"/>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grpSp>
        <p:nvGrpSpPr>
          <p:cNvPr id="115" name="logo">
            <a:extLst>
              <a:ext uri="{FF2B5EF4-FFF2-40B4-BE49-F238E27FC236}">
                <a16:creationId xmlns:a16="http://schemas.microsoft.com/office/drawing/2014/main" id="{55D2F832-FA6A-7C76-0B2A-C4492B33EC0C}"/>
              </a:ext>
            </a:extLst>
          </p:cNvPr>
          <p:cNvGrpSpPr/>
          <p:nvPr/>
        </p:nvGrpSpPr>
        <p:grpSpPr>
          <a:xfrm>
            <a:off x="10399166" y="288515"/>
            <a:ext cx="1304318" cy="654046"/>
            <a:chOff x="0" y="0"/>
            <a:chExt cx="1304317" cy="654044"/>
          </a:xfrm>
        </p:grpSpPr>
        <p:sp>
          <p:nvSpPr>
            <p:cNvPr id="116" name="Rectangle 14">
              <a:extLst>
                <a:ext uri="{FF2B5EF4-FFF2-40B4-BE49-F238E27FC236}">
                  <a16:creationId xmlns:a16="http://schemas.microsoft.com/office/drawing/2014/main" id="{AAF1E21A-BDB7-A6BA-EEA2-8CC11FECE301}"/>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7" name="Freeform 12">
              <a:extLst>
                <a:ext uri="{FF2B5EF4-FFF2-40B4-BE49-F238E27FC236}">
                  <a16:creationId xmlns:a16="http://schemas.microsoft.com/office/drawing/2014/main" id="{3C757071-CB50-8536-8F9C-C477CA9C2237}"/>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8" name="Freeform 13">
              <a:extLst>
                <a:ext uri="{FF2B5EF4-FFF2-40B4-BE49-F238E27FC236}">
                  <a16:creationId xmlns:a16="http://schemas.microsoft.com/office/drawing/2014/main" id="{25116AB8-4634-B97E-99F3-A3493DE869F4}"/>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9" name="Rectangle 18">
              <a:extLst>
                <a:ext uri="{FF2B5EF4-FFF2-40B4-BE49-F238E27FC236}">
                  <a16:creationId xmlns:a16="http://schemas.microsoft.com/office/drawing/2014/main" id="{4C155CD4-4E24-3804-D6CC-517FCA1CD241}"/>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0" name="Freeform 15">
              <a:extLst>
                <a:ext uri="{FF2B5EF4-FFF2-40B4-BE49-F238E27FC236}">
                  <a16:creationId xmlns:a16="http://schemas.microsoft.com/office/drawing/2014/main" id="{5AC86E5A-F59E-3F3B-E4DD-15CB2A518A62}"/>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1" name="Freeform 16">
              <a:extLst>
                <a:ext uri="{FF2B5EF4-FFF2-40B4-BE49-F238E27FC236}">
                  <a16:creationId xmlns:a16="http://schemas.microsoft.com/office/drawing/2014/main" id="{A68CCF4D-64C2-28A2-9BC1-14EC8BBC29D2}"/>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2" name="Freeform 17">
              <a:extLst>
                <a:ext uri="{FF2B5EF4-FFF2-40B4-BE49-F238E27FC236}">
                  <a16:creationId xmlns:a16="http://schemas.microsoft.com/office/drawing/2014/main" id="{9F35EB9A-D5A3-9273-4436-FCD61601CC16}"/>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cxnSp>
        <p:nvCxnSpPr>
          <p:cNvPr id="10" name="Straight Connector 9">
            <a:extLst>
              <a:ext uri="{FF2B5EF4-FFF2-40B4-BE49-F238E27FC236}">
                <a16:creationId xmlns:a16="http://schemas.microsoft.com/office/drawing/2014/main" id="{8970865B-C255-44BC-EBDA-4A7687E73916}"/>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5" name="Picture 4" descr="A close up of a wall&#10;&#10;Description automatically generated">
            <a:extLst>
              <a:ext uri="{FF2B5EF4-FFF2-40B4-BE49-F238E27FC236}">
                <a16:creationId xmlns:a16="http://schemas.microsoft.com/office/drawing/2014/main" id="{E7161C65-FB93-92A7-CE48-C5277ED668A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4913" y="0"/>
            <a:ext cx="2146300" cy="6858000"/>
          </a:xfrm>
          <a:prstGeom prst="rect">
            <a:avLst/>
          </a:prstGeom>
        </p:spPr>
      </p:pic>
    </p:spTree>
    <p:extLst>
      <p:ext uri="{BB962C8B-B14F-4D97-AF65-F5344CB8AC3E}">
        <p14:creationId xmlns:p14="http://schemas.microsoft.com/office/powerpoint/2010/main" val="3430038139"/>
      </p:ext>
    </p:extLst>
  </p:cSld>
  <p:clrMapOvr>
    <a:overrideClrMapping bg1="dk1" tx1="lt1" bg2="dk2" tx2="lt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Titles and Dividers">
    <p:bg>
      <p:bgRef idx="1001">
        <a:schemeClr val="bg1"/>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34D9152-4A2F-4ACE-9A46-E4916C90D64F}"/>
              </a:ext>
            </a:extLst>
          </p:cNvPr>
          <p:cNvSpPr txBox="1"/>
          <p:nvPr/>
        </p:nvSpPr>
        <p:spPr>
          <a:xfrm>
            <a:off x="609600" y="2773436"/>
            <a:ext cx="10972800" cy="1311128"/>
          </a:xfrm>
          <a:prstGeom prst="rect">
            <a:avLst/>
          </a:prstGeom>
          <a:noFill/>
        </p:spPr>
        <p:txBody>
          <a:bodyPr wrap="square" rtlCol="0">
            <a:spAutoFit/>
          </a:bodyPr>
          <a:lstStyle/>
          <a:p>
            <a:pPr algn="ctr">
              <a:lnSpc>
                <a:spcPct val="90000"/>
              </a:lnSpc>
            </a:pPr>
            <a:r>
              <a:rPr sz="8800">
                <a:solidFill>
                  <a:srgbClr val="FFFFFF"/>
                </a:solidFill>
              </a:rPr>
              <a:t>Titles and Dividers</a:t>
            </a:r>
          </a:p>
        </p:txBody>
      </p:sp>
    </p:spTree>
    <p:extLst>
      <p:ext uri="{BB962C8B-B14F-4D97-AF65-F5344CB8AC3E}">
        <p14:creationId xmlns:p14="http://schemas.microsoft.com/office/powerpoint/2010/main" val="3534369427"/>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itle" preserve="1">
  <p:cSld name="2024 Title Slide 2">
    <p:bg>
      <p:bgRef idx="1001">
        <a:schemeClr val="bg1"/>
      </p:bgRef>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3FFB20E6-1801-EA7B-3262-3A03BABC6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7" name="Do not remove" hidden="1">
            <a:extLst>
              <a:ext uri="{FF2B5EF4-FFF2-40B4-BE49-F238E27FC236}">
                <a16:creationId xmlns:a16="http://schemas.microsoft.com/office/drawing/2014/main" id="{A48235AD-CFDA-EBBA-4A7A-ACE6CD00BA7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92043"/>
            <a:ext cx="6400801" cy="962877"/>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49985"/>
            <a:ext cx="6400801" cy="627165"/>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grpSp>
        <p:nvGrpSpPr>
          <p:cNvPr id="115" name="logo">
            <a:extLst>
              <a:ext uri="{FF2B5EF4-FFF2-40B4-BE49-F238E27FC236}">
                <a16:creationId xmlns:a16="http://schemas.microsoft.com/office/drawing/2014/main" id="{55D2F832-FA6A-7C76-0B2A-C4492B33EC0C}"/>
              </a:ext>
            </a:extLst>
          </p:cNvPr>
          <p:cNvGrpSpPr/>
          <p:nvPr/>
        </p:nvGrpSpPr>
        <p:grpSpPr>
          <a:xfrm>
            <a:off x="10399166" y="288515"/>
            <a:ext cx="1304318" cy="654046"/>
            <a:chOff x="0" y="0"/>
            <a:chExt cx="1304317" cy="654044"/>
          </a:xfrm>
        </p:grpSpPr>
        <p:sp>
          <p:nvSpPr>
            <p:cNvPr id="116" name="Rectangle 14">
              <a:extLst>
                <a:ext uri="{FF2B5EF4-FFF2-40B4-BE49-F238E27FC236}">
                  <a16:creationId xmlns:a16="http://schemas.microsoft.com/office/drawing/2014/main" id="{AAF1E21A-BDB7-A6BA-EEA2-8CC11FECE301}"/>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7" name="Freeform 12">
              <a:extLst>
                <a:ext uri="{FF2B5EF4-FFF2-40B4-BE49-F238E27FC236}">
                  <a16:creationId xmlns:a16="http://schemas.microsoft.com/office/drawing/2014/main" id="{3C757071-CB50-8536-8F9C-C477CA9C2237}"/>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8" name="Freeform 13">
              <a:extLst>
                <a:ext uri="{FF2B5EF4-FFF2-40B4-BE49-F238E27FC236}">
                  <a16:creationId xmlns:a16="http://schemas.microsoft.com/office/drawing/2014/main" id="{25116AB8-4634-B97E-99F3-A3493DE869F4}"/>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9" name="Rectangle 18">
              <a:extLst>
                <a:ext uri="{FF2B5EF4-FFF2-40B4-BE49-F238E27FC236}">
                  <a16:creationId xmlns:a16="http://schemas.microsoft.com/office/drawing/2014/main" id="{4C155CD4-4E24-3804-D6CC-517FCA1CD241}"/>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0" name="Freeform 15">
              <a:extLst>
                <a:ext uri="{FF2B5EF4-FFF2-40B4-BE49-F238E27FC236}">
                  <a16:creationId xmlns:a16="http://schemas.microsoft.com/office/drawing/2014/main" id="{5AC86E5A-F59E-3F3B-E4DD-15CB2A518A62}"/>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1" name="Freeform 16">
              <a:extLst>
                <a:ext uri="{FF2B5EF4-FFF2-40B4-BE49-F238E27FC236}">
                  <a16:creationId xmlns:a16="http://schemas.microsoft.com/office/drawing/2014/main" id="{A68CCF4D-64C2-28A2-9BC1-14EC8BBC29D2}"/>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2" name="Freeform 17">
              <a:extLst>
                <a:ext uri="{FF2B5EF4-FFF2-40B4-BE49-F238E27FC236}">
                  <a16:creationId xmlns:a16="http://schemas.microsoft.com/office/drawing/2014/main" id="{9F35EB9A-D5A3-9273-4436-FCD61601CC16}"/>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cxnSp>
        <p:nvCxnSpPr>
          <p:cNvPr id="10" name="Straight Connector 9">
            <a:extLst>
              <a:ext uri="{FF2B5EF4-FFF2-40B4-BE49-F238E27FC236}">
                <a16:creationId xmlns:a16="http://schemas.microsoft.com/office/drawing/2014/main" id="{8970865B-C255-44BC-EBDA-4A7687E73916}"/>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5" name="Picture 4" descr="A blurry image of a person in a room&#10;&#10;Description automatically generated">
            <a:extLst>
              <a:ext uri="{FF2B5EF4-FFF2-40B4-BE49-F238E27FC236}">
                <a16:creationId xmlns:a16="http://schemas.microsoft.com/office/drawing/2014/main" id="{1AF91A65-484D-2830-164C-981C185123E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4913" y="0"/>
            <a:ext cx="2146300" cy="6858000"/>
          </a:xfrm>
          <a:prstGeom prst="rect">
            <a:avLst/>
          </a:prstGeom>
        </p:spPr>
      </p:pic>
    </p:spTree>
    <p:extLst>
      <p:ext uri="{BB962C8B-B14F-4D97-AF65-F5344CB8AC3E}">
        <p14:creationId xmlns:p14="http://schemas.microsoft.com/office/powerpoint/2010/main" val="3926345241"/>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itle" preserve="1">
  <p:cSld name="2024 Title Slide 3">
    <p:bg>
      <p:bgRef idx="1001">
        <a:schemeClr val="bg1"/>
      </p:bgRef>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3FFB20E6-1801-EA7B-3262-3A03BABC6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7" name="Do not remove" hidden="1">
            <a:extLst>
              <a:ext uri="{FF2B5EF4-FFF2-40B4-BE49-F238E27FC236}">
                <a16:creationId xmlns:a16="http://schemas.microsoft.com/office/drawing/2014/main" id="{A48235AD-CFDA-EBBA-4A7A-ACE6CD00BA7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92043"/>
            <a:ext cx="6400801" cy="962877"/>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49985"/>
            <a:ext cx="6400801" cy="627165"/>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grpSp>
        <p:nvGrpSpPr>
          <p:cNvPr id="115" name="logo">
            <a:extLst>
              <a:ext uri="{FF2B5EF4-FFF2-40B4-BE49-F238E27FC236}">
                <a16:creationId xmlns:a16="http://schemas.microsoft.com/office/drawing/2014/main" id="{55D2F832-FA6A-7C76-0B2A-C4492B33EC0C}"/>
              </a:ext>
            </a:extLst>
          </p:cNvPr>
          <p:cNvGrpSpPr/>
          <p:nvPr/>
        </p:nvGrpSpPr>
        <p:grpSpPr>
          <a:xfrm>
            <a:off x="10399166" y="288515"/>
            <a:ext cx="1304318" cy="654046"/>
            <a:chOff x="0" y="0"/>
            <a:chExt cx="1304317" cy="654044"/>
          </a:xfrm>
        </p:grpSpPr>
        <p:sp>
          <p:nvSpPr>
            <p:cNvPr id="116" name="Rectangle 14">
              <a:extLst>
                <a:ext uri="{FF2B5EF4-FFF2-40B4-BE49-F238E27FC236}">
                  <a16:creationId xmlns:a16="http://schemas.microsoft.com/office/drawing/2014/main" id="{AAF1E21A-BDB7-A6BA-EEA2-8CC11FECE301}"/>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7" name="Freeform 12">
              <a:extLst>
                <a:ext uri="{FF2B5EF4-FFF2-40B4-BE49-F238E27FC236}">
                  <a16:creationId xmlns:a16="http://schemas.microsoft.com/office/drawing/2014/main" id="{3C757071-CB50-8536-8F9C-C477CA9C2237}"/>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8" name="Freeform 13">
              <a:extLst>
                <a:ext uri="{FF2B5EF4-FFF2-40B4-BE49-F238E27FC236}">
                  <a16:creationId xmlns:a16="http://schemas.microsoft.com/office/drawing/2014/main" id="{25116AB8-4634-B97E-99F3-A3493DE869F4}"/>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9" name="Rectangle 18">
              <a:extLst>
                <a:ext uri="{FF2B5EF4-FFF2-40B4-BE49-F238E27FC236}">
                  <a16:creationId xmlns:a16="http://schemas.microsoft.com/office/drawing/2014/main" id="{4C155CD4-4E24-3804-D6CC-517FCA1CD241}"/>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0" name="Freeform 15">
              <a:extLst>
                <a:ext uri="{FF2B5EF4-FFF2-40B4-BE49-F238E27FC236}">
                  <a16:creationId xmlns:a16="http://schemas.microsoft.com/office/drawing/2014/main" id="{5AC86E5A-F59E-3F3B-E4DD-15CB2A518A62}"/>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1" name="Freeform 16">
              <a:extLst>
                <a:ext uri="{FF2B5EF4-FFF2-40B4-BE49-F238E27FC236}">
                  <a16:creationId xmlns:a16="http://schemas.microsoft.com/office/drawing/2014/main" id="{A68CCF4D-64C2-28A2-9BC1-14EC8BBC29D2}"/>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2" name="Freeform 17">
              <a:extLst>
                <a:ext uri="{FF2B5EF4-FFF2-40B4-BE49-F238E27FC236}">
                  <a16:creationId xmlns:a16="http://schemas.microsoft.com/office/drawing/2014/main" id="{9F35EB9A-D5A3-9273-4436-FCD61601CC16}"/>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cxnSp>
        <p:nvCxnSpPr>
          <p:cNvPr id="10" name="Straight Connector 9">
            <a:extLst>
              <a:ext uri="{FF2B5EF4-FFF2-40B4-BE49-F238E27FC236}">
                <a16:creationId xmlns:a16="http://schemas.microsoft.com/office/drawing/2014/main" id="{8970865B-C255-44BC-EBDA-4A7687E73916}"/>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5" name="Picture 4" descr="A window blinds with a city in the background&#10;&#10;Description automatically generated">
            <a:extLst>
              <a:ext uri="{FF2B5EF4-FFF2-40B4-BE49-F238E27FC236}">
                <a16:creationId xmlns:a16="http://schemas.microsoft.com/office/drawing/2014/main" id="{E517BE45-2181-26E5-7A03-363DC7B336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4913" y="0"/>
            <a:ext cx="2146300" cy="6858000"/>
          </a:xfrm>
          <a:prstGeom prst="rect">
            <a:avLst/>
          </a:prstGeom>
        </p:spPr>
      </p:pic>
    </p:spTree>
    <p:extLst>
      <p:ext uri="{BB962C8B-B14F-4D97-AF65-F5344CB8AC3E}">
        <p14:creationId xmlns:p14="http://schemas.microsoft.com/office/powerpoint/2010/main" val="2612741537"/>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 preserve="1">
  <p:cSld name="2024 Title Slide 4">
    <p:bg>
      <p:bgRef idx="1001">
        <a:schemeClr val="bg1"/>
      </p:bgRef>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3FFB20E6-1801-EA7B-3262-3A03BABC6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7" name="Do not remove" hidden="1">
            <a:extLst>
              <a:ext uri="{FF2B5EF4-FFF2-40B4-BE49-F238E27FC236}">
                <a16:creationId xmlns:a16="http://schemas.microsoft.com/office/drawing/2014/main" id="{A48235AD-CFDA-EBBA-4A7A-ACE6CD00BA7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92043"/>
            <a:ext cx="6400801" cy="962877"/>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49985"/>
            <a:ext cx="6400801" cy="627165"/>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grpSp>
        <p:nvGrpSpPr>
          <p:cNvPr id="115" name="logo">
            <a:extLst>
              <a:ext uri="{FF2B5EF4-FFF2-40B4-BE49-F238E27FC236}">
                <a16:creationId xmlns:a16="http://schemas.microsoft.com/office/drawing/2014/main" id="{55D2F832-FA6A-7C76-0B2A-C4492B33EC0C}"/>
              </a:ext>
            </a:extLst>
          </p:cNvPr>
          <p:cNvGrpSpPr/>
          <p:nvPr/>
        </p:nvGrpSpPr>
        <p:grpSpPr>
          <a:xfrm>
            <a:off x="10399166" y="288515"/>
            <a:ext cx="1304318" cy="654046"/>
            <a:chOff x="0" y="0"/>
            <a:chExt cx="1304317" cy="654044"/>
          </a:xfrm>
        </p:grpSpPr>
        <p:sp>
          <p:nvSpPr>
            <p:cNvPr id="116" name="Rectangle 14">
              <a:extLst>
                <a:ext uri="{FF2B5EF4-FFF2-40B4-BE49-F238E27FC236}">
                  <a16:creationId xmlns:a16="http://schemas.microsoft.com/office/drawing/2014/main" id="{AAF1E21A-BDB7-A6BA-EEA2-8CC11FECE301}"/>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7" name="Freeform 12">
              <a:extLst>
                <a:ext uri="{FF2B5EF4-FFF2-40B4-BE49-F238E27FC236}">
                  <a16:creationId xmlns:a16="http://schemas.microsoft.com/office/drawing/2014/main" id="{3C757071-CB50-8536-8F9C-C477CA9C2237}"/>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8" name="Freeform 13">
              <a:extLst>
                <a:ext uri="{FF2B5EF4-FFF2-40B4-BE49-F238E27FC236}">
                  <a16:creationId xmlns:a16="http://schemas.microsoft.com/office/drawing/2014/main" id="{25116AB8-4634-B97E-99F3-A3493DE869F4}"/>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9" name="Rectangle 18">
              <a:extLst>
                <a:ext uri="{FF2B5EF4-FFF2-40B4-BE49-F238E27FC236}">
                  <a16:creationId xmlns:a16="http://schemas.microsoft.com/office/drawing/2014/main" id="{4C155CD4-4E24-3804-D6CC-517FCA1CD241}"/>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0" name="Freeform 15">
              <a:extLst>
                <a:ext uri="{FF2B5EF4-FFF2-40B4-BE49-F238E27FC236}">
                  <a16:creationId xmlns:a16="http://schemas.microsoft.com/office/drawing/2014/main" id="{5AC86E5A-F59E-3F3B-E4DD-15CB2A518A62}"/>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1" name="Freeform 16">
              <a:extLst>
                <a:ext uri="{FF2B5EF4-FFF2-40B4-BE49-F238E27FC236}">
                  <a16:creationId xmlns:a16="http://schemas.microsoft.com/office/drawing/2014/main" id="{A68CCF4D-64C2-28A2-9BC1-14EC8BBC29D2}"/>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2" name="Freeform 17">
              <a:extLst>
                <a:ext uri="{FF2B5EF4-FFF2-40B4-BE49-F238E27FC236}">
                  <a16:creationId xmlns:a16="http://schemas.microsoft.com/office/drawing/2014/main" id="{9F35EB9A-D5A3-9273-4436-FCD61601CC16}"/>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cxnSp>
        <p:nvCxnSpPr>
          <p:cNvPr id="10" name="Straight Connector 9">
            <a:extLst>
              <a:ext uri="{FF2B5EF4-FFF2-40B4-BE49-F238E27FC236}">
                <a16:creationId xmlns:a16="http://schemas.microsoft.com/office/drawing/2014/main" id="{8970865B-C255-44BC-EBDA-4A7687E73916}"/>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5" name="Picture 4" descr="A close up of a curtain&#10;&#10;Description automatically generated">
            <a:extLst>
              <a:ext uri="{FF2B5EF4-FFF2-40B4-BE49-F238E27FC236}">
                <a16:creationId xmlns:a16="http://schemas.microsoft.com/office/drawing/2014/main" id="{41DDB872-97AE-365D-C25D-6BF78EF0A41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4913" y="0"/>
            <a:ext cx="2146300" cy="6858000"/>
          </a:xfrm>
          <a:prstGeom prst="rect">
            <a:avLst/>
          </a:prstGeom>
        </p:spPr>
      </p:pic>
    </p:spTree>
    <p:extLst>
      <p:ext uri="{BB962C8B-B14F-4D97-AF65-F5344CB8AC3E}">
        <p14:creationId xmlns:p14="http://schemas.microsoft.com/office/powerpoint/2010/main" val="1232993698"/>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itle" preserve="1">
  <p:cSld name="2024 Title Slide 5">
    <p:bg>
      <p:bgRef idx="1001">
        <a:schemeClr val="bg1"/>
      </p:bgRef>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3FFB20E6-1801-EA7B-3262-3A03BABC6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7" name="Do not remove" hidden="1">
            <a:extLst>
              <a:ext uri="{FF2B5EF4-FFF2-40B4-BE49-F238E27FC236}">
                <a16:creationId xmlns:a16="http://schemas.microsoft.com/office/drawing/2014/main" id="{A48235AD-CFDA-EBBA-4A7A-ACE6CD00BA7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92043"/>
            <a:ext cx="6400801" cy="962877"/>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49985"/>
            <a:ext cx="6400801" cy="627165"/>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grpSp>
        <p:nvGrpSpPr>
          <p:cNvPr id="115" name="logo">
            <a:extLst>
              <a:ext uri="{FF2B5EF4-FFF2-40B4-BE49-F238E27FC236}">
                <a16:creationId xmlns:a16="http://schemas.microsoft.com/office/drawing/2014/main" id="{55D2F832-FA6A-7C76-0B2A-C4492B33EC0C}"/>
              </a:ext>
            </a:extLst>
          </p:cNvPr>
          <p:cNvGrpSpPr/>
          <p:nvPr/>
        </p:nvGrpSpPr>
        <p:grpSpPr>
          <a:xfrm>
            <a:off x="10399166" y="288515"/>
            <a:ext cx="1304318" cy="654046"/>
            <a:chOff x="0" y="0"/>
            <a:chExt cx="1304317" cy="654044"/>
          </a:xfrm>
        </p:grpSpPr>
        <p:sp>
          <p:nvSpPr>
            <p:cNvPr id="116" name="Rectangle 14">
              <a:extLst>
                <a:ext uri="{FF2B5EF4-FFF2-40B4-BE49-F238E27FC236}">
                  <a16:creationId xmlns:a16="http://schemas.microsoft.com/office/drawing/2014/main" id="{AAF1E21A-BDB7-A6BA-EEA2-8CC11FECE301}"/>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7" name="Freeform 12">
              <a:extLst>
                <a:ext uri="{FF2B5EF4-FFF2-40B4-BE49-F238E27FC236}">
                  <a16:creationId xmlns:a16="http://schemas.microsoft.com/office/drawing/2014/main" id="{3C757071-CB50-8536-8F9C-C477CA9C2237}"/>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8" name="Freeform 13">
              <a:extLst>
                <a:ext uri="{FF2B5EF4-FFF2-40B4-BE49-F238E27FC236}">
                  <a16:creationId xmlns:a16="http://schemas.microsoft.com/office/drawing/2014/main" id="{25116AB8-4634-B97E-99F3-A3493DE869F4}"/>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9" name="Rectangle 18">
              <a:extLst>
                <a:ext uri="{FF2B5EF4-FFF2-40B4-BE49-F238E27FC236}">
                  <a16:creationId xmlns:a16="http://schemas.microsoft.com/office/drawing/2014/main" id="{4C155CD4-4E24-3804-D6CC-517FCA1CD241}"/>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0" name="Freeform 15">
              <a:extLst>
                <a:ext uri="{FF2B5EF4-FFF2-40B4-BE49-F238E27FC236}">
                  <a16:creationId xmlns:a16="http://schemas.microsoft.com/office/drawing/2014/main" id="{5AC86E5A-F59E-3F3B-E4DD-15CB2A518A62}"/>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1" name="Freeform 16">
              <a:extLst>
                <a:ext uri="{FF2B5EF4-FFF2-40B4-BE49-F238E27FC236}">
                  <a16:creationId xmlns:a16="http://schemas.microsoft.com/office/drawing/2014/main" id="{A68CCF4D-64C2-28A2-9BC1-14EC8BBC29D2}"/>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2" name="Freeform 17">
              <a:extLst>
                <a:ext uri="{FF2B5EF4-FFF2-40B4-BE49-F238E27FC236}">
                  <a16:creationId xmlns:a16="http://schemas.microsoft.com/office/drawing/2014/main" id="{9F35EB9A-D5A3-9273-4436-FCD61601CC16}"/>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cxnSp>
        <p:nvCxnSpPr>
          <p:cNvPr id="10" name="Straight Connector 9">
            <a:extLst>
              <a:ext uri="{FF2B5EF4-FFF2-40B4-BE49-F238E27FC236}">
                <a16:creationId xmlns:a16="http://schemas.microsoft.com/office/drawing/2014/main" id="{8970865B-C255-44BC-EBDA-4A7687E73916}"/>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5" name="Picture 4" descr="A close up of a blueprint&#10;&#10;Description automatically generated">
            <a:extLst>
              <a:ext uri="{FF2B5EF4-FFF2-40B4-BE49-F238E27FC236}">
                <a16:creationId xmlns:a16="http://schemas.microsoft.com/office/drawing/2014/main" id="{CC1A7E86-5882-49C3-E6E2-23C68F1B24A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4912" y="-1"/>
            <a:ext cx="2147887" cy="6863071"/>
          </a:xfrm>
          <a:prstGeom prst="rect">
            <a:avLst/>
          </a:prstGeom>
        </p:spPr>
      </p:pic>
    </p:spTree>
    <p:extLst>
      <p:ext uri="{BB962C8B-B14F-4D97-AF65-F5344CB8AC3E}">
        <p14:creationId xmlns:p14="http://schemas.microsoft.com/office/powerpoint/2010/main" val="3876871798"/>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itle" preserve="1">
  <p:cSld name="2024 Title Slide 6">
    <p:bg>
      <p:bgRef idx="1001">
        <a:schemeClr val="bg1"/>
      </p:bgRef>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3FFB20E6-1801-EA7B-3262-3A03BABC6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7" name="Do not remove" hidden="1">
            <a:extLst>
              <a:ext uri="{FF2B5EF4-FFF2-40B4-BE49-F238E27FC236}">
                <a16:creationId xmlns:a16="http://schemas.microsoft.com/office/drawing/2014/main" id="{A48235AD-CFDA-EBBA-4A7A-ACE6CD00BA7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92043"/>
            <a:ext cx="6400801" cy="962877"/>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49985"/>
            <a:ext cx="6400801" cy="627165"/>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grpSp>
        <p:nvGrpSpPr>
          <p:cNvPr id="115" name="logo">
            <a:extLst>
              <a:ext uri="{FF2B5EF4-FFF2-40B4-BE49-F238E27FC236}">
                <a16:creationId xmlns:a16="http://schemas.microsoft.com/office/drawing/2014/main" id="{55D2F832-FA6A-7C76-0B2A-C4492B33EC0C}"/>
              </a:ext>
            </a:extLst>
          </p:cNvPr>
          <p:cNvGrpSpPr/>
          <p:nvPr/>
        </p:nvGrpSpPr>
        <p:grpSpPr>
          <a:xfrm>
            <a:off x="10399166" y="288515"/>
            <a:ext cx="1304318" cy="654046"/>
            <a:chOff x="0" y="0"/>
            <a:chExt cx="1304317" cy="654044"/>
          </a:xfrm>
        </p:grpSpPr>
        <p:sp>
          <p:nvSpPr>
            <p:cNvPr id="116" name="Rectangle 14">
              <a:extLst>
                <a:ext uri="{FF2B5EF4-FFF2-40B4-BE49-F238E27FC236}">
                  <a16:creationId xmlns:a16="http://schemas.microsoft.com/office/drawing/2014/main" id="{AAF1E21A-BDB7-A6BA-EEA2-8CC11FECE301}"/>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7" name="Freeform 12">
              <a:extLst>
                <a:ext uri="{FF2B5EF4-FFF2-40B4-BE49-F238E27FC236}">
                  <a16:creationId xmlns:a16="http://schemas.microsoft.com/office/drawing/2014/main" id="{3C757071-CB50-8536-8F9C-C477CA9C2237}"/>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8" name="Freeform 13">
              <a:extLst>
                <a:ext uri="{FF2B5EF4-FFF2-40B4-BE49-F238E27FC236}">
                  <a16:creationId xmlns:a16="http://schemas.microsoft.com/office/drawing/2014/main" id="{25116AB8-4634-B97E-99F3-A3493DE869F4}"/>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9" name="Rectangle 18">
              <a:extLst>
                <a:ext uri="{FF2B5EF4-FFF2-40B4-BE49-F238E27FC236}">
                  <a16:creationId xmlns:a16="http://schemas.microsoft.com/office/drawing/2014/main" id="{4C155CD4-4E24-3804-D6CC-517FCA1CD241}"/>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0" name="Freeform 15">
              <a:extLst>
                <a:ext uri="{FF2B5EF4-FFF2-40B4-BE49-F238E27FC236}">
                  <a16:creationId xmlns:a16="http://schemas.microsoft.com/office/drawing/2014/main" id="{5AC86E5A-F59E-3F3B-E4DD-15CB2A518A62}"/>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1" name="Freeform 16">
              <a:extLst>
                <a:ext uri="{FF2B5EF4-FFF2-40B4-BE49-F238E27FC236}">
                  <a16:creationId xmlns:a16="http://schemas.microsoft.com/office/drawing/2014/main" id="{A68CCF4D-64C2-28A2-9BC1-14EC8BBC29D2}"/>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2" name="Freeform 17">
              <a:extLst>
                <a:ext uri="{FF2B5EF4-FFF2-40B4-BE49-F238E27FC236}">
                  <a16:creationId xmlns:a16="http://schemas.microsoft.com/office/drawing/2014/main" id="{9F35EB9A-D5A3-9273-4436-FCD61601CC16}"/>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cxnSp>
        <p:nvCxnSpPr>
          <p:cNvPr id="10" name="Straight Connector 9">
            <a:extLst>
              <a:ext uri="{FF2B5EF4-FFF2-40B4-BE49-F238E27FC236}">
                <a16:creationId xmlns:a16="http://schemas.microsoft.com/office/drawing/2014/main" id="{8970865B-C255-44BC-EBDA-4A7687E73916}"/>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sign&#10;&#10;Description automatically generated">
            <a:extLst>
              <a:ext uri="{FF2B5EF4-FFF2-40B4-BE49-F238E27FC236}">
                <a16:creationId xmlns:a16="http://schemas.microsoft.com/office/drawing/2014/main" id="{EF18B862-6C5E-71EA-AA49-2760928AE84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4913" y="-1"/>
            <a:ext cx="2146294" cy="6857981"/>
          </a:xfrm>
          <a:prstGeom prst="rect">
            <a:avLst/>
          </a:prstGeom>
        </p:spPr>
      </p:pic>
    </p:spTree>
    <p:extLst>
      <p:ext uri="{BB962C8B-B14F-4D97-AF65-F5344CB8AC3E}">
        <p14:creationId xmlns:p14="http://schemas.microsoft.com/office/powerpoint/2010/main" val="3388068158"/>
      </p:ext>
    </p:extLst>
  </p:cSld>
  <p:clrMapOvr>
    <a:overrideClrMapping bg1="dk1" tx1="lt1" bg2="dk2" tx2="lt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title" preserve="1">
  <p:cSld name="2024 Title Slide 7">
    <p:bg>
      <p:bgRef idx="1001">
        <a:schemeClr val="bg1"/>
      </p:bgRef>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3FFB20E6-1801-EA7B-3262-3A03BABC6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7" name="Do not remove" hidden="1">
            <a:extLst>
              <a:ext uri="{FF2B5EF4-FFF2-40B4-BE49-F238E27FC236}">
                <a16:creationId xmlns:a16="http://schemas.microsoft.com/office/drawing/2014/main" id="{A48235AD-CFDA-EBBA-4A7A-ACE6CD00BA7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92043"/>
            <a:ext cx="6400801" cy="962877"/>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49985"/>
            <a:ext cx="6400801" cy="627165"/>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grpSp>
        <p:nvGrpSpPr>
          <p:cNvPr id="115" name="logo">
            <a:extLst>
              <a:ext uri="{FF2B5EF4-FFF2-40B4-BE49-F238E27FC236}">
                <a16:creationId xmlns:a16="http://schemas.microsoft.com/office/drawing/2014/main" id="{55D2F832-FA6A-7C76-0B2A-C4492B33EC0C}"/>
              </a:ext>
            </a:extLst>
          </p:cNvPr>
          <p:cNvGrpSpPr/>
          <p:nvPr/>
        </p:nvGrpSpPr>
        <p:grpSpPr>
          <a:xfrm>
            <a:off x="10399166" y="288515"/>
            <a:ext cx="1304318" cy="654046"/>
            <a:chOff x="0" y="0"/>
            <a:chExt cx="1304317" cy="654044"/>
          </a:xfrm>
        </p:grpSpPr>
        <p:sp>
          <p:nvSpPr>
            <p:cNvPr id="116" name="Rectangle 14">
              <a:extLst>
                <a:ext uri="{FF2B5EF4-FFF2-40B4-BE49-F238E27FC236}">
                  <a16:creationId xmlns:a16="http://schemas.microsoft.com/office/drawing/2014/main" id="{AAF1E21A-BDB7-A6BA-EEA2-8CC11FECE301}"/>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7" name="Freeform 12">
              <a:extLst>
                <a:ext uri="{FF2B5EF4-FFF2-40B4-BE49-F238E27FC236}">
                  <a16:creationId xmlns:a16="http://schemas.microsoft.com/office/drawing/2014/main" id="{3C757071-CB50-8536-8F9C-C477CA9C2237}"/>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8" name="Freeform 13">
              <a:extLst>
                <a:ext uri="{FF2B5EF4-FFF2-40B4-BE49-F238E27FC236}">
                  <a16:creationId xmlns:a16="http://schemas.microsoft.com/office/drawing/2014/main" id="{25116AB8-4634-B97E-99F3-A3493DE869F4}"/>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9" name="Rectangle 18">
              <a:extLst>
                <a:ext uri="{FF2B5EF4-FFF2-40B4-BE49-F238E27FC236}">
                  <a16:creationId xmlns:a16="http://schemas.microsoft.com/office/drawing/2014/main" id="{4C155CD4-4E24-3804-D6CC-517FCA1CD241}"/>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0" name="Freeform 15">
              <a:extLst>
                <a:ext uri="{FF2B5EF4-FFF2-40B4-BE49-F238E27FC236}">
                  <a16:creationId xmlns:a16="http://schemas.microsoft.com/office/drawing/2014/main" id="{5AC86E5A-F59E-3F3B-E4DD-15CB2A518A62}"/>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1" name="Freeform 16">
              <a:extLst>
                <a:ext uri="{FF2B5EF4-FFF2-40B4-BE49-F238E27FC236}">
                  <a16:creationId xmlns:a16="http://schemas.microsoft.com/office/drawing/2014/main" id="{A68CCF4D-64C2-28A2-9BC1-14EC8BBC29D2}"/>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2" name="Freeform 17">
              <a:extLst>
                <a:ext uri="{FF2B5EF4-FFF2-40B4-BE49-F238E27FC236}">
                  <a16:creationId xmlns:a16="http://schemas.microsoft.com/office/drawing/2014/main" id="{9F35EB9A-D5A3-9273-4436-FCD61601CC16}"/>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cxnSp>
        <p:nvCxnSpPr>
          <p:cNvPr id="10" name="Straight Connector 9">
            <a:extLst>
              <a:ext uri="{FF2B5EF4-FFF2-40B4-BE49-F238E27FC236}">
                <a16:creationId xmlns:a16="http://schemas.microsoft.com/office/drawing/2014/main" id="{8970865B-C255-44BC-EBDA-4A7687E73916}"/>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ight&#10;&#10;Description automatically generated">
            <a:extLst>
              <a:ext uri="{FF2B5EF4-FFF2-40B4-BE49-F238E27FC236}">
                <a16:creationId xmlns:a16="http://schemas.microsoft.com/office/drawing/2014/main" id="{23FA6C37-173D-6D38-3A30-FA1D72D191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4913" y="0"/>
            <a:ext cx="2146300" cy="6858000"/>
          </a:xfrm>
          <a:prstGeom prst="rect">
            <a:avLst/>
          </a:prstGeom>
        </p:spPr>
      </p:pic>
    </p:spTree>
    <p:extLst>
      <p:ext uri="{BB962C8B-B14F-4D97-AF65-F5344CB8AC3E}">
        <p14:creationId xmlns:p14="http://schemas.microsoft.com/office/powerpoint/2010/main" val="1360712046"/>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title" preserve="1">
  <p:cSld name="2024 Title Slide 8">
    <p:bg>
      <p:bgRef idx="1001">
        <a:schemeClr val="bg1"/>
      </p:bgRef>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3FFB20E6-1801-EA7B-3262-3A03BABC6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7" name="Do not remove" hidden="1">
            <a:extLst>
              <a:ext uri="{FF2B5EF4-FFF2-40B4-BE49-F238E27FC236}">
                <a16:creationId xmlns:a16="http://schemas.microsoft.com/office/drawing/2014/main" id="{A48235AD-CFDA-EBBA-4A7A-ACE6CD00BA7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92043"/>
            <a:ext cx="6400801" cy="962877"/>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49985"/>
            <a:ext cx="6400801" cy="627165"/>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grpSp>
        <p:nvGrpSpPr>
          <p:cNvPr id="115" name="logo">
            <a:extLst>
              <a:ext uri="{FF2B5EF4-FFF2-40B4-BE49-F238E27FC236}">
                <a16:creationId xmlns:a16="http://schemas.microsoft.com/office/drawing/2014/main" id="{55D2F832-FA6A-7C76-0B2A-C4492B33EC0C}"/>
              </a:ext>
            </a:extLst>
          </p:cNvPr>
          <p:cNvGrpSpPr/>
          <p:nvPr/>
        </p:nvGrpSpPr>
        <p:grpSpPr>
          <a:xfrm>
            <a:off x="10399166" y="288515"/>
            <a:ext cx="1304318" cy="654046"/>
            <a:chOff x="0" y="0"/>
            <a:chExt cx="1304317" cy="654044"/>
          </a:xfrm>
        </p:grpSpPr>
        <p:sp>
          <p:nvSpPr>
            <p:cNvPr id="116" name="Rectangle 14">
              <a:extLst>
                <a:ext uri="{FF2B5EF4-FFF2-40B4-BE49-F238E27FC236}">
                  <a16:creationId xmlns:a16="http://schemas.microsoft.com/office/drawing/2014/main" id="{AAF1E21A-BDB7-A6BA-EEA2-8CC11FECE301}"/>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7" name="Freeform 12">
              <a:extLst>
                <a:ext uri="{FF2B5EF4-FFF2-40B4-BE49-F238E27FC236}">
                  <a16:creationId xmlns:a16="http://schemas.microsoft.com/office/drawing/2014/main" id="{3C757071-CB50-8536-8F9C-C477CA9C2237}"/>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8" name="Freeform 13">
              <a:extLst>
                <a:ext uri="{FF2B5EF4-FFF2-40B4-BE49-F238E27FC236}">
                  <a16:creationId xmlns:a16="http://schemas.microsoft.com/office/drawing/2014/main" id="{25116AB8-4634-B97E-99F3-A3493DE869F4}"/>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9" name="Rectangle 18">
              <a:extLst>
                <a:ext uri="{FF2B5EF4-FFF2-40B4-BE49-F238E27FC236}">
                  <a16:creationId xmlns:a16="http://schemas.microsoft.com/office/drawing/2014/main" id="{4C155CD4-4E24-3804-D6CC-517FCA1CD241}"/>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0" name="Freeform 15">
              <a:extLst>
                <a:ext uri="{FF2B5EF4-FFF2-40B4-BE49-F238E27FC236}">
                  <a16:creationId xmlns:a16="http://schemas.microsoft.com/office/drawing/2014/main" id="{5AC86E5A-F59E-3F3B-E4DD-15CB2A518A62}"/>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1" name="Freeform 16">
              <a:extLst>
                <a:ext uri="{FF2B5EF4-FFF2-40B4-BE49-F238E27FC236}">
                  <a16:creationId xmlns:a16="http://schemas.microsoft.com/office/drawing/2014/main" id="{A68CCF4D-64C2-28A2-9BC1-14EC8BBC29D2}"/>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2" name="Freeform 17">
              <a:extLst>
                <a:ext uri="{FF2B5EF4-FFF2-40B4-BE49-F238E27FC236}">
                  <a16:creationId xmlns:a16="http://schemas.microsoft.com/office/drawing/2014/main" id="{9F35EB9A-D5A3-9273-4436-FCD61601CC16}"/>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cxnSp>
        <p:nvCxnSpPr>
          <p:cNvPr id="10" name="Straight Connector 9">
            <a:extLst>
              <a:ext uri="{FF2B5EF4-FFF2-40B4-BE49-F238E27FC236}">
                <a16:creationId xmlns:a16="http://schemas.microsoft.com/office/drawing/2014/main" id="{8970865B-C255-44BC-EBDA-4A7687E73916}"/>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5" name="Picture 4" descr="A blurry image of circles&#10;&#10;Description automatically generated">
            <a:extLst>
              <a:ext uri="{FF2B5EF4-FFF2-40B4-BE49-F238E27FC236}">
                <a16:creationId xmlns:a16="http://schemas.microsoft.com/office/drawing/2014/main" id="{AB34695B-BF64-9A9A-5B8F-D0531B11F9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4913" y="0"/>
            <a:ext cx="2146300" cy="6858000"/>
          </a:xfrm>
          <a:prstGeom prst="rect">
            <a:avLst/>
          </a:prstGeom>
        </p:spPr>
      </p:pic>
    </p:spTree>
    <p:extLst>
      <p:ext uri="{BB962C8B-B14F-4D97-AF65-F5344CB8AC3E}">
        <p14:creationId xmlns:p14="http://schemas.microsoft.com/office/powerpoint/2010/main" val="2685466839"/>
      </p:ext>
    </p:extLst>
  </p:cSld>
  <p:clrMapOvr>
    <a:overrideClrMapping bg1="dk1" tx1="lt1" bg2="dk2" tx2="lt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title" preserve="1">
  <p:cSld name="2024 Title Slide 9">
    <p:bg>
      <p:bgRef idx="1001">
        <a:schemeClr val="bg1"/>
      </p:bgRef>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3FFB20E6-1801-EA7B-3262-3A03BABC6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7" name="Do not remove" hidden="1">
            <a:extLst>
              <a:ext uri="{FF2B5EF4-FFF2-40B4-BE49-F238E27FC236}">
                <a16:creationId xmlns:a16="http://schemas.microsoft.com/office/drawing/2014/main" id="{A48235AD-CFDA-EBBA-4A7A-ACE6CD00BA7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92043"/>
            <a:ext cx="6400801" cy="962877"/>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49985"/>
            <a:ext cx="6400801" cy="627165"/>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grpSp>
        <p:nvGrpSpPr>
          <p:cNvPr id="115" name="logo">
            <a:extLst>
              <a:ext uri="{FF2B5EF4-FFF2-40B4-BE49-F238E27FC236}">
                <a16:creationId xmlns:a16="http://schemas.microsoft.com/office/drawing/2014/main" id="{55D2F832-FA6A-7C76-0B2A-C4492B33EC0C}"/>
              </a:ext>
            </a:extLst>
          </p:cNvPr>
          <p:cNvGrpSpPr/>
          <p:nvPr/>
        </p:nvGrpSpPr>
        <p:grpSpPr>
          <a:xfrm>
            <a:off x="10399166" y="288515"/>
            <a:ext cx="1304318" cy="654046"/>
            <a:chOff x="0" y="0"/>
            <a:chExt cx="1304317" cy="654044"/>
          </a:xfrm>
        </p:grpSpPr>
        <p:sp>
          <p:nvSpPr>
            <p:cNvPr id="116" name="Rectangle 14">
              <a:extLst>
                <a:ext uri="{FF2B5EF4-FFF2-40B4-BE49-F238E27FC236}">
                  <a16:creationId xmlns:a16="http://schemas.microsoft.com/office/drawing/2014/main" id="{AAF1E21A-BDB7-A6BA-EEA2-8CC11FECE301}"/>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7" name="Freeform 12">
              <a:extLst>
                <a:ext uri="{FF2B5EF4-FFF2-40B4-BE49-F238E27FC236}">
                  <a16:creationId xmlns:a16="http://schemas.microsoft.com/office/drawing/2014/main" id="{3C757071-CB50-8536-8F9C-C477CA9C2237}"/>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8" name="Freeform 13">
              <a:extLst>
                <a:ext uri="{FF2B5EF4-FFF2-40B4-BE49-F238E27FC236}">
                  <a16:creationId xmlns:a16="http://schemas.microsoft.com/office/drawing/2014/main" id="{25116AB8-4634-B97E-99F3-A3493DE869F4}"/>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9" name="Rectangle 18">
              <a:extLst>
                <a:ext uri="{FF2B5EF4-FFF2-40B4-BE49-F238E27FC236}">
                  <a16:creationId xmlns:a16="http://schemas.microsoft.com/office/drawing/2014/main" id="{4C155CD4-4E24-3804-D6CC-517FCA1CD241}"/>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0" name="Freeform 15">
              <a:extLst>
                <a:ext uri="{FF2B5EF4-FFF2-40B4-BE49-F238E27FC236}">
                  <a16:creationId xmlns:a16="http://schemas.microsoft.com/office/drawing/2014/main" id="{5AC86E5A-F59E-3F3B-E4DD-15CB2A518A62}"/>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1" name="Freeform 16">
              <a:extLst>
                <a:ext uri="{FF2B5EF4-FFF2-40B4-BE49-F238E27FC236}">
                  <a16:creationId xmlns:a16="http://schemas.microsoft.com/office/drawing/2014/main" id="{A68CCF4D-64C2-28A2-9BC1-14EC8BBC29D2}"/>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2" name="Freeform 17">
              <a:extLst>
                <a:ext uri="{FF2B5EF4-FFF2-40B4-BE49-F238E27FC236}">
                  <a16:creationId xmlns:a16="http://schemas.microsoft.com/office/drawing/2014/main" id="{9F35EB9A-D5A3-9273-4436-FCD61601CC16}"/>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cxnSp>
        <p:nvCxnSpPr>
          <p:cNvPr id="10" name="Straight Connector 9">
            <a:extLst>
              <a:ext uri="{FF2B5EF4-FFF2-40B4-BE49-F238E27FC236}">
                <a16:creationId xmlns:a16="http://schemas.microsoft.com/office/drawing/2014/main" id="{8970865B-C255-44BC-EBDA-4A7687E73916}"/>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5" name="Picture 4" descr="A close up of a screen&#10;&#10;Description automatically generated">
            <a:extLst>
              <a:ext uri="{FF2B5EF4-FFF2-40B4-BE49-F238E27FC236}">
                <a16:creationId xmlns:a16="http://schemas.microsoft.com/office/drawing/2014/main" id="{24FEDE47-FB2B-C9C1-C95D-BAD3744E17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4913" y="0"/>
            <a:ext cx="2146300" cy="6858000"/>
          </a:xfrm>
          <a:prstGeom prst="rect">
            <a:avLst/>
          </a:prstGeom>
        </p:spPr>
      </p:pic>
    </p:spTree>
    <p:extLst>
      <p:ext uri="{BB962C8B-B14F-4D97-AF65-F5344CB8AC3E}">
        <p14:creationId xmlns:p14="http://schemas.microsoft.com/office/powerpoint/2010/main" val="625459199"/>
      </p:ext>
    </p:extLst>
  </p:cSld>
  <p:clrMapOvr>
    <a:overrideClrMapping bg1="dk1" tx1="lt1" bg2="dk2" tx2="lt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2024 Title Slide 10">
    <p:bg>
      <p:bgRef idx="1001">
        <a:schemeClr val="bg1"/>
      </p:bgRef>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3FFB20E6-1801-EA7B-3262-3A03BABC6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7" name="Do not remove" hidden="1">
            <a:extLst>
              <a:ext uri="{FF2B5EF4-FFF2-40B4-BE49-F238E27FC236}">
                <a16:creationId xmlns:a16="http://schemas.microsoft.com/office/drawing/2014/main" id="{A48235AD-CFDA-EBBA-4A7A-ACE6CD00BA7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92043"/>
            <a:ext cx="6400801" cy="962877"/>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49985"/>
            <a:ext cx="6400801" cy="627165"/>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grpSp>
        <p:nvGrpSpPr>
          <p:cNvPr id="115" name="logo">
            <a:extLst>
              <a:ext uri="{FF2B5EF4-FFF2-40B4-BE49-F238E27FC236}">
                <a16:creationId xmlns:a16="http://schemas.microsoft.com/office/drawing/2014/main" id="{55D2F832-FA6A-7C76-0B2A-C4492B33EC0C}"/>
              </a:ext>
            </a:extLst>
          </p:cNvPr>
          <p:cNvGrpSpPr/>
          <p:nvPr/>
        </p:nvGrpSpPr>
        <p:grpSpPr>
          <a:xfrm>
            <a:off x="10399166" y="288515"/>
            <a:ext cx="1304318" cy="654046"/>
            <a:chOff x="0" y="0"/>
            <a:chExt cx="1304317" cy="654044"/>
          </a:xfrm>
        </p:grpSpPr>
        <p:sp>
          <p:nvSpPr>
            <p:cNvPr id="116" name="Rectangle 14">
              <a:extLst>
                <a:ext uri="{FF2B5EF4-FFF2-40B4-BE49-F238E27FC236}">
                  <a16:creationId xmlns:a16="http://schemas.microsoft.com/office/drawing/2014/main" id="{AAF1E21A-BDB7-A6BA-EEA2-8CC11FECE301}"/>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7" name="Freeform 12">
              <a:extLst>
                <a:ext uri="{FF2B5EF4-FFF2-40B4-BE49-F238E27FC236}">
                  <a16:creationId xmlns:a16="http://schemas.microsoft.com/office/drawing/2014/main" id="{3C757071-CB50-8536-8F9C-C477CA9C2237}"/>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8" name="Freeform 13">
              <a:extLst>
                <a:ext uri="{FF2B5EF4-FFF2-40B4-BE49-F238E27FC236}">
                  <a16:creationId xmlns:a16="http://schemas.microsoft.com/office/drawing/2014/main" id="{25116AB8-4634-B97E-99F3-A3493DE869F4}"/>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9" name="Rectangle 18">
              <a:extLst>
                <a:ext uri="{FF2B5EF4-FFF2-40B4-BE49-F238E27FC236}">
                  <a16:creationId xmlns:a16="http://schemas.microsoft.com/office/drawing/2014/main" id="{4C155CD4-4E24-3804-D6CC-517FCA1CD241}"/>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0" name="Freeform 15">
              <a:extLst>
                <a:ext uri="{FF2B5EF4-FFF2-40B4-BE49-F238E27FC236}">
                  <a16:creationId xmlns:a16="http://schemas.microsoft.com/office/drawing/2014/main" id="{5AC86E5A-F59E-3F3B-E4DD-15CB2A518A62}"/>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1" name="Freeform 16">
              <a:extLst>
                <a:ext uri="{FF2B5EF4-FFF2-40B4-BE49-F238E27FC236}">
                  <a16:creationId xmlns:a16="http://schemas.microsoft.com/office/drawing/2014/main" id="{A68CCF4D-64C2-28A2-9BC1-14EC8BBC29D2}"/>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2" name="Freeform 17">
              <a:extLst>
                <a:ext uri="{FF2B5EF4-FFF2-40B4-BE49-F238E27FC236}">
                  <a16:creationId xmlns:a16="http://schemas.microsoft.com/office/drawing/2014/main" id="{9F35EB9A-D5A3-9273-4436-FCD61601CC16}"/>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cxnSp>
        <p:nvCxnSpPr>
          <p:cNvPr id="10" name="Straight Connector 9">
            <a:extLst>
              <a:ext uri="{FF2B5EF4-FFF2-40B4-BE49-F238E27FC236}">
                <a16:creationId xmlns:a16="http://schemas.microsoft.com/office/drawing/2014/main" id="{8970865B-C255-44BC-EBDA-4A7687E73916}"/>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5" name="Picture 4" descr="A blue and white background&#10;&#10;Description automatically generated with medium confidence">
            <a:extLst>
              <a:ext uri="{FF2B5EF4-FFF2-40B4-BE49-F238E27FC236}">
                <a16:creationId xmlns:a16="http://schemas.microsoft.com/office/drawing/2014/main" id="{B3F82635-879E-647B-01C9-91821BAC6E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4913" y="0"/>
            <a:ext cx="2146300" cy="6858000"/>
          </a:xfrm>
          <a:prstGeom prst="rect">
            <a:avLst/>
          </a:prstGeom>
        </p:spPr>
      </p:pic>
    </p:spTree>
    <p:extLst>
      <p:ext uri="{BB962C8B-B14F-4D97-AF65-F5344CB8AC3E}">
        <p14:creationId xmlns:p14="http://schemas.microsoft.com/office/powerpoint/2010/main" val="3826750309"/>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title" preserve="1">
  <p:cSld name="2024 Title Slide 15">
    <p:bg>
      <p:bgRef idx="1001">
        <a:schemeClr val="bg1"/>
      </p:bgRef>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3FFB20E6-1801-EA7B-3262-3A03BABC6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7" name="Do not remove" hidden="1">
            <a:extLst>
              <a:ext uri="{FF2B5EF4-FFF2-40B4-BE49-F238E27FC236}">
                <a16:creationId xmlns:a16="http://schemas.microsoft.com/office/drawing/2014/main" id="{A48235AD-CFDA-EBBA-4A7A-ACE6CD00BA7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92043"/>
            <a:ext cx="6400801" cy="962877"/>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49985"/>
            <a:ext cx="6400801" cy="627165"/>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grpSp>
        <p:nvGrpSpPr>
          <p:cNvPr id="115" name="logo">
            <a:extLst>
              <a:ext uri="{FF2B5EF4-FFF2-40B4-BE49-F238E27FC236}">
                <a16:creationId xmlns:a16="http://schemas.microsoft.com/office/drawing/2014/main" id="{55D2F832-FA6A-7C76-0B2A-C4492B33EC0C}"/>
              </a:ext>
            </a:extLst>
          </p:cNvPr>
          <p:cNvGrpSpPr/>
          <p:nvPr/>
        </p:nvGrpSpPr>
        <p:grpSpPr>
          <a:xfrm>
            <a:off x="10399166" y="288515"/>
            <a:ext cx="1304318" cy="654046"/>
            <a:chOff x="0" y="0"/>
            <a:chExt cx="1304317" cy="654044"/>
          </a:xfrm>
        </p:grpSpPr>
        <p:sp>
          <p:nvSpPr>
            <p:cNvPr id="116" name="Rectangle 14">
              <a:extLst>
                <a:ext uri="{FF2B5EF4-FFF2-40B4-BE49-F238E27FC236}">
                  <a16:creationId xmlns:a16="http://schemas.microsoft.com/office/drawing/2014/main" id="{AAF1E21A-BDB7-A6BA-EEA2-8CC11FECE301}"/>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7" name="Freeform 12">
              <a:extLst>
                <a:ext uri="{FF2B5EF4-FFF2-40B4-BE49-F238E27FC236}">
                  <a16:creationId xmlns:a16="http://schemas.microsoft.com/office/drawing/2014/main" id="{3C757071-CB50-8536-8F9C-C477CA9C2237}"/>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8" name="Freeform 13">
              <a:extLst>
                <a:ext uri="{FF2B5EF4-FFF2-40B4-BE49-F238E27FC236}">
                  <a16:creationId xmlns:a16="http://schemas.microsoft.com/office/drawing/2014/main" id="{25116AB8-4634-B97E-99F3-A3493DE869F4}"/>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9" name="Rectangle 18">
              <a:extLst>
                <a:ext uri="{FF2B5EF4-FFF2-40B4-BE49-F238E27FC236}">
                  <a16:creationId xmlns:a16="http://schemas.microsoft.com/office/drawing/2014/main" id="{4C155CD4-4E24-3804-D6CC-517FCA1CD241}"/>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0" name="Freeform 15">
              <a:extLst>
                <a:ext uri="{FF2B5EF4-FFF2-40B4-BE49-F238E27FC236}">
                  <a16:creationId xmlns:a16="http://schemas.microsoft.com/office/drawing/2014/main" id="{5AC86E5A-F59E-3F3B-E4DD-15CB2A518A62}"/>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1" name="Freeform 16">
              <a:extLst>
                <a:ext uri="{FF2B5EF4-FFF2-40B4-BE49-F238E27FC236}">
                  <a16:creationId xmlns:a16="http://schemas.microsoft.com/office/drawing/2014/main" id="{A68CCF4D-64C2-28A2-9BC1-14EC8BBC29D2}"/>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2" name="Freeform 17">
              <a:extLst>
                <a:ext uri="{FF2B5EF4-FFF2-40B4-BE49-F238E27FC236}">
                  <a16:creationId xmlns:a16="http://schemas.microsoft.com/office/drawing/2014/main" id="{9F35EB9A-D5A3-9273-4436-FCD61601CC16}"/>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cxnSp>
        <p:nvCxnSpPr>
          <p:cNvPr id="10" name="Straight Connector 9">
            <a:extLst>
              <a:ext uri="{FF2B5EF4-FFF2-40B4-BE49-F238E27FC236}">
                <a16:creationId xmlns:a16="http://schemas.microsoft.com/office/drawing/2014/main" id="{8970865B-C255-44BC-EBDA-4A7687E73916}"/>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5" name="Picture 4" descr="A close up of a colorful background&#10;&#10;Description automatically generated">
            <a:extLst>
              <a:ext uri="{FF2B5EF4-FFF2-40B4-BE49-F238E27FC236}">
                <a16:creationId xmlns:a16="http://schemas.microsoft.com/office/drawing/2014/main" id="{86FB5807-B71D-F702-1331-8C79E4C69EA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4913" y="0"/>
            <a:ext cx="2146300" cy="6858000"/>
          </a:xfrm>
          <a:prstGeom prst="rect">
            <a:avLst/>
          </a:prstGeom>
        </p:spPr>
      </p:pic>
    </p:spTree>
    <p:extLst>
      <p:ext uri="{BB962C8B-B14F-4D97-AF65-F5344CB8AC3E}">
        <p14:creationId xmlns:p14="http://schemas.microsoft.com/office/powerpoint/2010/main" val="1005610742"/>
      </p:ext>
    </p:extLst>
  </p:cSld>
  <p:clrMapOvr>
    <a:overrideClrMapping bg1="dk1" tx1="lt1" bg2="dk2" tx2="lt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title" preserve="1">
  <p:cSld name="2024 Title Slide 16">
    <p:bg>
      <p:bgRef idx="1001">
        <a:schemeClr val="bg1"/>
      </p:bgRef>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3FFB20E6-1801-EA7B-3262-3A03BABC6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7" name="Do not remove" hidden="1">
            <a:extLst>
              <a:ext uri="{FF2B5EF4-FFF2-40B4-BE49-F238E27FC236}">
                <a16:creationId xmlns:a16="http://schemas.microsoft.com/office/drawing/2014/main" id="{A48235AD-CFDA-EBBA-4A7A-ACE6CD00BA7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92043"/>
            <a:ext cx="6400801" cy="962877"/>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49985"/>
            <a:ext cx="6400801" cy="627165"/>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grpSp>
        <p:nvGrpSpPr>
          <p:cNvPr id="115" name="logo">
            <a:extLst>
              <a:ext uri="{FF2B5EF4-FFF2-40B4-BE49-F238E27FC236}">
                <a16:creationId xmlns:a16="http://schemas.microsoft.com/office/drawing/2014/main" id="{55D2F832-FA6A-7C76-0B2A-C4492B33EC0C}"/>
              </a:ext>
            </a:extLst>
          </p:cNvPr>
          <p:cNvGrpSpPr/>
          <p:nvPr/>
        </p:nvGrpSpPr>
        <p:grpSpPr>
          <a:xfrm>
            <a:off x="10399166" y="288515"/>
            <a:ext cx="1304318" cy="654046"/>
            <a:chOff x="0" y="0"/>
            <a:chExt cx="1304317" cy="654044"/>
          </a:xfrm>
        </p:grpSpPr>
        <p:sp>
          <p:nvSpPr>
            <p:cNvPr id="116" name="Rectangle 14">
              <a:extLst>
                <a:ext uri="{FF2B5EF4-FFF2-40B4-BE49-F238E27FC236}">
                  <a16:creationId xmlns:a16="http://schemas.microsoft.com/office/drawing/2014/main" id="{AAF1E21A-BDB7-A6BA-EEA2-8CC11FECE301}"/>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7" name="Freeform 12">
              <a:extLst>
                <a:ext uri="{FF2B5EF4-FFF2-40B4-BE49-F238E27FC236}">
                  <a16:creationId xmlns:a16="http://schemas.microsoft.com/office/drawing/2014/main" id="{3C757071-CB50-8536-8F9C-C477CA9C2237}"/>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8" name="Freeform 13">
              <a:extLst>
                <a:ext uri="{FF2B5EF4-FFF2-40B4-BE49-F238E27FC236}">
                  <a16:creationId xmlns:a16="http://schemas.microsoft.com/office/drawing/2014/main" id="{25116AB8-4634-B97E-99F3-A3493DE869F4}"/>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9" name="Rectangle 18">
              <a:extLst>
                <a:ext uri="{FF2B5EF4-FFF2-40B4-BE49-F238E27FC236}">
                  <a16:creationId xmlns:a16="http://schemas.microsoft.com/office/drawing/2014/main" id="{4C155CD4-4E24-3804-D6CC-517FCA1CD241}"/>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0" name="Freeform 15">
              <a:extLst>
                <a:ext uri="{FF2B5EF4-FFF2-40B4-BE49-F238E27FC236}">
                  <a16:creationId xmlns:a16="http://schemas.microsoft.com/office/drawing/2014/main" id="{5AC86E5A-F59E-3F3B-E4DD-15CB2A518A62}"/>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1" name="Freeform 16">
              <a:extLst>
                <a:ext uri="{FF2B5EF4-FFF2-40B4-BE49-F238E27FC236}">
                  <a16:creationId xmlns:a16="http://schemas.microsoft.com/office/drawing/2014/main" id="{A68CCF4D-64C2-28A2-9BC1-14EC8BBC29D2}"/>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2" name="Freeform 17">
              <a:extLst>
                <a:ext uri="{FF2B5EF4-FFF2-40B4-BE49-F238E27FC236}">
                  <a16:creationId xmlns:a16="http://schemas.microsoft.com/office/drawing/2014/main" id="{9F35EB9A-D5A3-9273-4436-FCD61601CC16}"/>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cxnSp>
        <p:nvCxnSpPr>
          <p:cNvPr id="10" name="Straight Connector 9">
            <a:extLst>
              <a:ext uri="{FF2B5EF4-FFF2-40B4-BE49-F238E27FC236}">
                <a16:creationId xmlns:a16="http://schemas.microsoft.com/office/drawing/2014/main" id="{8970865B-C255-44BC-EBDA-4A7687E73916}"/>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5" name="Picture 4" descr="A close up of a window&#10;&#10;Description automatically generated">
            <a:extLst>
              <a:ext uri="{FF2B5EF4-FFF2-40B4-BE49-F238E27FC236}">
                <a16:creationId xmlns:a16="http://schemas.microsoft.com/office/drawing/2014/main" id="{8AB2433E-BFAC-F2C3-360C-0B8DFD9334D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4913" y="0"/>
            <a:ext cx="2146300" cy="6858000"/>
          </a:xfrm>
          <a:prstGeom prst="rect">
            <a:avLst/>
          </a:prstGeom>
        </p:spPr>
      </p:pic>
    </p:spTree>
    <p:extLst>
      <p:ext uri="{BB962C8B-B14F-4D97-AF65-F5344CB8AC3E}">
        <p14:creationId xmlns:p14="http://schemas.microsoft.com/office/powerpoint/2010/main" val="3187433924"/>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title" preserve="1">
  <p:cSld name="2024 Title Slide 12">
    <p:bg>
      <p:bgRef idx="1001">
        <a:schemeClr val="bg1"/>
      </p:bgRef>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3FFB20E6-1801-EA7B-3262-3A03BABC6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7" name="Do not remove" hidden="1">
            <a:extLst>
              <a:ext uri="{FF2B5EF4-FFF2-40B4-BE49-F238E27FC236}">
                <a16:creationId xmlns:a16="http://schemas.microsoft.com/office/drawing/2014/main" id="{A48235AD-CFDA-EBBA-4A7A-ACE6CD00BA7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92043"/>
            <a:ext cx="6400801" cy="962877"/>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49985"/>
            <a:ext cx="6400801" cy="627165"/>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grpSp>
        <p:nvGrpSpPr>
          <p:cNvPr id="115" name="logo">
            <a:extLst>
              <a:ext uri="{FF2B5EF4-FFF2-40B4-BE49-F238E27FC236}">
                <a16:creationId xmlns:a16="http://schemas.microsoft.com/office/drawing/2014/main" id="{55D2F832-FA6A-7C76-0B2A-C4492B33EC0C}"/>
              </a:ext>
            </a:extLst>
          </p:cNvPr>
          <p:cNvGrpSpPr/>
          <p:nvPr/>
        </p:nvGrpSpPr>
        <p:grpSpPr>
          <a:xfrm>
            <a:off x="10399166" y="288515"/>
            <a:ext cx="1304318" cy="654046"/>
            <a:chOff x="0" y="0"/>
            <a:chExt cx="1304317" cy="654044"/>
          </a:xfrm>
        </p:grpSpPr>
        <p:sp>
          <p:nvSpPr>
            <p:cNvPr id="116" name="Rectangle 14">
              <a:extLst>
                <a:ext uri="{FF2B5EF4-FFF2-40B4-BE49-F238E27FC236}">
                  <a16:creationId xmlns:a16="http://schemas.microsoft.com/office/drawing/2014/main" id="{AAF1E21A-BDB7-A6BA-EEA2-8CC11FECE301}"/>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7" name="Freeform 12">
              <a:extLst>
                <a:ext uri="{FF2B5EF4-FFF2-40B4-BE49-F238E27FC236}">
                  <a16:creationId xmlns:a16="http://schemas.microsoft.com/office/drawing/2014/main" id="{3C757071-CB50-8536-8F9C-C477CA9C2237}"/>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8" name="Freeform 13">
              <a:extLst>
                <a:ext uri="{FF2B5EF4-FFF2-40B4-BE49-F238E27FC236}">
                  <a16:creationId xmlns:a16="http://schemas.microsoft.com/office/drawing/2014/main" id="{25116AB8-4634-B97E-99F3-A3493DE869F4}"/>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9" name="Rectangle 18">
              <a:extLst>
                <a:ext uri="{FF2B5EF4-FFF2-40B4-BE49-F238E27FC236}">
                  <a16:creationId xmlns:a16="http://schemas.microsoft.com/office/drawing/2014/main" id="{4C155CD4-4E24-3804-D6CC-517FCA1CD241}"/>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0" name="Freeform 15">
              <a:extLst>
                <a:ext uri="{FF2B5EF4-FFF2-40B4-BE49-F238E27FC236}">
                  <a16:creationId xmlns:a16="http://schemas.microsoft.com/office/drawing/2014/main" id="{5AC86E5A-F59E-3F3B-E4DD-15CB2A518A62}"/>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1" name="Freeform 16">
              <a:extLst>
                <a:ext uri="{FF2B5EF4-FFF2-40B4-BE49-F238E27FC236}">
                  <a16:creationId xmlns:a16="http://schemas.microsoft.com/office/drawing/2014/main" id="{A68CCF4D-64C2-28A2-9BC1-14EC8BBC29D2}"/>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2" name="Freeform 17">
              <a:extLst>
                <a:ext uri="{FF2B5EF4-FFF2-40B4-BE49-F238E27FC236}">
                  <a16:creationId xmlns:a16="http://schemas.microsoft.com/office/drawing/2014/main" id="{9F35EB9A-D5A3-9273-4436-FCD61601CC16}"/>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cxnSp>
        <p:nvCxnSpPr>
          <p:cNvPr id="10" name="Straight Connector 9">
            <a:extLst>
              <a:ext uri="{FF2B5EF4-FFF2-40B4-BE49-F238E27FC236}">
                <a16:creationId xmlns:a16="http://schemas.microsoft.com/office/drawing/2014/main" id="{8970865B-C255-44BC-EBDA-4A7687E73916}"/>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9" name="Picture 8" descr="A close up of a keyboard&#10;&#10;Description automatically generated">
            <a:extLst>
              <a:ext uri="{FF2B5EF4-FFF2-40B4-BE49-F238E27FC236}">
                <a16:creationId xmlns:a16="http://schemas.microsoft.com/office/drawing/2014/main" id="{DFE29775-7C7A-E7DD-B671-EC979CFC2A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4913" y="0"/>
            <a:ext cx="2146300" cy="6858000"/>
          </a:xfrm>
          <a:prstGeom prst="rect">
            <a:avLst/>
          </a:prstGeom>
        </p:spPr>
      </p:pic>
    </p:spTree>
    <p:extLst>
      <p:ext uri="{BB962C8B-B14F-4D97-AF65-F5344CB8AC3E}">
        <p14:creationId xmlns:p14="http://schemas.microsoft.com/office/powerpoint/2010/main" val="3880559809"/>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title" preserve="1">
  <p:cSld name="2024 Title Slide 11">
    <p:bg>
      <p:bgRef idx="1001">
        <a:schemeClr val="bg1"/>
      </p:bgRef>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3FFB20E6-1801-EA7B-3262-3A03BABC6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7" name="Do not remove" hidden="1">
            <a:extLst>
              <a:ext uri="{FF2B5EF4-FFF2-40B4-BE49-F238E27FC236}">
                <a16:creationId xmlns:a16="http://schemas.microsoft.com/office/drawing/2014/main" id="{A48235AD-CFDA-EBBA-4A7A-ACE6CD00BA7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92043"/>
            <a:ext cx="6400801" cy="962877"/>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49985"/>
            <a:ext cx="6400801" cy="627165"/>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grpSp>
        <p:nvGrpSpPr>
          <p:cNvPr id="115" name="logo">
            <a:extLst>
              <a:ext uri="{FF2B5EF4-FFF2-40B4-BE49-F238E27FC236}">
                <a16:creationId xmlns:a16="http://schemas.microsoft.com/office/drawing/2014/main" id="{55D2F832-FA6A-7C76-0B2A-C4492B33EC0C}"/>
              </a:ext>
            </a:extLst>
          </p:cNvPr>
          <p:cNvGrpSpPr/>
          <p:nvPr/>
        </p:nvGrpSpPr>
        <p:grpSpPr>
          <a:xfrm>
            <a:off x="10399166" y="288515"/>
            <a:ext cx="1304318" cy="654046"/>
            <a:chOff x="0" y="0"/>
            <a:chExt cx="1304317" cy="654044"/>
          </a:xfrm>
        </p:grpSpPr>
        <p:sp>
          <p:nvSpPr>
            <p:cNvPr id="116" name="Rectangle 14">
              <a:extLst>
                <a:ext uri="{FF2B5EF4-FFF2-40B4-BE49-F238E27FC236}">
                  <a16:creationId xmlns:a16="http://schemas.microsoft.com/office/drawing/2014/main" id="{AAF1E21A-BDB7-A6BA-EEA2-8CC11FECE301}"/>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7" name="Freeform 12">
              <a:extLst>
                <a:ext uri="{FF2B5EF4-FFF2-40B4-BE49-F238E27FC236}">
                  <a16:creationId xmlns:a16="http://schemas.microsoft.com/office/drawing/2014/main" id="{3C757071-CB50-8536-8F9C-C477CA9C2237}"/>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8" name="Freeform 13">
              <a:extLst>
                <a:ext uri="{FF2B5EF4-FFF2-40B4-BE49-F238E27FC236}">
                  <a16:creationId xmlns:a16="http://schemas.microsoft.com/office/drawing/2014/main" id="{25116AB8-4634-B97E-99F3-A3493DE869F4}"/>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9" name="Rectangle 18">
              <a:extLst>
                <a:ext uri="{FF2B5EF4-FFF2-40B4-BE49-F238E27FC236}">
                  <a16:creationId xmlns:a16="http://schemas.microsoft.com/office/drawing/2014/main" id="{4C155CD4-4E24-3804-D6CC-517FCA1CD241}"/>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0" name="Freeform 15">
              <a:extLst>
                <a:ext uri="{FF2B5EF4-FFF2-40B4-BE49-F238E27FC236}">
                  <a16:creationId xmlns:a16="http://schemas.microsoft.com/office/drawing/2014/main" id="{5AC86E5A-F59E-3F3B-E4DD-15CB2A518A62}"/>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1" name="Freeform 16">
              <a:extLst>
                <a:ext uri="{FF2B5EF4-FFF2-40B4-BE49-F238E27FC236}">
                  <a16:creationId xmlns:a16="http://schemas.microsoft.com/office/drawing/2014/main" id="{A68CCF4D-64C2-28A2-9BC1-14EC8BBC29D2}"/>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2" name="Freeform 17">
              <a:extLst>
                <a:ext uri="{FF2B5EF4-FFF2-40B4-BE49-F238E27FC236}">
                  <a16:creationId xmlns:a16="http://schemas.microsoft.com/office/drawing/2014/main" id="{9F35EB9A-D5A3-9273-4436-FCD61601CC16}"/>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cxnSp>
        <p:nvCxnSpPr>
          <p:cNvPr id="10" name="Straight Connector 9">
            <a:extLst>
              <a:ext uri="{FF2B5EF4-FFF2-40B4-BE49-F238E27FC236}">
                <a16:creationId xmlns:a16="http://schemas.microsoft.com/office/drawing/2014/main" id="{8970865B-C255-44BC-EBDA-4A7687E73916}"/>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5" name="Picture 4" descr="A colorful background with black lines&#10;&#10;Description automatically generated">
            <a:extLst>
              <a:ext uri="{FF2B5EF4-FFF2-40B4-BE49-F238E27FC236}">
                <a16:creationId xmlns:a16="http://schemas.microsoft.com/office/drawing/2014/main" id="{9F589E68-4E44-4F64-743D-D110D73859F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4913" y="0"/>
            <a:ext cx="2146300" cy="6858000"/>
          </a:xfrm>
          <a:prstGeom prst="rect">
            <a:avLst/>
          </a:prstGeom>
        </p:spPr>
      </p:pic>
    </p:spTree>
    <p:extLst>
      <p:ext uri="{BB962C8B-B14F-4D97-AF65-F5344CB8AC3E}">
        <p14:creationId xmlns:p14="http://schemas.microsoft.com/office/powerpoint/2010/main" val="1811561507"/>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title" preserve="1">
  <p:cSld name="16_Title Slide White">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id="{D29C2760-8F86-FA90-FC5A-03092AFCD2E6}"/>
              </a:ext>
            </a:extLst>
          </p:cNvPr>
          <p:cNvGrpSpPr/>
          <p:nvPr/>
        </p:nvGrpSpPr>
        <p:grpSpPr>
          <a:xfrm>
            <a:off x="1203325" y="0"/>
            <a:ext cx="2150282" cy="6858000"/>
            <a:chOff x="1203325" y="0"/>
            <a:chExt cx="2150282" cy="6836625"/>
          </a:xfrm>
        </p:grpSpPr>
        <p:sp>
          <p:nvSpPr>
            <p:cNvPr id="5" name="Rectangle 4">
              <a:extLst>
                <a:ext uri="{FF2B5EF4-FFF2-40B4-BE49-F238E27FC236}">
                  <a16:creationId xmlns:a16="http://schemas.microsoft.com/office/drawing/2014/main" id="{796929E8-780D-5519-0DF2-4C576D2EAC34}"/>
                </a:ext>
              </a:extLst>
            </p:cNvPr>
            <p:cNvSpPr/>
            <p:nvPr/>
          </p:nvSpPr>
          <p:spPr>
            <a:xfrm>
              <a:off x="1203325" y="365731"/>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6" name="Rectangle 5">
              <a:extLst>
                <a:ext uri="{FF2B5EF4-FFF2-40B4-BE49-F238E27FC236}">
                  <a16:creationId xmlns:a16="http://schemas.microsoft.com/office/drawing/2014/main" id="{EF10100C-F610-278D-4D53-7E7158556902}"/>
                </a:ext>
              </a:extLst>
            </p:cNvPr>
            <p:cNvSpPr/>
            <p:nvPr/>
          </p:nvSpPr>
          <p:spPr>
            <a:xfrm>
              <a:off x="1203325" y="0"/>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0" name="Rectangle 9">
              <a:extLst>
                <a:ext uri="{FF2B5EF4-FFF2-40B4-BE49-F238E27FC236}">
                  <a16:creationId xmlns:a16="http://schemas.microsoft.com/office/drawing/2014/main" id="{C493B86C-594C-DF84-7877-153C11DEF966}"/>
                </a:ext>
              </a:extLst>
            </p:cNvPr>
            <p:cNvSpPr/>
            <p:nvPr/>
          </p:nvSpPr>
          <p:spPr>
            <a:xfrm>
              <a:off x="1203325" y="731462"/>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1" name="Rectangle 10">
              <a:extLst>
                <a:ext uri="{FF2B5EF4-FFF2-40B4-BE49-F238E27FC236}">
                  <a16:creationId xmlns:a16="http://schemas.microsoft.com/office/drawing/2014/main" id="{8FF48C7B-E1FC-0F12-0084-A6369BD65AFB}"/>
                </a:ext>
              </a:extLst>
            </p:cNvPr>
            <p:cNvSpPr/>
            <p:nvPr/>
          </p:nvSpPr>
          <p:spPr>
            <a:xfrm>
              <a:off x="1203325" y="1097193"/>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2" name="Rectangle 11">
              <a:extLst>
                <a:ext uri="{FF2B5EF4-FFF2-40B4-BE49-F238E27FC236}">
                  <a16:creationId xmlns:a16="http://schemas.microsoft.com/office/drawing/2014/main" id="{5583AF04-A12C-7432-37DC-29708916EBFB}"/>
                </a:ext>
              </a:extLst>
            </p:cNvPr>
            <p:cNvSpPr/>
            <p:nvPr/>
          </p:nvSpPr>
          <p:spPr>
            <a:xfrm>
              <a:off x="1203325" y="1462924"/>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3" name="Rectangle 12">
              <a:extLst>
                <a:ext uri="{FF2B5EF4-FFF2-40B4-BE49-F238E27FC236}">
                  <a16:creationId xmlns:a16="http://schemas.microsoft.com/office/drawing/2014/main" id="{50EBBFDD-0E58-15ED-2016-22F75807FCBD}"/>
                </a:ext>
              </a:extLst>
            </p:cNvPr>
            <p:cNvSpPr/>
            <p:nvPr/>
          </p:nvSpPr>
          <p:spPr>
            <a:xfrm>
              <a:off x="1203325" y="1828655"/>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4" name="Rectangle 13">
              <a:extLst>
                <a:ext uri="{FF2B5EF4-FFF2-40B4-BE49-F238E27FC236}">
                  <a16:creationId xmlns:a16="http://schemas.microsoft.com/office/drawing/2014/main" id="{0BDC105F-BD95-60EF-75ED-0C1165AB0D45}"/>
                </a:ext>
              </a:extLst>
            </p:cNvPr>
            <p:cNvSpPr/>
            <p:nvPr/>
          </p:nvSpPr>
          <p:spPr>
            <a:xfrm>
              <a:off x="1203325" y="2194386"/>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5" name="Rectangle 14">
              <a:extLst>
                <a:ext uri="{FF2B5EF4-FFF2-40B4-BE49-F238E27FC236}">
                  <a16:creationId xmlns:a16="http://schemas.microsoft.com/office/drawing/2014/main" id="{AC6482A7-121C-2039-421C-467A0A40493E}"/>
                </a:ext>
              </a:extLst>
            </p:cNvPr>
            <p:cNvSpPr/>
            <p:nvPr/>
          </p:nvSpPr>
          <p:spPr>
            <a:xfrm>
              <a:off x="1203325" y="2560117"/>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6" name="Rectangle 15">
              <a:extLst>
                <a:ext uri="{FF2B5EF4-FFF2-40B4-BE49-F238E27FC236}">
                  <a16:creationId xmlns:a16="http://schemas.microsoft.com/office/drawing/2014/main" id="{70A26A7E-5C8D-D026-BC8A-93DCB7809AFE}"/>
                </a:ext>
              </a:extLst>
            </p:cNvPr>
            <p:cNvSpPr/>
            <p:nvPr/>
          </p:nvSpPr>
          <p:spPr>
            <a:xfrm>
              <a:off x="1203325" y="2925848"/>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7" name="Rectangle 16">
              <a:extLst>
                <a:ext uri="{FF2B5EF4-FFF2-40B4-BE49-F238E27FC236}">
                  <a16:creationId xmlns:a16="http://schemas.microsoft.com/office/drawing/2014/main" id="{98BB81E5-4B33-DCD5-B993-C21DA3A8E831}"/>
                </a:ext>
              </a:extLst>
            </p:cNvPr>
            <p:cNvSpPr/>
            <p:nvPr/>
          </p:nvSpPr>
          <p:spPr>
            <a:xfrm>
              <a:off x="1203325" y="3291579"/>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8" name="Rectangle 17">
              <a:extLst>
                <a:ext uri="{FF2B5EF4-FFF2-40B4-BE49-F238E27FC236}">
                  <a16:creationId xmlns:a16="http://schemas.microsoft.com/office/drawing/2014/main" id="{2D7338DB-98E0-009D-75A5-68EEE1E0BF59}"/>
                </a:ext>
              </a:extLst>
            </p:cNvPr>
            <p:cNvSpPr/>
            <p:nvPr/>
          </p:nvSpPr>
          <p:spPr>
            <a:xfrm>
              <a:off x="1203325" y="3657310"/>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9" name="Rectangle 18">
              <a:extLst>
                <a:ext uri="{FF2B5EF4-FFF2-40B4-BE49-F238E27FC236}">
                  <a16:creationId xmlns:a16="http://schemas.microsoft.com/office/drawing/2014/main" id="{FD889F66-5EAD-1F0A-350B-91825A36130D}"/>
                </a:ext>
              </a:extLst>
            </p:cNvPr>
            <p:cNvSpPr/>
            <p:nvPr/>
          </p:nvSpPr>
          <p:spPr>
            <a:xfrm>
              <a:off x="1203325" y="4023041"/>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0" name="Rectangle 19">
              <a:extLst>
                <a:ext uri="{FF2B5EF4-FFF2-40B4-BE49-F238E27FC236}">
                  <a16:creationId xmlns:a16="http://schemas.microsoft.com/office/drawing/2014/main" id="{DC3FEB38-F133-F51A-3126-0E691A3FBF27}"/>
                </a:ext>
              </a:extLst>
            </p:cNvPr>
            <p:cNvSpPr/>
            <p:nvPr/>
          </p:nvSpPr>
          <p:spPr>
            <a:xfrm>
              <a:off x="1203325" y="4388772"/>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1" name="Rectangle 20">
              <a:extLst>
                <a:ext uri="{FF2B5EF4-FFF2-40B4-BE49-F238E27FC236}">
                  <a16:creationId xmlns:a16="http://schemas.microsoft.com/office/drawing/2014/main" id="{CF14D641-A23E-8481-1613-934C6499F165}"/>
                </a:ext>
              </a:extLst>
            </p:cNvPr>
            <p:cNvSpPr/>
            <p:nvPr/>
          </p:nvSpPr>
          <p:spPr>
            <a:xfrm>
              <a:off x="1203325" y="4754503"/>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2" name="Rectangle 21">
              <a:extLst>
                <a:ext uri="{FF2B5EF4-FFF2-40B4-BE49-F238E27FC236}">
                  <a16:creationId xmlns:a16="http://schemas.microsoft.com/office/drawing/2014/main" id="{127CBA46-B7F6-037A-2B46-3679D598F66A}"/>
                </a:ext>
              </a:extLst>
            </p:cNvPr>
            <p:cNvSpPr/>
            <p:nvPr/>
          </p:nvSpPr>
          <p:spPr>
            <a:xfrm>
              <a:off x="1203325" y="5120234"/>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4" name="Rectangle 23">
              <a:extLst>
                <a:ext uri="{FF2B5EF4-FFF2-40B4-BE49-F238E27FC236}">
                  <a16:creationId xmlns:a16="http://schemas.microsoft.com/office/drawing/2014/main" id="{25563D47-E3EB-7C02-1C15-976EFAA3977E}"/>
                </a:ext>
              </a:extLst>
            </p:cNvPr>
            <p:cNvSpPr/>
            <p:nvPr/>
          </p:nvSpPr>
          <p:spPr>
            <a:xfrm>
              <a:off x="1203325" y="5485965"/>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5" name="Rectangle 24">
              <a:extLst>
                <a:ext uri="{FF2B5EF4-FFF2-40B4-BE49-F238E27FC236}">
                  <a16:creationId xmlns:a16="http://schemas.microsoft.com/office/drawing/2014/main" id="{101D575A-2988-191E-913A-61BF75F45074}"/>
                </a:ext>
              </a:extLst>
            </p:cNvPr>
            <p:cNvSpPr/>
            <p:nvPr/>
          </p:nvSpPr>
          <p:spPr>
            <a:xfrm>
              <a:off x="1203325" y="5851696"/>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6" name="Rectangle 25">
              <a:extLst>
                <a:ext uri="{FF2B5EF4-FFF2-40B4-BE49-F238E27FC236}">
                  <a16:creationId xmlns:a16="http://schemas.microsoft.com/office/drawing/2014/main" id="{F7A65C14-CAAD-9112-F7C0-C2E9145A8B57}"/>
                </a:ext>
              </a:extLst>
            </p:cNvPr>
            <p:cNvSpPr/>
            <p:nvPr/>
          </p:nvSpPr>
          <p:spPr>
            <a:xfrm>
              <a:off x="1203325" y="6217427"/>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4" name="Rectangle 33">
              <a:extLst>
                <a:ext uri="{FF2B5EF4-FFF2-40B4-BE49-F238E27FC236}">
                  <a16:creationId xmlns:a16="http://schemas.microsoft.com/office/drawing/2014/main" id="{60789A61-F012-E3B7-7A1D-C9CFA2C04BB1}"/>
                </a:ext>
              </a:extLst>
            </p:cNvPr>
            <p:cNvSpPr/>
            <p:nvPr/>
          </p:nvSpPr>
          <p:spPr>
            <a:xfrm>
              <a:off x="1203325" y="6583155"/>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
        <p:nvSpPr>
          <p:cNvPr id="7" name="Do not remove" hidden="1">
            <a:extLst>
              <a:ext uri="{FF2B5EF4-FFF2-40B4-BE49-F238E27FC236}">
                <a16:creationId xmlns:a16="http://schemas.microsoft.com/office/drawing/2014/main" id="{12F6695E-384B-845A-DF0C-A496350C1AB8}"/>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grpSp>
        <p:nvGrpSpPr>
          <p:cNvPr id="23" name="logo">
            <a:extLst>
              <a:ext uri="{FF2B5EF4-FFF2-40B4-BE49-F238E27FC236}">
                <a16:creationId xmlns:a16="http://schemas.microsoft.com/office/drawing/2014/main" id="{2B31D2EA-52B8-AD2B-C497-3154AF0FAFD6}"/>
              </a:ext>
            </a:extLst>
          </p:cNvPr>
          <p:cNvGrpSpPr/>
          <p:nvPr/>
        </p:nvGrpSpPr>
        <p:grpSpPr>
          <a:xfrm>
            <a:off x="10399166" y="288515"/>
            <a:ext cx="1304318" cy="654046"/>
            <a:chOff x="0" y="0"/>
            <a:chExt cx="1304317" cy="654044"/>
          </a:xfrm>
        </p:grpSpPr>
        <p:sp>
          <p:nvSpPr>
            <p:cNvPr id="27" name="Rectangle 14">
              <a:extLst>
                <a:ext uri="{FF2B5EF4-FFF2-40B4-BE49-F238E27FC236}">
                  <a16:creationId xmlns:a16="http://schemas.microsoft.com/office/drawing/2014/main" id="{EF3CED76-15F4-8550-BB0F-D52F721BFB07}"/>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8" name="Freeform 12">
              <a:extLst>
                <a:ext uri="{FF2B5EF4-FFF2-40B4-BE49-F238E27FC236}">
                  <a16:creationId xmlns:a16="http://schemas.microsoft.com/office/drawing/2014/main" id="{C81A0AB8-39E0-ECA2-E2F4-E8165D80F67C}"/>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9" name="Freeform 13">
              <a:extLst>
                <a:ext uri="{FF2B5EF4-FFF2-40B4-BE49-F238E27FC236}">
                  <a16:creationId xmlns:a16="http://schemas.microsoft.com/office/drawing/2014/main" id="{BED061E0-5106-44E9-6711-AD42D5839E40}"/>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0" name="Rectangle 18">
              <a:extLst>
                <a:ext uri="{FF2B5EF4-FFF2-40B4-BE49-F238E27FC236}">
                  <a16:creationId xmlns:a16="http://schemas.microsoft.com/office/drawing/2014/main" id="{9A86F3DB-FDB9-A378-C7DF-E8268D15CED4}"/>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1" name="Freeform 15">
              <a:extLst>
                <a:ext uri="{FF2B5EF4-FFF2-40B4-BE49-F238E27FC236}">
                  <a16:creationId xmlns:a16="http://schemas.microsoft.com/office/drawing/2014/main" id="{E9BD7A11-736B-BFAE-CB3D-CBB78DA2D306}"/>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2" name="Freeform 16">
              <a:extLst>
                <a:ext uri="{FF2B5EF4-FFF2-40B4-BE49-F238E27FC236}">
                  <a16:creationId xmlns:a16="http://schemas.microsoft.com/office/drawing/2014/main" id="{5F9868A8-1DC9-52B9-6624-D392C4186957}"/>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3" name="Freeform 17">
              <a:extLst>
                <a:ext uri="{FF2B5EF4-FFF2-40B4-BE49-F238E27FC236}">
                  <a16:creationId xmlns:a16="http://schemas.microsoft.com/office/drawing/2014/main" id="{98B02772-2694-5160-3C90-39C4B41B8442}"/>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44339"/>
            <a:ext cx="6400800" cy="891088"/>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10370"/>
            <a:ext cx="6400800" cy="576262"/>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cxnSp>
        <p:nvCxnSpPr>
          <p:cNvPr id="8" name="Straight Connector 7">
            <a:extLst>
              <a:ext uri="{FF2B5EF4-FFF2-40B4-BE49-F238E27FC236}">
                <a16:creationId xmlns:a16="http://schemas.microsoft.com/office/drawing/2014/main" id="{948B63FD-C81A-4041-6356-AA5D50DD4D78}"/>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146714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title" preserve="1">
  <p:cSld name="Title Slide Whit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12F6695E-384B-845A-DF0C-A496350C1AB8}"/>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grpSp>
        <p:nvGrpSpPr>
          <p:cNvPr id="23" name="logo">
            <a:extLst>
              <a:ext uri="{FF2B5EF4-FFF2-40B4-BE49-F238E27FC236}">
                <a16:creationId xmlns:a16="http://schemas.microsoft.com/office/drawing/2014/main" id="{2B31D2EA-52B8-AD2B-C497-3154AF0FAFD6}"/>
              </a:ext>
            </a:extLst>
          </p:cNvPr>
          <p:cNvGrpSpPr/>
          <p:nvPr/>
        </p:nvGrpSpPr>
        <p:grpSpPr>
          <a:xfrm>
            <a:off x="10399166" y="288515"/>
            <a:ext cx="1304318" cy="654046"/>
            <a:chOff x="0" y="0"/>
            <a:chExt cx="1304317" cy="654044"/>
          </a:xfrm>
        </p:grpSpPr>
        <p:sp>
          <p:nvSpPr>
            <p:cNvPr id="27" name="Rectangle 14">
              <a:extLst>
                <a:ext uri="{FF2B5EF4-FFF2-40B4-BE49-F238E27FC236}">
                  <a16:creationId xmlns:a16="http://schemas.microsoft.com/office/drawing/2014/main" id="{EF3CED76-15F4-8550-BB0F-D52F721BFB07}"/>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8" name="Freeform 12">
              <a:extLst>
                <a:ext uri="{FF2B5EF4-FFF2-40B4-BE49-F238E27FC236}">
                  <a16:creationId xmlns:a16="http://schemas.microsoft.com/office/drawing/2014/main" id="{C81A0AB8-39E0-ECA2-E2F4-E8165D80F67C}"/>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9" name="Freeform 13">
              <a:extLst>
                <a:ext uri="{FF2B5EF4-FFF2-40B4-BE49-F238E27FC236}">
                  <a16:creationId xmlns:a16="http://schemas.microsoft.com/office/drawing/2014/main" id="{BED061E0-5106-44E9-6711-AD42D5839E40}"/>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0" name="Rectangle 18">
              <a:extLst>
                <a:ext uri="{FF2B5EF4-FFF2-40B4-BE49-F238E27FC236}">
                  <a16:creationId xmlns:a16="http://schemas.microsoft.com/office/drawing/2014/main" id="{9A86F3DB-FDB9-A378-C7DF-E8268D15CED4}"/>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1" name="Freeform 15">
              <a:extLst>
                <a:ext uri="{FF2B5EF4-FFF2-40B4-BE49-F238E27FC236}">
                  <a16:creationId xmlns:a16="http://schemas.microsoft.com/office/drawing/2014/main" id="{E9BD7A11-736B-BFAE-CB3D-CBB78DA2D306}"/>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2" name="Freeform 16">
              <a:extLst>
                <a:ext uri="{FF2B5EF4-FFF2-40B4-BE49-F238E27FC236}">
                  <a16:creationId xmlns:a16="http://schemas.microsoft.com/office/drawing/2014/main" id="{5F9868A8-1DC9-52B9-6624-D392C4186957}"/>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3" name="Freeform 17">
              <a:extLst>
                <a:ext uri="{FF2B5EF4-FFF2-40B4-BE49-F238E27FC236}">
                  <a16:creationId xmlns:a16="http://schemas.microsoft.com/office/drawing/2014/main" id="{98B02772-2694-5160-3C90-39C4B41B8442}"/>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44339"/>
            <a:ext cx="6400800" cy="891088"/>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10370"/>
            <a:ext cx="6400800" cy="576262"/>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cxnSp>
        <p:nvCxnSpPr>
          <p:cNvPr id="8" name="Straight Connector 7">
            <a:extLst>
              <a:ext uri="{FF2B5EF4-FFF2-40B4-BE49-F238E27FC236}">
                <a16:creationId xmlns:a16="http://schemas.microsoft.com/office/drawing/2014/main" id="{948B63FD-C81A-4041-6356-AA5D50DD4D78}"/>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20" name="Picture 19" descr="A red and black stripes&#10;&#10;Description automatically generated">
            <a:extLst>
              <a:ext uri="{FF2B5EF4-FFF2-40B4-BE49-F238E27FC236}">
                <a16:creationId xmlns:a16="http://schemas.microsoft.com/office/drawing/2014/main" id="{8ACCEF65-75F0-B143-1CD6-3D29AF5DF3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3325" y="0"/>
            <a:ext cx="2150282" cy="6858000"/>
          </a:xfrm>
          <a:prstGeom prst="rect">
            <a:avLst/>
          </a:prstGeom>
        </p:spPr>
      </p:pic>
    </p:spTree>
    <p:extLst>
      <p:ext uri="{BB962C8B-B14F-4D97-AF65-F5344CB8AC3E}">
        <p14:creationId xmlns:p14="http://schemas.microsoft.com/office/powerpoint/2010/main" val="406278243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title" preserve="1">
  <p:cSld name="1_Title Slide Whit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12F6695E-384B-845A-DF0C-A496350C1AB8}"/>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grpSp>
        <p:nvGrpSpPr>
          <p:cNvPr id="23" name="logo">
            <a:extLst>
              <a:ext uri="{FF2B5EF4-FFF2-40B4-BE49-F238E27FC236}">
                <a16:creationId xmlns:a16="http://schemas.microsoft.com/office/drawing/2014/main" id="{2B31D2EA-52B8-AD2B-C497-3154AF0FAFD6}"/>
              </a:ext>
            </a:extLst>
          </p:cNvPr>
          <p:cNvGrpSpPr/>
          <p:nvPr/>
        </p:nvGrpSpPr>
        <p:grpSpPr>
          <a:xfrm>
            <a:off x="10399166" y="288515"/>
            <a:ext cx="1304318" cy="654046"/>
            <a:chOff x="0" y="0"/>
            <a:chExt cx="1304317" cy="654044"/>
          </a:xfrm>
        </p:grpSpPr>
        <p:sp>
          <p:nvSpPr>
            <p:cNvPr id="27" name="Rectangle 14">
              <a:extLst>
                <a:ext uri="{FF2B5EF4-FFF2-40B4-BE49-F238E27FC236}">
                  <a16:creationId xmlns:a16="http://schemas.microsoft.com/office/drawing/2014/main" id="{EF3CED76-15F4-8550-BB0F-D52F721BFB07}"/>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8" name="Freeform 12">
              <a:extLst>
                <a:ext uri="{FF2B5EF4-FFF2-40B4-BE49-F238E27FC236}">
                  <a16:creationId xmlns:a16="http://schemas.microsoft.com/office/drawing/2014/main" id="{C81A0AB8-39E0-ECA2-E2F4-E8165D80F67C}"/>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9" name="Freeform 13">
              <a:extLst>
                <a:ext uri="{FF2B5EF4-FFF2-40B4-BE49-F238E27FC236}">
                  <a16:creationId xmlns:a16="http://schemas.microsoft.com/office/drawing/2014/main" id="{BED061E0-5106-44E9-6711-AD42D5839E40}"/>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0" name="Rectangle 18">
              <a:extLst>
                <a:ext uri="{FF2B5EF4-FFF2-40B4-BE49-F238E27FC236}">
                  <a16:creationId xmlns:a16="http://schemas.microsoft.com/office/drawing/2014/main" id="{9A86F3DB-FDB9-A378-C7DF-E8268D15CED4}"/>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1" name="Freeform 15">
              <a:extLst>
                <a:ext uri="{FF2B5EF4-FFF2-40B4-BE49-F238E27FC236}">
                  <a16:creationId xmlns:a16="http://schemas.microsoft.com/office/drawing/2014/main" id="{E9BD7A11-736B-BFAE-CB3D-CBB78DA2D306}"/>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2" name="Freeform 16">
              <a:extLst>
                <a:ext uri="{FF2B5EF4-FFF2-40B4-BE49-F238E27FC236}">
                  <a16:creationId xmlns:a16="http://schemas.microsoft.com/office/drawing/2014/main" id="{5F9868A8-1DC9-52B9-6624-D392C4186957}"/>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3" name="Freeform 17">
              <a:extLst>
                <a:ext uri="{FF2B5EF4-FFF2-40B4-BE49-F238E27FC236}">
                  <a16:creationId xmlns:a16="http://schemas.microsoft.com/office/drawing/2014/main" id="{98B02772-2694-5160-3C90-39C4B41B8442}"/>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44339"/>
            <a:ext cx="6400800" cy="891088"/>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10370"/>
            <a:ext cx="6400800" cy="576262"/>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cxnSp>
        <p:nvCxnSpPr>
          <p:cNvPr id="8" name="Straight Connector 7">
            <a:extLst>
              <a:ext uri="{FF2B5EF4-FFF2-40B4-BE49-F238E27FC236}">
                <a16:creationId xmlns:a16="http://schemas.microsoft.com/office/drawing/2014/main" id="{948B63FD-C81A-4041-6356-AA5D50DD4D78}"/>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10" name="Picture 9" descr="A blurry image of a person&#10;&#10;Description automatically generated">
            <a:extLst>
              <a:ext uri="{FF2B5EF4-FFF2-40B4-BE49-F238E27FC236}">
                <a16:creationId xmlns:a16="http://schemas.microsoft.com/office/drawing/2014/main" id="{B6D630D7-8CAF-16A0-C662-8887A8F43D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3325" y="0"/>
            <a:ext cx="2150282" cy="6858000"/>
          </a:xfrm>
          <a:prstGeom prst="rect">
            <a:avLst/>
          </a:prstGeom>
        </p:spPr>
      </p:pic>
    </p:spTree>
    <p:extLst>
      <p:ext uri="{BB962C8B-B14F-4D97-AF65-F5344CB8AC3E}">
        <p14:creationId xmlns:p14="http://schemas.microsoft.com/office/powerpoint/2010/main" val="378245369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title" preserve="1">
  <p:cSld name="2_Title Slide Whit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12F6695E-384B-845A-DF0C-A496350C1AB8}"/>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grpSp>
        <p:nvGrpSpPr>
          <p:cNvPr id="23" name="logo">
            <a:extLst>
              <a:ext uri="{FF2B5EF4-FFF2-40B4-BE49-F238E27FC236}">
                <a16:creationId xmlns:a16="http://schemas.microsoft.com/office/drawing/2014/main" id="{2B31D2EA-52B8-AD2B-C497-3154AF0FAFD6}"/>
              </a:ext>
            </a:extLst>
          </p:cNvPr>
          <p:cNvGrpSpPr/>
          <p:nvPr/>
        </p:nvGrpSpPr>
        <p:grpSpPr>
          <a:xfrm>
            <a:off x="10399166" y="288515"/>
            <a:ext cx="1304318" cy="654046"/>
            <a:chOff x="0" y="0"/>
            <a:chExt cx="1304317" cy="654044"/>
          </a:xfrm>
        </p:grpSpPr>
        <p:sp>
          <p:nvSpPr>
            <p:cNvPr id="27" name="Rectangle 14">
              <a:extLst>
                <a:ext uri="{FF2B5EF4-FFF2-40B4-BE49-F238E27FC236}">
                  <a16:creationId xmlns:a16="http://schemas.microsoft.com/office/drawing/2014/main" id="{EF3CED76-15F4-8550-BB0F-D52F721BFB07}"/>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8" name="Freeform 12">
              <a:extLst>
                <a:ext uri="{FF2B5EF4-FFF2-40B4-BE49-F238E27FC236}">
                  <a16:creationId xmlns:a16="http://schemas.microsoft.com/office/drawing/2014/main" id="{C81A0AB8-39E0-ECA2-E2F4-E8165D80F67C}"/>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9" name="Freeform 13">
              <a:extLst>
                <a:ext uri="{FF2B5EF4-FFF2-40B4-BE49-F238E27FC236}">
                  <a16:creationId xmlns:a16="http://schemas.microsoft.com/office/drawing/2014/main" id="{BED061E0-5106-44E9-6711-AD42D5839E40}"/>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0" name="Rectangle 18">
              <a:extLst>
                <a:ext uri="{FF2B5EF4-FFF2-40B4-BE49-F238E27FC236}">
                  <a16:creationId xmlns:a16="http://schemas.microsoft.com/office/drawing/2014/main" id="{9A86F3DB-FDB9-A378-C7DF-E8268D15CED4}"/>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1" name="Freeform 15">
              <a:extLst>
                <a:ext uri="{FF2B5EF4-FFF2-40B4-BE49-F238E27FC236}">
                  <a16:creationId xmlns:a16="http://schemas.microsoft.com/office/drawing/2014/main" id="{E9BD7A11-736B-BFAE-CB3D-CBB78DA2D306}"/>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2" name="Freeform 16">
              <a:extLst>
                <a:ext uri="{FF2B5EF4-FFF2-40B4-BE49-F238E27FC236}">
                  <a16:creationId xmlns:a16="http://schemas.microsoft.com/office/drawing/2014/main" id="{5F9868A8-1DC9-52B9-6624-D392C4186957}"/>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3" name="Freeform 17">
              <a:extLst>
                <a:ext uri="{FF2B5EF4-FFF2-40B4-BE49-F238E27FC236}">
                  <a16:creationId xmlns:a16="http://schemas.microsoft.com/office/drawing/2014/main" id="{98B02772-2694-5160-3C90-39C4B41B8442}"/>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44339"/>
            <a:ext cx="6400800" cy="891088"/>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10370"/>
            <a:ext cx="6400800" cy="576262"/>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cxnSp>
        <p:nvCxnSpPr>
          <p:cNvPr id="8" name="Straight Connector 7">
            <a:extLst>
              <a:ext uri="{FF2B5EF4-FFF2-40B4-BE49-F238E27FC236}">
                <a16:creationId xmlns:a16="http://schemas.microsoft.com/office/drawing/2014/main" id="{948B63FD-C81A-4041-6356-AA5D50DD4D78}"/>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11" name="Picture 10" descr="A close up of a building&#10;&#10;Description automatically generated">
            <a:extLst>
              <a:ext uri="{FF2B5EF4-FFF2-40B4-BE49-F238E27FC236}">
                <a16:creationId xmlns:a16="http://schemas.microsoft.com/office/drawing/2014/main" id="{89FDA56E-9675-8BA0-65FA-FE3AEE51FA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3325" y="0"/>
            <a:ext cx="2150282" cy="6858000"/>
          </a:xfrm>
          <a:prstGeom prst="rect">
            <a:avLst/>
          </a:prstGeom>
        </p:spPr>
      </p:pic>
    </p:spTree>
    <p:extLst>
      <p:ext uri="{BB962C8B-B14F-4D97-AF65-F5344CB8AC3E}">
        <p14:creationId xmlns:p14="http://schemas.microsoft.com/office/powerpoint/2010/main" val="49117495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title" preserve="1">
  <p:cSld name="3_Title Slide Whit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12F6695E-384B-845A-DF0C-A496350C1AB8}"/>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grpSp>
        <p:nvGrpSpPr>
          <p:cNvPr id="23" name="logo">
            <a:extLst>
              <a:ext uri="{FF2B5EF4-FFF2-40B4-BE49-F238E27FC236}">
                <a16:creationId xmlns:a16="http://schemas.microsoft.com/office/drawing/2014/main" id="{2B31D2EA-52B8-AD2B-C497-3154AF0FAFD6}"/>
              </a:ext>
            </a:extLst>
          </p:cNvPr>
          <p:cNvGrpSpPr/>
          <p:nvPr/>
        </p:nvGrpSpPr>
        <p:grpSpPr>
          <a:xfrm>
            <a:off x="10399166" y="288515"/>
            <a:ext cx="1304318" cy="654046"/>
            <a:chOff x="0" y="0"/>
            <a:chExt cx="1304317" cy="654044"/>
          </a:xfrm>
        </p:grpSpPr>
        <p:sp>
          <p:nvSpPr>
            <p:cNvPr id="27" name="Rectangle 14">
              <a:extLst>
                <a:ext uri="{FF2B5EF4-FFF2-40B4-BE49-F238E27FC236}">
                  <a16:creationId xmlns:a16="http://schemas.microsoft.com/office/drawing/2014/main" id="{EF3CED76-15F4-8550-BB0F-D52F721BFB07}"/>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8" name="Freeform 12">
              <a:extLst>
                <a:ext uri="{FF2B5EF4-FFF2-40B4-BE49-F238E27FC236}">
                  <a16:creationId xmlns:a16="http://schemas.microsoft.com/office/drawing/2014/main" id="{C81A0AB8-39E0-ECA2-E2F4-E8165D80F67C}"/>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9" name="Freeform 13">
              <a:extLst>
                <a:ext uri="{FF2B5EF4-FFF2-40B4-BE49-F238E27FC236}">
                  <a16:creationId xmlns:a16="http://schemas.microsoft.com/office/drawing/2014/main" id="{BED061E0-5106-44E9-6711-AD42D5839E40}"/>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0" name="Rectangle 18">
              <a:extLst>
                <a:ext uri="{FF2B5EF4-FFF2-40B4-BE49-F238E27FC236}">
                  <a16:creationId xmlns:a16="http://schemas.microsoft.com/office/drawing/2014/main" id="{9A86F3DB-FDB9-A378-C7DF-E8268D15CED4}"/>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1" name="Freeform 15">
              <a:extLst>
                <a:ext uri="{FF2B5EF4-FFF2-40B4-BE49-F238E27FC236}">
                  <a16:creationId xmlns:a16="http://schemas.microsoft.com/office/drawing/2014/main" id="{E9BD7A11-736B-BFAE-CB3D-CBB78DA2D306}"/>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2" name="Freeform 16">
              <a:extLst>
                <a:ext uri="{FF2B5EF4-FFF2-40B4-BE49-F238E27FC236}">
                  <a16:creationId xmlns:a16="http://schemas.microsoft.com/office/drawing/2014/main" id="{5F9868A8-1DC9-52B9-6624-D392C4186957}"/>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3" name="Freeform 17">
              <a:extLst>
                <a:ext uri="{FF2B5EF4-FFF2-40B4-BE49-F238E27FC236}">
                  <a16:creationId xmlns:a16="http://schemas.microsoft.com/office/drawing/2014/main" id="{98B02772-2694-5160-3C90-39C4B41B8442}"/>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44339"/>
            <a:ext cx="6400800" cy="891088"/>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10370"/>
            <a:ext cx="6400800" cy="576262"/>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cxnSp>
        <p:nvCxnSpPr>
          <p:cNvPr id="8" name="Straight Connector 7">
            <a:extLst>
              <a:ext uri="{FF2B5EF4-FFF2-40B4-BE49-F238E27FC236}">
                <a16:creationId xmlns:a16="http://schemas.microsoft.com/office/drawing/2014/main" id="{948B63FD-C81A-4041-6356-AA5D50DD4D78}"/>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12" name="Picture 11" descr="A close up of a string&#10;&#10;Description automatically generated">
            <a:extLst>
              <a:ext uri="{FF2B5EF4-FFF2-40B4-BE49-F238E27FC236}">
                <a16:creationId xmlns:a16="http://schemas.microsoft.com/office/drawing/2014/main" id="{D21D185F-BC0F-C29B-1C89-9CB27D9A0E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3325" y="0"/>
            <a:ext cx="2150282" cy="6858000"/>
          </a:xfrm>
          <a:prstGeom prst="rect">
            <a:avLst/>
          </a:prstGeom>
        </p:spPr>
      </p:pic>
    </p:spTree>
    <p:extLst>
      <p:ext uri="{BB962C8B-B14F-4D97-AF65-F5344CB8AC3E}">
        <p14:creationId xmlns:p14="http://schemas.microsoft.com/office/powerpoint/2010/main" val="351167604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title" preserve="1">
  <p:cSld name="4_Title Slide Whit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12F6695E-384B-845A-DF0C-A496350C1AB8}"/>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grpSp>
        <p:nvGrpSpPr>
          <p:cNvPr id="23" name="logo">
            <a:extLst>
              <a:ext uri="{FF2B5EF4-FFF2-40B4-BE49-F238E27FC236}">
                <a16:creationId xmlns:a16="http://schemas.microsoft.com/office/drawing/2014/main" id="{2B31D2EA-52B8-AD2B-C497-3154AF0FAFD6}"/>
              </a:ext>
            </a:extLst>
          </p:cNvPr>
          <p:cNvGrpSpPr/>
          <p:nvPr/>
        </p:nvGrpSpPr>
        <p:grpSpPr>
          <a:xfrm>
            <a:off x="10399166" y="288515"/>
            <a:ext cx="1304318" cy="654046"/>
            <a:chOff x="0" y="0"/>
            <a:chExt cx="1304317" cy="654044"/>
          </a:xfrm>
        </p:grpSpPr>
        <p:sp>
          <p:nvSpPr>
            <p:cNvPr id="27" name="Rectangle 14">
              <a:extLst>
                <a:ext uri="{FF2B5EF4-FFF2-40B4-BE49-F238E27FC236}">
                  <a16:creationId xmlns:a16="http://schemas.microsoft.com/office/drawing/2014/main" id="{EF3CED76-15F4-8550-BB0F-D52F721BFB07}"/>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8" name="Freeform 12">
              <a:extLst>
                <a:ext uri="{FF2B5EF4-FFF2-40B4-BE49-F238E27FC236}">
                  <a16:creationId xmlns:a16="http://schemas.microsoft.com/office/drawing/2014/main" id="{C81A0AB8-39E0-ECA2-E2F4-E8165D80F67C}"/>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9" name="Freeform 13">
              <a:extLst>
                <a:ext uri="{FF2B5EF4-FFF2-40B4-BE49-F238E27FC236}">
                  <a16:creationId xmlns:a16="http://schemas.microsoft.com/office/drawing/2014/main" id="{BED061E0-5106-44E9-6711-AD42D5839E40}"/>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0" name="Rectangle 18">
              <a:extLst>
                <a:ext uri="{FF2B5EF4-FFF2-40B4-BE49-F238E27FC236}">
                  <a16:creationId xmlns:a16="http://schemas.microsoft.com/office/drawing/2014/main" id="{9A86F3DB-FDB9-A378-C7DF-E8268D15CED4}"/>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1" name="Freeform 15">
              <a:extLst>
                <a:ext uri="{FF2B5EF4-FFF2-40B4-BE49-F238E27FC236}">
                  <a16:creationId xmlns:a16="http://schemas.microsoft.com/office/drawing/2014/main" id="{E9BD7A11-736B-BFAE-CB3D-CBB78DA2D306}"/>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2" name="Freeform 16">
              <a:extLst>
                <a:ext uri="{FF2B5EF4-FFF2-40B4-BE49-F238E27FC236}">
                  <a16:creationId xmlns:a16="http://schemas.microsoft.com/office/drawing/2014/main" id="{5F9868A8-1DC9-52B9-6624-D392C4186957}"/>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3" name="Freeform 17">
              <a:extLst>
                <a:ext uri="{FF2B5EF4-FFF2-40B4-BE49-F238E27FC236}">
                  <a16:creationId xmlns:a16="http://schemas.microsoft.com/office/drawing/2014/main" id="{98B02772-2694-5160-3C90-39C4B41B8442}"/>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44339"/>
            <a:ext cx="6400800" cy="891088"/>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10370"/>
            <a:ext cx="6400800" cy="576262"/>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cxnSp>
        <p:nvCxnSpPr>
          <p:cNvPr id="8" name="Straight Connector 7">
            <a:extLst>
              <a:ext uri="{FF2B5EF4-FFF2-40B4-BE49-F238E27FC236}">
                <a16:creationId xmlns:a16="http://schemas.microsoft.com/office/drawing/2014/main" id="{948B63FD-C81A-4041-6356-AA5D50DD4D78}"/>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12" name="Picture 11" descr="A close up of a cell phone&#10;&#10;Description automatically generated">
            <a:extLst>
              <a:ext uri="{FF2B5EF4-FFF2-40B4-BE49-F238E27FC236}">
                <a16:creationId xmlns:a16="http://schemas.microsoft.com/office/drawing/2014/main" id="{53D377E3-982C-5A1C-7838-52B23A3462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3325" y="0"/>
            <a:ext cx="2150282" cy="6858000"/>
          </a:xfrm>
          <a:prstGeom prst="rect">
            <a:avLst/>
          </a:prstGeom>
        </p:spPr>
      </p:pic>
    </p:spTree>
    <p:extLst>
      <p:ext uri="{BB962C8B-B14F-4D97-AF65-F5344CB8AC3E}">
        <p14:creationId xmlns:p14="http://schemas.microsoft.com/office/powerpoint/2010/main" val="400991437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6_Title Slide Whit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12F6695E-384B-845A-DF0C-A496350C1AB8}"/>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grpSp>
        <p:nvGrpSpPr>
          <p:cNvPr id="23" name="logo">
            <a:extLst>
              <a:ext uri="{FF2B5EF4-FFF2-40B4-BE49-F238E27FC236}">
                <a16:creationId xmlns:a16="http://schemas.microsoft.com/office/drawing/2014/main" id="{2B31D2EA-52B8-AD2B-C497-3154AF0FAFD6}"/>
              </a:ext>
            </a:extLst>
          </p:cNvPr>
          <p:cNvGrpSpPr/>
          <p:nvPr/>
        </p:nvGrpSpPr>
        <p:grpSpPr>
          <a:xfrm>
            <a:off x="10399166" y="288515"/>
            <a:ext cx="1304318" cy="654046"/>
            <a:chOff x="0" y="0"/>
            <a:chExt cx="1304317" cy="654044"/>
          </a:xfrm>
        </p:grpSpPr>
        <p:sp>
          <p:nvSpPr>
            <p:cNvPr id="27" name="Rectangle 14">
              <a:extLst>
                <a:ext uri="{FF2B5EF4-FFF2-40B4-BE49-F238E27FC236}">
                  <a16:creationId xmlns:a16="http://schemas.microsoft.com/office/drawing/2014/main" id="{EF3CED76-15F4-8550-BB0F-D52F721BFB07}"/>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8" name="Freeform 12">
              <a:extLst>
                <a:ext uri="{FF2B5EF4-FFF2-40B4-BE49-F238E27FC236}">
                  <a16:creationId xmlns:a16="http://schemas.microsoft.com/office/drawing/2014/main" id="{C81A0AB8-39E0-ECA2-E2F4-E8165D80F67C}"/>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9" name="Freeform 13">
              <a:extLst>
                <a:ext uri="{FF2B5EF4-FFF2-40B4-BE49-F238E27FC236}">
                  <a16:creationId xmlns:a16="http://schemas.microsoft.com/office/drawing/2014/main" id="{BED061E0-5106-44E9-6711-AD42D5839E40}"/>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0" name="Rectangle 18">
              <a:extLst>
                <a:ext uri="{FF2B5EF4-FFF2-40B4-BE49-F238E27FC236}">
                  <a16:creationId xmlns:a16="http://schemas.microsoft.com/office/drawing/2014/main" id="{9A86F3DB-FDB9-A378-C7DF-E8268D15CED4}"/>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1" name="Freeform 15">
              <a:extLst>
                <a:ext uri="{FF2B5EF4-FFF2-40B4-BE49-F238E27FC236}">
                  <a16:creationId xmlns:a16="http://schemas.microsoft.com/office/drawing/2014/main" id="{E9BD7A11-736B-BFAE-CB3D-CBB78DA2D306}"/>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2" name="Freeform 16">
              <a:extLst>
                <a:ext uri="{FF2B5EF4-FFF2-40B4-BE49-F238E27FC236}">
                  <a16:creationId xmlns:a16="http://schemas.microsoft.com/office/drawing/2014/main" id="{5F9868A8-1DC9-52B9-6624-D392C4186957}"/>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3" name="Freeform 17">
              <a:extLst>
                <a:ext uri="{FF2B5EF4-FFF2-40B4-BE49-F238E27FC236}">
                  <a16:creationId xmlns:a16="http://schemas.microsoft.com/office/drawing/2014/main" id="{98B02772-2694-5160-3C90-39C4B41B8442}"/>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44339"/>
            <a:ext cx="6400800" cy="891088"/>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10370"/>
            <a:ext cx="6400800" cy="576262"/>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cxnSp>
        <p:nvCxnSpPr>
          <p:cNvPr id="8" name="Straight Connector 7">
            <a:extLst>
              <a:ext uri="{FF2B5EF4-FFF2-40B4-BE49-F238E27FC236}">
                <a16:creationId xmlns:a16="http://schemas.microsoft.com/office/drawing/2014/main" id="{948B63FD-C81A-4041-6356-AA5D50DD4D78}"/>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14" name="Picture 13" descr="A close up of a circle&#10;&#10;Description automatically generated">
            <a:extLst>
              <a:ext uri="{FF2B5EF4-FFF2-40B4-BE49-F238E27FC236}">
                <a16:creationId xmlns:a16="http://schemas.microsoft.com/office/drawing/2014/main" id="{0262C4E1-E2A3-0E89-68AD-7FA2FB002D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3325" y="0"/>
            <a:ext cx="2150282" cy="6858000"/>
          </a:xfrm>
          <a:prstGeom prst="rect">
            <a:avLst/>
          </a:prstGeom>
        </p:spPr>
      </p:pic>
    </p:spTree>
    <p:extLst>
      <p:ext uri="{BB962C8B-B14F-4D97-AF65-F5344CB8AC3E}">
        <p14:creationId xmlns:p14="http://schemas.microsoft.com/office/powerpoint/2010/main" val="374502891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title" preserve="1">
  <p:cSld name="7_Title Slide Whit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12F6695E-384B-845A-DF0C-A496350C1AB8}"/>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grpSp>
        <p:nvGrpSpPr>
          <p:cNvPr id="23" name="logo">
            <a:extLst>
              <a:ext uri="{FF2B5EF4-FFF2-40B4-BE49-F238E27FC236}">
                <a16:creationId xmlns:a16="http://schemas.microsoft.com/office/drawing/2014/main" id="{2B31D2EA-52B8-AD2B-C497-3154AF0FAFD6}"/>
              </a:ext>
            </a:extLst>
          </p:cNvPr>
          <p:cNvGrpSpPr/>
          <p:nvPr/>
        </p:nvGrpSpPr>
        <p:grpSpPr>
          <a:xfrm>
            <a:off x="10399166" y="288515"/>
            <a:ext cx="1304318" cy="654046"/>
            <a:chOff x="0" y="0"/>
            <a:chExt cx="1304317" cy="654044"/>
          </a:xfrm>
        </p:grpSpPr>
        <p:sp>
          <p:nvSpPr>
            <p:cNvPr id="27" name="Rectangle 14">
              <a:extLst>
                <a:ext uri="{FF2B5EF4-FFF2-40B4-BE49-F238E27FC236}">
                  <a16:creationId xmlns:a16="http://schemas.microsoft.com/office/drawing/2014/main" id="{EF3CED76-15F4-8550-BB0F-D52F721BFB07}"/>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8" name="Freeform 12">
              <a:extLst>
                <a:ext uri="{FF2B5EF4-FFF2-40B4-BE49-F238E27FC236}">
                  <a16:creationId xmlns:a16="http://schemas.microsoft.com/office/drawing/2014/main" id="{C81A0AB8-39E0-ECA2-E2F4-E8165D80F67C}"/>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9" name="Freeform 13">
              <a:extLst>
                <a:ext uri="{FF2B5EF4-FFF2-40B4-BE49-F238E27FC236}">
                  <a16:creationId xmlns:a16="http://schemas.microsoft.com/office/drawing/2014/main" id="{BED061E0-5106-44E9-6711-AD42D5839E40}"/>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0" name="Rectangle 18">
              <a:extLst>
                <a:ext uri="{FF2B5EF4-FFF2-40B4-BE49-F238E27FC236}">
                  <a16:creationId xmlns:a16="http://schemas.microsoft.com/office/drawing/2014/main" id="{9A86F3DB-FDB9-A378-C7DF-E8268D15CED4}"/>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1" name="Freeform 15">
              <a:extLst>
                <a:ext uri="{FF2B5EF4-FFF2-40B4-BE49-F238E27FC236}">
                  <a16:creationId xmlns:a16="http://schemas.microsoft.com/office/drawing/2014/main" id="{E9BD7A11-736B-BFAE-CB3D-CBB78DA2D306}"/>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2" name="Freeform 16">
              <a:extLst>
                <a:ext uri="{FF2B5EF4-FFF2-40B4-BE49-F238E27FC236}">
                  <a16:creationId xmlns:a16="http://schemas.microsoft.com/office/drawing/2014/main" id="{5F9868A8-1DC9-52B9-6624-D392C4186957}"/>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3" name="Freeform 17">
              <a:extLst>
                <a:ext uri="{FF2B5EF4-FFF2-40B4-BE49-F238E27FC236}">
                  <a16:creationId xmlns:a16="http://schemas.microsoft.com/office/drawing/2014/main" id="{98B02772-2694-5160-3C90-39C4B41B8442}"/>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44339"/>
            <a:ext cx="6400800" cy="891088"/>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10370"/>
            <a:ext cx="6400800" cy="576262"/>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cxnSp>
        <p:nvCxnSpPr>
          <p:cNvPr id="8" name="Straight Connector 7">
            <a:extLst>
              <a:ext uri="{FF2B5EF4-FFF2-40B4-BE49-F238E27FC236}">
                <a16:creationId xmlns:a16="http://schemas.microsoft.com/office/drawing/2014/main" id="{948B63FD-C81A-4041-6356-AA5D50DD4D78}"/>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15" name="Picture 14" descr="A close up of a computer&#10;&#10;Description automatically generated">
            <a:extLst>
              <a:ext uri="{FF2B5EF4-FFF2-40B4-BE49-F238E27FC236}">
                <a16:creationId xmlns:a16="http://schemas.microsoft.com/office/drawing/2014/main" id="{A7781BFF-F01D-9978-F52B-3A9C6A04FB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3325" y="0"/>
            <a:ext cx="2150282" cy="6858000"/>
          </a:xfrm>
          <a:prstGeom prst="rect">
            <a:avLst/>
          </a:prstGeom>
        </p:spPr>
      </p:pic>
    </p:spTree>
    <p:extLst>
      <p:ext uri="{BB962C8B-B14F-4D97-AF65-F5344CB8AC3E}">
        <p14:creationId xmlns:p14="http://schemas.microsoft.com/office/powerpoint/2010/main" val="77125166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title" preserve="1">
  <p:cSld name="8_Title Slide Whit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12F6695E-384B-845A-DF0C-A496350C1AB8}"/>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grpSp>
        <p:nvGrpSpPr>
          <p:cNvPr id="23" name="logo">
            <a:extLst>
              <a:ext uri="{FF2B5EF4-FFF2-40B4-BE49-F238E27FC236}">
                <a16:creationId xmlns:a16="http://schemas.microsoft.com/office/drawing/2014/main" id="{2B31D2EA-52B8-AD2B-C497-3154AF0FAFD6}"/>
              </a:ext>
            </a:extLst>
          </p:cNvPr>
          <p:cNvGrpSpPr/>
          <p:nvPr/>
        </p:nvGrpSpPr>
        <p:grpSpPr>
          <a:xfrm>
            <a:off x="10399166" y="288515"/>
            <a:ext cx="1304318" cy="654046"/>
            <a:chOff x="0" y="0"/>
            <a:chExt cx="1304317" cy="654044"/>
          </a:xfrm>
        </p:grpSpPr>
        <p:sp>
          <p:nvSpPr>
            <p:cNvPr id="27" name="Rectangle 14">
              <a:extLst>
                <a:ext uri="{FF2B5EF4-FFF2-40B4-BE49-F238E27FC236}">
                  <a16:creationId xmlns:a16="http://schemas.microsoft.com/office/drawing/2014/main" id="{EF3CED76-15F4-8550-BB0F-D52F721BFB07}"/>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8" name="Freeform 12">
              <a:extLst>
                <a:ext uri="{FF2B5EF4-FFF2-40B4-BE49-F238E27FC236}">
                  <a16:creationId xmlns:a16="http://schemas.microsoft.com/office/drawing/2014/main" id="{C81A0AB8-39E0-ECA2-E2F4-E8165D80F67C}"/>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9" name="Freeform 13">
              <a:extLst>
                <a:ext uri="{FF2B5EF4-FFF2-40B4-BE49-F238E27FC236}">
                  <a16:creationId xmlns:a16="http://schemas.microsoft.com/office/drawing/2014/main" id="{BED061E0-5106-44E9-6711-AD42D5839E40}"/>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0" name="Rectangle 18">
              <a:extLst>
                <a:ext uri="{FF2B5EF4-FFF2-40B4-BE49-F238E27FC236}">
                  <a16:creationId xmlns:a16="http://schemas.microsoft.com/office/drawing/2014/main" id="{9A86F3DB-FDB9-A378-C7DF-E8268D15CED4}"/>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1" name="Freeform 15">
              <a:extLst>
                <a:ext uri="{FF2B5EF4-FFF2-40B4-BE49-F238E27FC236}">
                  <a16:creationId xmlns:a16="http://schemas.microsoft.com/office/drawing/2014/main" id="{E9BD7A11-736B-BFAE-CB3D-CBB78DA2D306}"/>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2" name="Freeform 16">
              <a:extLst>
                <a:ext uri="{FF2B5EF4-FFF2-40B4-BE49-F238E27FC236}">
                  <a16:creationId xmlns:a16="http://schemas.microsoft.com/office/drawing/2014/main" id="{5F9868A8-1DC9-52B9-6624-D392C4186957}"/>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3" name="Freeform 17">
              <a:extLst>
                <a:ext uri="{FF2B5EF4-FFF2-40B4-BE49-F238E27FC236}">
                  <a16:creationId xmlns:a16="http://schemas.microsoft.com/office/drawing/2014/main" id="{98B02772-2694-5160-3C90-39C4B41B8442}"/>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44339"/>
            <a:ext cx="6400800" cy="891088"/>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10370"/>
            <a:ext cx="6400800" cy="576262"/>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cxnSp>
        <p:nvCxnSpPr>
          <p:cNvPr id="8" name="Straight Connector 7">
            <a:extLst>
              <a:ext uri="{FF2B5EF4-FFF2-40B4-BE49-F238E27FC236}">
                <a16:creationId xmlns:a16="http://schemas.microsoft.com/office/drawing/2014/main" id="{948B63FD-C81A-4041-6356-AA5D50DD4D78}"/>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16" name="Picture 15" descr="A blurry image of a circle&#10;&#10;Description automatically generated">
            <a:extLst>
              <a:ext uri="{FF2B5EF4-FFF2-40B4-BE49-F238E27FC236}">
                <a16:creationId xmlns:a16="http://schemas.microsoft.com/office/drawing/2014/main" id="{24FF3251-52AF-0C3B-3511-5BF7FFA2B9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3325" y="0"/>
            <a:ext cx="2150282" cy="6858000"/>
          </a:xfrm>
          <a:prstGeom prst="rect">
            <a:avLst/>
          </a:prstGeom>
        </p:spPr>
      </p:pic>
    </p:spTree>
    <p:extLst>
      <p:ext uri="{BB962C8B-B14F-4D97-AF65-F5344CB8AC3E}">
        <p14:creationId xmlns:p14="http://schemas.microsoft.com/office/powerpoint/2010/main" val="219852800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title" preserve="1">
  <p:cSld name="9_Title Slide Whit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12F6695E-384B-845A-DF0C-A496350C1AB8}"/>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grpSp>
        <p:nvGrpSpPr>
          <p:cNvPr id="23" name="logo">
            <a:extLst>
              <a:ext uri="{FF2B5EF4-FFF2-40B4-BE49-F238E27FC236}">
                <a16:creationId xmlns:a16="http://schemas.microsoft.com/office/drawing/2014/main" id="{2B31D2EA-52B8-AD2B-C497-3154AF0FAFD6}"/>
              </a:ext>
            </a:extLst>
          </p:cNvPr>
          <p:cNvGrpSpPr/>
          <p:nvPr/>
        </p:nvGrpSpPr>
        <p:grpSpPr>
          <a:xfrm>
            <a:off x="10399166" y="288515"/>
            <a:ext cx="1304318" cy="654046"/>
            <a:chOff x="0" y="0"/>
            <a:chExt cx="1304317" cy="654044"/>
          </a:xfrm>
        </p:grpSpPr>
        <p:sp>
          <p:nvSpPr>
            <p:cNvPr id="27" name="Rectangle 14">
              <a:extLst>
                <a:ext uri="{FF2B5EF4-FFF2-40B4-BE49-F238E27FC236}">
                  <a16:creationId xmlns:a16="http://schemas.microsoft.com/office/drawing/2014/main" id="{EF3CED76-15F4-8550-BB0F-D52F721BFB07}"/>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8" name="Freeform 12">
              <a:extLst>
                <a:ext uri="{FF2B5EF4-FFF2-40B4-BE49-F238E27FC236}">
                  <a16:creationId xmlns:a16="http://schemas.microsoft.com/office/drawing/2014/main" id="{C81A0AB8-39E0-ECA2-E2F4-E8165D80F67C}"/>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9" name="Freeform 13">
              <a:extLst>
                <a:ext uri="{FF2B5EF4-FFF2-40B4-BE49-F238E27FC236}">
                  <a16:creationId xmlns:a16="http://schemas.microsoft.com/office/drawing/2014/main" id="{BED061E0-5106-44E9-6711-AD42D5839E40}"/>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0" name="Rectangle 18">
              <a:extLst>
                <a:ext uri="{FF2B5EF4-FFF2-40B4-BE49-F238E27FC236}">
                  <a16:creationId xmlns:a16="http://schemas.microsoft.com/office/drawing/2014/main" id="{9A86F3DB-FDB9-A378-C7DF-E8268D15CED4}"/>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1" name="Freeform 15">
              <a:extLst>
                <a:ext uri="{FF2B5EF4-FFF2-40B4-BE49-F238E27FC236}">
                  <a16:creationId xmlns:a16="http://schemas.microsoft.com/office/drawing/2014/main" id="{E9BD7A11-736B-BFAE-CB3D-CBB78DA2D306}"/>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2" name="Freeform 16">
              <a:extLst>
                <a:ext uri="{FF2B5EF4-FFF2-40B4-BE49-F238E27FC236}">
                  <a16:creationId xmlns:a16="http://schemas.microsoft.com/office/drawing/2014/main" id="{5F9868A8-1DC9-52B9-6624-D392C4186957}"/>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3" name="Freeform 17">
              <a:extLst>
                <a:ext uri="{FF2B5EF4-FFF2-40B4-BE49-F238E27FC236}">
                  <a16:creationId xmlns:a16="http://schemas.microsoft.com/office/drawing/2014/main" id="{98B02772-2694-5160-3C90-39C4B41B8442}"/>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44339"/>
            <a:ext cx="6400800" cy="891088"/>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10370"/>
            <a:ext cx="6400800" cy="576262"/>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cxnSp>
        <p:nvCxnSpPr>
          <p:cNvPr id="8" name="Straight Connector 7">
            <a:extLst>
              <a:ext uri="{FF2B5EF4-FFF2-40B4-BE49-F238E27FC236}">
                <a16:creationId xmlns:a16="http://schemas.microsoft.com/office/drawing/2014/main" id="{948B63FD-C81A-4041-6356-AA5D50DD4D78}"/>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17" name="Picture 16" descr="A close up of a person&#10;&#10;Description automatically generated">
            <a:extLst>
              <a:ext uri="{FF2B5EF4-FFF2-40B4-BE49-F238E27FC236}">
                <a16:creationId xmlns:a16="http://schemas.microsoft.com/office/drawing/2014/main" id="{2018EC4D-2C08-9572-77E3-D6006BA365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3325" y="0"/>
            <a:ext cx="2150282" cy="6858000"/>
          </a:xfrm>
          <a:prstGeom prst="rect">
            <a:avLst/>
          </a:prstGeom>
        </p:spPr>
      </p:pic>
    </p:spTree>
    <p:extLst>
      <p:ext uri="{BB962C8B-B14F-4D97-AF65-F5344CB8AC3E}">
        <p14:creationId xmlns:p14="http://schemas.microsoft.com/office/powerpoint/2010/main" val="174346743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title" preserve="1">
  <p:cSld name="14_Title Slide Whit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12F6695E-384B-845A-DF0C-A496350C1AB8}"/>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grpSp>
        <p:nvGrpSpPr>
          <p:cNvPr id="23" name="logo">
            <a:extLst>
              <a:ext uri="{FF2B5EF4-FFF2-40B4-BE49-F238E27FC236}">
                <a16:creationId xmlns:a16="http://schemas.microsoft.com/office/drawing/2014/main" id="{2B31D2EA-52B8-AD2B-C497-3154AF0FAFD6}"/>
              </a:ext>
            </a:extLst>
          </p:cNvPr>
          <p:cNvGrpSpPr/>
          <p:nvPr/>
        </p:nvGrpSpPr>
        <p:grpSpPr>
          <a:xfrm>
            <a:off x="10399166" y="288515"/>
            <a:ext cx="1304318" cy="654046"/>
            <a:chOff x="0" y="0"/>
            <a:chExt cx="1304317" cy="654044"/>
          </a:xfrm>
        </p:grpSpPr>
        <p:sp>
          <p:nvSpPr>
            <p:cNvPr id="27" name="Rectangle 14">
              <a:extLst>
                <a:ext uri="{FF2B5EF4-FFF2-40B4-BE49-F238E27FC236}">
                  <a16:creationId xmlns:a16="http://schemas.microsoft.com/office/drawing/2014/main" id="{EF3CED76-15F4-8550-BB0F-D52F721BFB07}"/>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8" name="Freeform 12">
              <a:extLst>
                <a:ext uri="{FF2B5EF4-FFF2-40B4-BE49-F238E27FC236}">
                  <a16:creationId xmlns:a16="http://schemas.microsoft.com/office/drawing/2014/main" id="{C81A0AB8-39E0-ECA2-E2F4-E8165D80F67C}"/>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9" name="Freeform 13">
              <a:extLst>
                <a:ext uri="{FF2B5EF4-FFF2-40B4-BE49-F238E27FC236}">
                  <a16:creationId xmlns:a16="http://schemas.microsoft.com/office/drawing/2014/main" id="{BED061E0-5106-44E9-6711-AD42D5839E40}"/>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0" name="Rectangle 18">
              <a:extLst>
                <a:ext uri="{FF2B5EF4-FFF2-40B4-BE49-F238E27FC236}">
                  <a16:creationId xmlns:a16="http://schemas.microsoft.com/office/drawing/2014/main" id="{9A86F3DB-FDB9-A378-C7DF-E8268D15CED4}"/>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1" name="Freeform 15">
              <a:extLst>
                <a:ext uri="{FF2B5EF4-FFF2-40B4-BE49-F238E27FC236}">
                  <a16:creationId xmlns:a16="http://schemas.microsoft.com/office/drawing/2014/main" id="{E9BD7A11-736B-BFAE-CB3D-CBB78DA2D306}"/>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2" name="Freeform 16">
              <a:extLst>
                <a:ext uri="{FF2B5EF4-FFF2-40B4-BE49-F238E27FC236}">
                  <a16:creationId xmlns:a16="http://schemas.microsoft.com/office/drawing/2014/main" id="{5F9868A8-1DC9-52B9-6624-D392C4186957}"/>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3" name="Freeform 17">
              <a:extLst>
                <a:ext uri="{FF2B5EF4-FFF2-40B4-BE49-F238E27FC236}">
                  <a16:creationId xmlns:a16="http://schemas.microsoft.com/office/drawing/2014/main" id="{98B02772-2694-5160-3C90-39C4B41B8442}"/>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44339"/>
            <a:ext cx="6400800" cy="891088"/>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10370"/>
            <a:ext cx="6400800" cy="576262"/>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cxnSp>
        <p:nvCxnSpPr>
          <p:cNvPr id="8" name="Straight Connector 7">
            <a:extLst>
              <a:ext uri="{FF2B5EF4-FFF2-40B4-BE49-F238E27FC236}">
                <a16:creationId xmlns:a16="http://schemas.microsoft.com/office/drawing/2014/main" id="{948B63FD-C81A-4041-6356-AA5D50DD4D78}"/>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21" name="Picture 20" descr="A close up of a blue and orange circle&#10;&#10;Description automatically generated">
            <a:extLst>
              <a:ext uri="{FF2B5EF4-FFF2-40B4-BE49-F238E27FC236}">
                <a16:creationId xmlns:a16="http://schemas.microsoft.com/office/drawing/2014/main" id="{2F2AF6AC-138A-9473-361F-D47C484DDC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3325" y="0"/>
            <a:ext cx="2150282" cy="6858000"/>
          </a:xfrm>
          <a:prstGeom prst="rect">
            <a:avLst/>
          </a:prstGeom>
        </p:spPr>
      </p:pic>
    </p:spTree>
    <p:extLst>
      <p:ext uri="{BB962C8B-B14F-4D97-AF65-F5344CB8AC3E}">
        <p14:creationId xmlns:p14="http://schemas.microsoft.com/office/powerpoint/2010/main" val="270037164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title" preserve="1">
  <p:cSld name="15_Title Slide Whit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12F6695E-384B-845A-DF0C-A496350C1AB8}"/>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grpSp>
        <p:nvGrpSpPr>
          <p:cNvPr id="23" name="logo">
            <a:extLst>
              <a:ext uri="{FF2B5EF4-FFF2-40B4-BE49-F238E27FC236}">
                <a16:creationId xmlns:a16="http://schemas.microsoft.com/office/drawing/2014/main" id="{2B31D2EA-52B8-AD2B-C497-3154AF0FAFD6}"/>
              </a:ext>
            </a:extLst>
          </p:cNvPr>
          <p:cNvGrpSpPr/>
          <p:nvPr/>
        </p:nvGrpSpPr>
        <p:grpSpPr>
          <a:xfrm>
            <a:off x="10399166" y="288515"/>
            <a:ext cx="1304318" cy="654046"/>
            <a:chOff x="0" y="0"/>
            <a:chExt cx="1304317" cy="654044"/>
          </a:xfrm>
        </p:grpSpPr>
        <p:sp>
          <p:nvSpPr>
            <p:cNvPr id="27" name="Rectangle 14">
              <a:extLst>
                <a:ext uri="{FF2B5EF4-FFF2-40B4-BE49-F238E27FC236}">
                  <a16:creationId xmlns:a16="http://schemas.microsoft.com/office/drawing/2014/main" id="{EF3CED76-15F4-8550-BB0F-D52F721BFB07}"/>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8" name="Freeform 12">
              <a:extLst>
                <a:ext uri="{FF2B5EF4-FFF2-40B4-BE49-F238E27FC236}">
                  <a16:creationId xmlns:a16="http://schemas.microsoft.com/office/drawing/2014/main" id="{C81A0AB8-39E0-ECA2-E2F4-E8165D80F67C}"/>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9" name="Freeform 13">
              <a:extLst>
                <a:ext uri="{FF2B5EF4-FFF2-40B4-BE49-F238E27FC236}">
                  <a16:creationId xmlns:a16="http://schemas.microsoft.com/office/drawing/2014/main" id="{BED061E0-5106-44E9-6711-AD42D5839E40}"/>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0" name="Rectangle 18">
              <a:extLst>
                <a:ext uri="{FF2B5EF4-FFF2-40B4-BE49-F238E27FC236}">
                  <a16:creationId xmlns:a16="http://schemas.microsoft.com/office/drawing/2014/main" id="{9A86F3DB-FDB9-A378-C7DF-E8268D15CED4}"/>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1" name="Freeform 15">
              <a:extLst>
                <a:ext uri="{FF2B5EF4-FFF2-40B4-BE49-F238E27FC236}">
                  <a16:creationId xmlns:a16="http://schemas.microsoft.com/office/drawing/2014/main" id="{E9BD7A11-736B-BFAE-CB3D-CBB78DA2D306}"/>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2" name="Freeform 16">
              <a:extLst>
                <a:ext uri="{FF2B5EF4-FFF2-40B4-BE49-F238E27FC236}">
                  <a16:creationId xmlns:a16="http://schemas.microsoft.com/office/drawing/2014/main" id="{5F9868A8-1DC9-52B9-6624-D392C4186957}"/>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3" name="Freeform 17">
              <a:extLst>
                <a:ext uri="{FF2B5EF4-FFF2-40B4-BE49-F238E27FC236}">
                  <a16:creationId xmlns:a16="http://schemas.microsoft.com/office/drawing/2014/main" id="{98B02772-2694-5160-3C90-39C4B41B8442}"/>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44339"/>
            <a:ext cx="6400800" cy="891088"/>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10370"/>
            <a:ext cx="6400800" cy="576262"/>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cxnSp>
        <p:nvCxnSpPr>
          <p:cNvPr id="8" name="Straight Connector 7">
            <a:extLst>
              <a:ext uri="{FF2B5EF4-FFF2-40B4-BE49-F238E27FC236}">
                <a16:creationId xmlns:a16="http://schemas.microsoft.com/office/drawing/2014/main" id="{948B63FD-C81A-4041-6356-AA5D50DD4D78}"/>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22" name="Picture 21" descr="A white rectangular lines with a blue and red light&#10;&#10;Description automatically generated with medium confidence">
            <a:extLst>
              <a:ext uri="{FF2B5EF4-FFF2-40B4-BE49-F238E27FC236}">
                <a16:creationId xmlns:a16="http://schemas.microsoft.com/office/drawing/2014/main" id="{5FF27479-E580-A8D4-BD03-74775424D9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3325" y="0"/>
            <a:ext cx="2150282" cy="6858000"/>
          </a:xfrm>
          <a:prstGeom prst="rect">
            <a:avLst/>
          </a:prstGeom>
        </p:spPr>
      </p:pic>
    </p:spTree>
    <p:extLst>
      <p:ext uri="{BB962C8B-B14F-4D97-AF65-F5344CB8AC3E}">
        <p14:creationId xmlns:p14="http://schemas.microsoft.com/office/powerpoint/2010/main" val="420564810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title" preserve="1">
  <p:cSld name="11_Title Slide Whit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12F6695E-384B-845A-DF0C-A496350C1AB8}"/>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grpSp>
        <p:nvGrpSpPr>
          <p:cNvPr id="23" name="logo">
            <a:extLst>
              <a:ext uri="{FF2B5EF4-FFF2-40B4-BE49-F238E27FC236}">
                <a16:creationId xmlns:a16="http://schemas.microsoft.com/office/drawing/2014/main" id="{2B31D2EA-52B8-AD2B-C497-3154AF0FAFD6}"/>
              </a:ext>
            </a:extLst>
          </p:cNvPr>
          <p:cNvGrpSpPr/>
          <p:nvPr/>
        </p:nvGrpSpPr>
        <p:grpSpPr>
          <a:xfrm>
            <a:off x="10399166" y="288515"/>
            <a:ext cx="1304318" cy="654046"/>
            <a:chOff x="0" y="0"/>
            <a:chExt cx="1304317" cy="654044"/>
          </a:xfrm>
        </p:grpSpPr>
        <p:sp>
          <p:nvSpPr>
            <p:cNvPr id="27" name="Rectangle 14">
              <a:extLst>
                <a:ext uri="{FF2B5EF4-FFF2-40B4-BE49-F238E27FC236}">
                  <a16:creationId xmlns:a16="http://schemas.microsoft.com/office/drawing/2014/main" id="{EF3CED76-15F4-8550-BB0F-D52F721BFB07}"/>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8" name="Freeform 12">
              <a:extLst>
                <a:ext uri="{FF2B5EF4-FFF2-40B4-BE49-F238E27FC236}">
                  <a16:creationId xmlns:a16="http://schemas.microsoft.com/office/drawing/2014/main" id="{C81A0AB8-39E0-ECA2-E2F4-E8165D80F67C}"/>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9" name="Freeform 13">
              <a:extLst>
                <a:ext uri="{FF2B5EF4-FFF2-40B4-BE49-F238E27FC236}">
                  <a16:creationId xmlns:a16="http://schemas.microsoft.com/office/drawing/2014/main" id="{BED061E0-5106-44E9-6711-AD42D5839E40}"/>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0" name="Rectangle 18">
              <a:extLst>
                <a:ext uri="{FF2B5EF4-FFF2-40B4-BE49-F238E27FC236}">
                  <a16:creationId xmlns:a16="http://schemas.microsoft.com/office/drawing/2014/main" id="{9A86F3DB-FDB9-A378-C7DF-E8268D15CED4}"/>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1" name="Freeform 15">
              <a:extLst>
                <a:ext uri="{FF2B5EF4-FFF2-40B4-BE49-F238E27FC236}">
                  <a16:creationId xmlns:a16="http://schemas.microsoft.com/office/drawing/2014/main" id="{E9BD7A11-736B-BFAE-CB3D-CBB78DA2D306}"/>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2" name="Freeform 16">
              <a:extLst>
                <a:ext uri="{FF2B5EF4-FFF2-40B4-BE49-F238E27FC236}">
                  <a16:creationId xmlns:a16="http://schemas.microsoft.com/office/drawing/2014/main" id="{5F9868A8-1DC9-52B9-6624-D392C4186957}"/>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3" name="Freeform 17">
              <a:extLst>
                <a:ext uri="{FF2B5EF4-FFF2-40B4-BE49-F238E27FC236}">
                  <a16:creationId xmlns:a16="http://schemas.microsoft.com/office/drawing/2014/main" id="{98B02772-2694-5160-3C90-39C4B41B8442}"/>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44339"/>
            <a:ext cx="6400800" cy="891088"/>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10370"/>
            <a:ext cx="6400800" cy="576262"/>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cxnSp>
        <p:nvCxnSpPr>
          <p:cNvPr id="8" name="Straight Connector 7">
            <a:extLst>
              <a:ext uri="{FF2B5EF4-FFF2-40B4-BE49-F238E27FC236}">
                <a16:creationId xmlns:a16="http://schemas.microsoft.com/office/drawing/2014/main" id="{948B63FD-C81A-4041-6356-AA5D50DD4D78}"/>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19" name="Picture 18" descr="A close up of a keyboard&#10;&#10;Description automatically generated">
            <a:extLst>
              <a:ext uri="{FF2B5EF4-FFF2-40B4-BE49-F238E27FC236}">
                <a16:creationId xmlns:a16="http://schemas.microsoft.com/office/drawing/2014/main" id="{12149406-F223-523C-939D-E58959D957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3325" y="0"/>
            <a:ext cx="2150282" cy="6858000"/>
          </a:xfrm>
          <a:prstGeom prst="rect">
            <a:avLst/>
          </a:prstGeom>
        </p:spPr>
      </p:pic>
    </p:spTree>
    <p:extLst>
      <p:ext uri="{BB962C8B-B14F-4D97-AF65-F5344CB8AC3E}">
        <p14:creationId xmlns:p14="http://schemas.microsoft.com/office/powerpoint/2010/main" val="85129145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title" preserve="1">
  <p:cSld name="10_Title Slide Whit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12F6695E-384B-845A-DF0C-A496350C1AB8}"/>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grpSp>
        <p:nvGrpSpPr>
          <p:cNvPr id="23" name="logo">
            <a:extLst>
              <a:ext uri="{FF2B5EF4-FFF2-40B4-BE49-F238E27FC236}">
                <a16:creationId xmlns:a16="http://schemas.microsoft.com/office/drawing/2014/main" id="{2B31D2EA-52B8-AD2B-C497-3154AF0FAFD6}"/>
              </a:ext>
            </a:extLst>
          </p:cNvPr>
          <p:cNvGrpSpPr/>
          <p:nvPr/>
        </p:nvGrpSpPr>
        <p:grpSpPr>
          <a:xfrm>
            <a:off x="10399166" y="288515"/>
            <a:ext cx="1304318" cy="654046"/>
            <a:chOff x="0" y="0"/>
            <a:chExt cx="1304317" cy="654044"/>
          </a:xfrm>
        </p:grpSpPr>
        <p:sp>
          <p:nvSpPr>
            <p:cNvPr id="27" name="Rectangle 14">
              <a:extLst>
                <a:ext uri="{FF2B5EF4-FFF2-40B4-BE49-F238E27FC236}">
                  <a16:creationId xmlns:a16="http://schemas.microsoft.com/office/drawing/2014/main" id="{EF3CED76-15F4-8550-BB0F-D52F721BFB07}"/>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8" name="Freeform 12">
              <a:extLst>
                <a:ext uri="{FF2B5EF4-FFF2-40B4-BE49-F238E27FC236}">
                  <a16:creationId xmlns:a16="http://schemas.microsoft.com/office/drawing/2014/main" id="{C81A0AB8-39E0-ECA2-E2F4-E8165D80F67C}"/>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9" name="Freeform 13">
              <a:extLst>
                <a:ext uri="{FF2B5EF4-FFF2-40B4-BE49-F238E27FC236}">
                  <a16:creationId xmlns:a16="http://schemas.microsoft.com/office/drawing/2014/main" id="{BED061E0-5106-44E9-6711-AD42D5839E40}"/>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0" name="Rectangle 18">
              <a:extLst>
                <a:ext uri="{FF2B5EF4-FFF2-40B4-BE49-F238E27FC236}">
                  <a16:creationId xmlns:a16="http://schemas.microsoft.com/office/drawing/2014/main" id="{9A86F3DB-FDB9-A378-C7DF-E8268D15CED4}"/>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1" name="Freeform 15">
              <a:extLst>
                <a:ext uri="{FF2B5EF4-FFF2-40B4-BE49-F238E27FC236}">
                  <a16:creationId xmlns:a16="http://schemas.microsoft.com/office/drawing/2014/main" id="{E9BD7A11-736B-BFAE-CB3D-CBB78DA2D306}"/>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2" name="Freeform 16">
              <a:extLst>
                <a:ext uri="{FF2B5EF4-FFF2-40B4-BE49-F238E27FC236}">
                  <a16:creationId xmlns:a16="http://schemas.microsoft.com/office/drawing/2014/main" id="{5F9868A8-1DC9-52B9-6624-D392C4186957}"/>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3" name="Freeform 17">
              <a:extLst>
                <a:ext uri="{FF2B5EF4-FFF2-40B4-BE49-F238E27FC236}">
                  <a16:creationId xmlns:a16="http://schemas.microsoft.com/office/drawing/2014/main" id="{98B02772-2694-5160-3C90-39C4B41B8442}"/>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44339"/>
            <a:ext cx="6400800" cy="891088"/>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10370"/>
            <a:ext cx="6400800" cy="576262"/>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cxnSp>
        <p:nvCxnSpPr>
          <p:cNvPr id="8" name="Straight Connector 7">
            <a:extLst>
              <a:ext uri="{FF2B5EF4-FFF2-40B4-BE49-F238E27FC236}">
                <a16:creationId xmlns:a16="http://schemas.microsoft.com/office/drawing/2014/main" id="{948B63FD-C81A-4041-6356-AA5D50DD4D78}"/>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18" name="Picture 17" descr="A colorful arrows with white lines&#10;&#10;Description automatically generated with medium confidence">
            <a:extLst>
              <a:ext uri="{FF2B5EF4-FFF2-40B4-BE49-F238E27FC236}">
                <a16:creationId xmlns:a16="http://schemas.microsoft.com/office/drawing/2014/main" id="{0FB21A27-ED58-7A15-08A1-8C53B8CB23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3325" y="0"/>
            <a:ext cx="2150282" cy="6858000"/>
          </a:xfrm>
          <a:prstGeom prst="rect">
            <a:avLst/>
          </a:prstGeom>
        </p:spPr>
      </p:pic>
    </p:spTree>
    <p:extLst>
      <p:ext uri="{BB962C8B-B14F-4D97-AF65-F5344CB8AC3E}">
        <p14:creationId xmlns:p14="http://schemas.microsoft.com/office/powerpoint/2010/main" val="420318196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Divider Black">
    <p:bg>
      <p:bgPr>
        <a:solidFill>
          <a:srgbClr val="FFFFFF"/>
        </a:solidFill>
        <a:effectLst/>
      </p:bgPr>
    </p:bg>
    <p:spTree>
      <p:nvGrpSpPr>
        <p:cNvPr id="1" name=""/>
        <p:cNvGrpSpPr/>
        <p:nvPr/>
      </p:nvGrpSpPr>
      <p:grpSpPr>
        <a:xfrm>
          <a:off x="0" y="0"/>
          <a:ext cx="0" cy="0"/>
          <a:chOff x="0" y="0"/>
          <a:chExt cx="0" cy="0"/>
        </a:xfrm>
      </p:grpSpPr>
      <p:pic>
        <p:nvPicPr>
          <p:cNvPr id="6" name="Picture 5" descr="A black background with white text&#10;&#10;Description automatically generated">
            <a:extLst>
              <a:ext uri="{FF2B5EF4-FFF2-40B4-BE49-F238E27FC236}">
                <a16:creationId xmlns:a16="http://schemas.microsoft.com/office/drawing/2014/main" id="{2836832A-41B6-5B3A-3272-DCC2CB3ACAA1}"/>
              </a:ext>
            </a:extLst>
          </p:cNvPr>
          <p:cNvPicPr>
            <a:picLocks noChangeAspect="1"/>
          </p:cNvPicPr>
          <p:nvPr/>
        </p:nvPicPr>
        <p:blipFill rotWithShape="1">
          <a:blip r:embed="rId3">
            <a:extLst>
              <a:ext uri="{28A0092B-C50C-407E-A947-70E740481C1C}">
                <a14:useLocalDpi xmlns:a14="http://schemas.microsoft.com/office/drawing/2010/main" val="0"/>
              </a:ext>
            </a:extLst>
          </a:blip>
          <a:srcRect b="7869"/>
          <a:stretch/>
        </p:blipFill>
        <p:spPr>
          <a:xfrm>
            <a:off x="1524" y="0"/>
            <a:ext cx="12190476" cy="6318328"/>
          </a:xfrm>
          <a:prstGeom prst="rect">
            <a:avLst/>
          </a:prstGeom>
        </p:spPr>
      </p:pic>
      <p:sp>
        <p:nvSpPr>
          <p:cNvPr id="97" name="Do not remove" hidden="1">
            <a:extLst>
              <a:ext uri="{FF2B5EF4-FFF2-40B4-BE49-F238E27FC236}">
                <a16:creationId xmlns:a16="http://schemas.microsoft.com/office/drawing/2014/main" id="{D2142778-1665-7187-CF4E-1A87D592EBAE}"/>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title" hasCustomPrompt="1"/>
          </p:nvPr>
        </p:nvSpPr>
        <p:spPr>
          <a:xfrm>
            <a:off x="1110326" y="2507936"/>
            <a:ext cx="8224172" cy="1308905"/>
          </a:xfrm>
        </p:spPr>
        <p:txBody>
          <a:bodyPr anchor="ctr">
            <a:noAutofit/>
          </a:bodyPr>
          <a:lstStyle>
            <a:lvl1pPr>
              <a:defRPr sz="3000" b="0" i="0"/>
            </a:lvl1pPr>
          </a:lstStyle>
          <a:p>
            <a:r>
              <a:rPr dirty="0"/>
              <a:t>Black Divider – Title Case, 30 pts</a:t>
            </a:r>
          </a:p>
        </p:txBody>
      </p:sp>
      <p:cxnSp>
        <p:nvCxnSpPr>
          <p:cNvPr id="116" name="Straight Connector 115">
            <a:extLst>
              <a:ext uri="{FF2B5EF4-FFF2-40B4-BE49-F238E27FC236}">
                <a16:creationId xmlns:a16="http://schemas.microsoft.com/office/drawing/2014/main" id="{B6643A00-3935-E2B1-5043-608EC8E51476}"/>
              </a:ext>
            </a:extLst>
          </p:cNvPr>
          <p:cNvCxnSpPr>
            <a:cxnSpLocks/>
          </p:cNvCxnSpPr>
          <p:nvPr/>
        </p:nvCxnSpPr>
        <p:spPr>
          <a:xfrm>
            <a:off x="936830" y="2455386"/>
            <a:ext cx="0" cy="1441238"/>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ABE8A185-7CC5-8DF2-08D4-94325124A732}"/>
              </a:ext>
            </a:extLst>
          </p:cNvPr>
          <p:cNvGrpSpPr/>
          <p:nvPr/>
        </p:nvGrpSpPr>
        <p:grpSpPr>
          <a:xfrm>
            <a:off x="9639073" y="94590"/>
            <a:ext cx="1203437" cy="6132474"/>
            <a:chOff x="9753494" y="94590"/>
            <a:chExt cx="1203437" cy="6132474"/>
          </a:xfrm>
          <a:solidFill>
            <a:srgbClr val="FF6600"/>
          </a:solidFill>
        </p:grpSpPr>
        <p:sp>
          <p:nvSpPr>
            <p:cNvPr id="4" name="Rectangle 3">
              <a:extLst>
                <a:ext uri="{FF2B5EF4-FFF2-40B4-BE49-F238E27FC236}">
                  <a16:creationId xmlns:a16="http://schemas.microsoft.com/office/drawing/2014/main" id="{92D9FF62-1783-26A4-8457-F9E1B204A2A6}"/>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5" name="Rectangle 4">
              <a:extLst>
                <a:ext uri="{FF2B5EF4-FFF2-40B4-BE49-F238E27FC236}">
                  <a16:creationId xmlns:a16="http://schemas.microsoft.com/office/drawing/2014/main" id="{A07EB91C-D030-4041-5E2F-EEED39CD6873}"/>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7" name="Rectangle 6">
              <a:extLst>
                <a:ext uri="{FF2B5EF4-FFF2-40B4-BE49-F238E27FC236}">
                  <a16:creationId xmlns:a16="http://schemas.microsoft.com/office/drawing/2014/main" id="{BEEF1472-58B3-29DB-5FF5-16A5912B59C8}"/>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8" name="Rectangle 7">
              <a:extLst>
                <a:ext uri="{FF2B5EF4-FFF2-40B4-BE49-F238E27FC236}">
                  <a16:creationId xmlns:a16="http://schemas.microsoft.com/office/drawing/2014/main" id="{4ACFF0F4-DCD0-8DEA-6AD2-13C2EE5556A7}"/>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9" name="Rectangle 8">
              <a:extLst>
                <a:ext uri="{FF2B5EF4-FFF2-40B4-BE49-F238E27FC236}">
                  <a16:creationId xmlns:a16="http://schemas.microsoft.com/office/drawing/2014/main" id="{E2D9878C-C730-0342-B36B-DDCA9566F0FE}"/>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0" name="Rectangle 9">
              <a:extLst>
                <a:ext uri="{FF2B5EF4-FFF2-40B4-BE49-F238E27FC236}">
                  <a16:creationId xmlns:a16="http://schemas.microsoft.com/office/drawing/2014/main" id="{AEC5151D-8924-6BD0-A39E-26C0490277B5}"/>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1" name="Rectangle 10">
              <a:extLst>
                <a:ext uri="{FF2B5EF4-FFF2-40B4-BE49-F238E27FC236}">
                  <a16:creationId xmlns:a16="http://schemas.microsoft.com/office/drawing/2014/main" id="{D6D38BAC-7559-C221-3AEC-2C4AA9E48F4A}"/>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2" name="Rectangle 11">
              <a:extLst>
                <a:ext uri="{FF2B5EF4-FFF2-40B4-BE49-F238E27FC236}">
                  <a16:creationId xmlns:a16="http://schemas.microsoft.com/office/drawing/2014/main" id="{4ADC0C96-60F7-E783-BBD3-68356E23AF17}"/>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3" name="Rectangle 12">
              <a:extLst>
                <a:ext uri="{FF2B5EF4-FFF2-40B4-BE49-F238E27FC236}">
                  <a16:creationId xmlns:a16="http://schemas.microsoft.com/office/drawing/2014/main" id="{14046838-4B34-25E6-A1AE-67D6B57C041D}"/>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4" name="Rectangle 13">
              <a:extLst>
                <a:ext uri="{FF2B5EF4-FFF2-40B4-BE49-F238E27FC236}">
                  <a16:creationId xmlns:a16="http://schemas.microsoft.com/office/drawing/2014/main" id="{901A434B-AF20-6D6A-96D3-2BBD4CD25B4F}"/>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5" name="Rectangle 14">
              <a:extLst>
                <a:ext uri="{FF2B5EF4-FFF2-40B4-BE49-F238E27FC236}">
                  <a16:creationId xmlns:a16="http://schemas.microsoft.com/office/drawing/2014/main" id="{4FED9880-692D-851F-73D5-51F1CB624B9A}"/>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6" name="Rectangle 15">
              <a:extLst>
                <a:ext uri="{FF2B5EF4-FFF2-40B4-BE49-F238E27FC236}">
                  <a16:creationId xmlns:a16="http://schemas.microsoft.com/office/drawing/2014/main" id="{0E54A763-B60B-FB11-9CF0-5AFEF3E7FA73}"/>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7" name="Rectangle 16">
              <a:extLst>
                <a:ext uri="{FF2B5EF4-FFF2-40B4-BE49-F238E27FC236}">
                  <a16:creationId xmlns:a16="http://schemas.microsoft.com/office/drawing/2014/main" id="{75218AC3-A5E3-3C58-D7A7-2FE06D0C7C04}"/>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8" name="Rectangle 17">
              <a:extLst>
                <a:ext uri="{FF2B5EF4-FFF2-40B4-BE49-F238E27FC236}">
                  <a16:creationId xmlns:a16="http://schemas.microsoft.com/office/drawing/2014/main" id="{66EF80D1-777A-BB34-F7CC-DFA578B067D9}"/>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9" name="Rectangle 18">
              <a:extLst>
                <a:ext uri="{FF2B5EF4-FFF2-40B4-BE49-F238E27FC236}">
                  <a16:creationId xmlns:a16="http://schemas.microsoft.com/office/drawing/2014/main" id="{34D83B75-B404-5A43-6A41-78A507B5EEC0}"/>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0" name="Rectangle 19">
              <a:extLst>
                <a:ext uri="{FF2B5EF4-FFF2-40B4-BE49-F238E27FC236}">
                  <a16:creationId xmlns:a16="http://schemas.microsoft.com/office/drawing/2014/main" id="{01D4675A-84E6-A9E3-4AB2-028793AF8E5F}"/>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1" name="Rectangle 20">
              <a:extLst>
                <a:ext uri="{FF2B5EF4-FFF2-40B4-BE49-F238E27FC236}">
                  <a16:creationId xmlns:a16="http://schemas.microsoft.com/office/drawing/2014/main" id="{BF102569-15A9-0F29-C7F7-11CBD384F615}"/>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Tree>
    <p:extLst>
      <p:ext uri="{BB962C8B-B14F-4D97-AF65-F5344CB8AC3E}">
        <p14:creationId xmlns:p14="http://schemas.microsoft.com/office/powerpoint/2010/main" val="190203269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2_Divider Black">
    <p:bg>
      <p:bgPr>
        <a:solidFill>
          <a:srgbClr val="FFFFFF"/>
        </a:solidFill>
        <a:effectLst/>
      </p:bgPr>
    </p:bg>
    <p:spTree>
      <p:nvGrpSpPr>
        <p:cNvPr id="1" name=""/>
        <p:cNvGrpSpPr/>
        <p:nvPr/>
      </p:nvGrpSpPr>
      <p:grpSpPr>
        <a:xfrm>
          <a:off x="0" y="0"/>
          <a:ext cx="0" cy="0"/>
          <a:chOff x="0" y="0"/>
          <a:chExt cx="0" cy="0"/>
        </a:xfrm>
      </p:grpSpPr>
      <p:pic>
        <p:nvPicPr>
          <p:cNvPr id="6" name="Picture 5" descr="A black background with white text&#10;&#10;Description automatically generated">
            <a:extLst>
              <a:ext uri="{FF2B5EF4-FFF2-40B4-BE49-F238E27FC236}">
                <a16:creationId xmlns:a16="http://schemas.microsoft.com/office/drawing/2014/main" id="{2836832A-41B6-5B3A-3272-DCC2CB3ACAA1}"/>
              </a:ext>
            </a:extLst>
          </p:cNvPr>
          <p:cNvPicPr>
            <a:picLocks noChangeAspect="1"/>
          </p:cNvPicPr>
          <p:nvPr/>
        </p:nvPicPr>
        <p:blipFill rotWithShape="1">
          <a:blip r:embed="rId3">
            <a:extLst>
              <a:ext uri="{28A0092B-C50C-407E-A947-70E740481C1C}">
                <a14:useLocalDpi xmlns:a14="http://schemas.microsoft.com/office/drawing/2010/main" val="0"/>
              </a:ext>
            </a:extLst>
          </a:blip>
          <a:srcRect b="7869"/>
          <a:stretch/>
        </p:blipFill>
        <p:spPr>
          <a:xfrm>
            <a:off x="1524" y="0"/>
            <a:ext cx="12188952" cy="6318328"/>
          </a:xfrm>
          <a:prstGeom prst="rect">
            <a:avLst/>
          </a:prstGeom>
        </p:spPr>
      </p:pic>
      <p:sp>
        <p:nvSpPr>
          <p:cNvPr id="97" name="Do not remove" hidden="1">
            <a:extLst>
              <a:ext uri="{FF2B5EF4-FFF2-40B4-BE49-F238E27FC236}">
                <a16:creationId xmlns:a16="http://schemas.microsoft.com/office/drawing/2014/main" id="{D2142778-1665-7187-CF4E-1A87D592EBAE}"/>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title" hasCustomPrompt="1"/>
          </p:nvPr>
        </p:nvSpPr>
        <p:spPr>
          <a:xfrm>
            <a:off x="1110326" y="2507936"/>
            <a:ext cx="8224167" cy="1308905"/>
          </a:xfrm>
        </p:spPr>
        <p:txBody>
          <a:bodyPr anchor="ctr">
            <a:noAutofit/>
          </a:bodyPr>
          <a:lstStyle>
            <a:lvl1pPr>
              <a:defRPr sz="3000" b="0" i="0"/>
            </a:lvl1pPr>
          </a:lstStyle>
          <a:p>
            <a:r>
              <a:rPr dirty="0"/>
              <a:t>Black Divider – Title Case, 30 pts</a:t>
            </a:r>
          </a:p>
        </p:txBody>
      </p:sp>
      <p:cxnSp>
        <p:nvCxnSpPr>
          <p:cNvPr id="116" name="Straight Connector 115">
            <a:extLst>
              <a:ext uri="{FF2B5EF4-FFF2-40B4-BE49-F238E27FC236}">
                <a16:creationId xmlns:a16="http://schemas.microsoft.com/office/drawing/2014/main" id="{B6643A00-3935-E2B1-5043-608EC8E51476}"/>
              </a:ext>
            </a:extLst>
          </p:cNvPr>
          <p:cNvCxnSpPr>
            <a:cxnSpLocks/>
          </p:cNvCxnSpPr>
          <p:nvPr/>
        </p:nvCxnSpPr>
        <p:spPr>
          <a:xfrm>
            <a:off x="936830" y="2455386"/>
            <a:ext cx="0" cy="1441238"/>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4823288B-85DB-294C-7692-E411DA7ACCE3}"/>
              </a:ext>
            </a:extLst>
          </p:cNvPr>
          <p:cNvGrpSpPr/>
          <p:nvPr/>
        </p:nvGrpSpPr>
        <p:grpSpPr>
          <a:xfrm>
            <a:off x="9639073" y="94590"/>
            <a:ext cx="1203437" cy="6132474"/>
            <a:chOff x="9753494" y="94590"/>
            <a:chExt cx="1203437" cy="6132474"/>
          </a:xfrm>
          <a:solidFill>
            <a:schemeClr val="accent1"/>
          </a:solidFill>
        </p:grpSpPr>
        <p:sp>
          <p:nvSpPr>
            <p:cNvPr id="4" name="Rectangle 3">
              <a:extLst>
                <a:ext uri="{FF2B5EF4-FFF2-40B4-BE49-F238E27FC236}">
                  <a16:creationId xmlns:a16="http://schemas.microsoft.com/office/drawing/2014/main" id="{17BA5C27-AA79-8996-6DA5-B80463A8EC83}"/>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5" name="Rectangle 4">
              <a:extLst>
                <a:ext uri="{FF2B5EF4-FFF2-40B4-BE49-F238E27FC236}">
                  <a16:creationId xmlns:a16="http://schemas.microsoft.com/office/drawing/2014/main" id="{EAC9966E-94ED-4A7D-9793-5AFB7AC96DC9}"/>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7" name="Rectangle 6">
              <a:extLst>
                <a:ext uri="{FF2B5EF4-FFF2-40B4-BE49-F238E27FC236}">
                  <a16:creationId xmlns:a16="http://schemas.microsoft.com/office/drawing/2014/main" id="{0851D640-403A-F0EF-0CF6-DBE2B2ED4525}"/>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8" name="Rectangle 7">
              <a:extLst>
                <a:ext uri="{FF2B5EF4-FFF2-40B4-BE49-F238E27FC236}">
                  <a16:creationId xmlns:a16="http://schemas.microsoft.com/office/drawing/2014/main" id="{5C8A3055-9D50-F167-002E-40D8D70E8A1A}"/>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9" name="Rectangle 8">
              <a:extLst>
                <a:ext uri="{FF2B5EF4-FFF2-40B4-BE49-F238E27FC236}">
                  <a16:creationId xmlns:a16="http://schemas.microsoft.com/office/drawing/2014/main" id="{E825A6E9-454D-1045-3C19-52BB554D0388}"/>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0" name="Rectangle 9">
              <a:extLst>
                <a:ext uri="{FF2B5EF4-FFF2-40B4-BE49-F238E27FC236}">
                  <a16:creationId xmlns:a16="http://schemas.microsoft.com/office/drawing/2014/main" id="{5C7B9FF2-800B-7C30-91B3-C3D3DEB96A8A}"/>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1" name="Rectangle 10">
              <a:extLst>
                <a:ext uri="{FF2B5EF4-FFF2-40B4-BE49-F238E27FC236}">
                  <a16:creationId xmlns:a16="http://schemas.microsoft.com/office/drawing/2014/main" id="{7C624F50-4483-DCCB-F913-795D6ED8680B}"/>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2" name="Rectangle 11">
              <a:extLst>
                <a:ext uri="{FF2B5EF4-FFF2-40B4-BE49-F238E27FC236}">
                  <a16:creationId xmlns:a16="http://schemas.microsoft.com/office/drawing/2014/main" id="{24F87313-457F-A8C1-C7F3-E48314E820DC}"/>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3" name="Rectangle 12">
              <a:extLst>
                <a:ext uri="{FF2B5EF4-FFF2-40B4-BE49-F238E27FC236}">
                  <a16:creationId xmlns:a16="http://schemas.microsoft.com/office/drawing/2014/main" id="{DC5D1342-7259-A923-8427-A29C2376134B}"/>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4" name="Rectangle 13">
              <a:extLst>
                <a:ext uri="{FF2B5EF4-FFF2-40B4-BE49-F238E27FC236}">
                  <a16:creationId xmlns:a16="http://schemas.microsoft.com/office/drawing/2014/main" id="{03169C29-E12E-AC01-E90D-9D26D0C3CD94}"/>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5" name="Rectangle 14">
              <a:extLst>
                <a:ext uri="{FF2B5EF4-FFF2-40B4-BE49-F238E27FC236}">
                  <a16:creationId xmlns:a16="http://schemas.microsoft.com/office/drawing/2014/main" id="{9A28C2CF-A156-6D34-10C0-756E803C7754}"/>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6" name="Rectangle 15">
              <a:extLst>
                <a:ext uri="{FF2B5EF4-FFF2-40B4-BE49-F238E27FC236}">
                  <a16:creationId xmlns:a16="http://schemas.microsoft.com/office/drawing/2014/main" id="{793D1C2B-2204-3B4C-B8B9-91FFA18189D0}"/>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7" name="Rectangle 16">
              <a:extLst>
                <a:ext uri="{FF2B5EF4-FFF2-40B4-BE49-F238E27FC236}">
                  <a16:creationId xmlns:a16="http://schemas.microsoft.com/office/drawing/2014/main" id="{1880319C-F010-8B13-F94B-4404AB783BC0}"/>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8" name="Rectangle 17">
              <a:extLst>
                <a:ext uri="{FF2B5EF4-FFF2-40B4-BE49-F238E27FC236}">
                  <a16:creationId xmlns:a16="http://schemas.microsoft.com/office/drawing/2014/main" id="{2240FFEE-CE8F-33E5-5665-981321575E28}"/>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9" name="Rectangle 18">
              <a:extLst>
                <a:ext uri="{FF2B5EF4-FFF2-40B4-BE49-F238E27FC236}">
                  <a16:creationId xmlns:a16="http://schemas.microsoft.com/office/drawing/2014/main" id="{599DE9CF-89DE-162B-0A97-F1CC5204935A}"/>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0" name="Rectangle 19">
              <a:extLst>
                <a:ext uri="{FF2B5EF4-FFF2-40B4-BE49-F238E27FC236}">
                  <a16:creationId xmlns:a16="http://schemas.microsoft.com/office/drawing/2014/main" id="{8D0BCD30-22D1-9DE4-8A44-6BDC4D88B372}"/>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1" name="Rectangle 20">
              <a:extLst>
                <a:ext uri="{FF2B5EF4-FFF2-40B4-BE49-F238E27FC236}">
                  <a16:creationId xmlns:a16="http://schemas.microsoft.com/office/drawing/2014/main" id="{5C28168B-4BBA-7805-B250-ACA5ACD7487B}"/>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Tree>
    <p:extLst>
      <p:ext uri="{BB962C8B-B14F-4D97-AF65-F5344CB8AC3E}">
        <p14:creationId xmlns:p14="http://schemas.microsoft.com/office/powerpoint/2010/main" val="2148471644"/>
      </p:ext>
    </p:extLst>
  </p:cSld>
  <p:clrMapOvr>
    <a:overrideClrMapping bg1="dk1" tx1="lt1" bg2="dk2" tx2="lt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1_Divider Black">
    <p:bg>
      <p:bgPr>
        <a:solidFill>
          <a:srgbClr val="FFFFFF"/>
        </a:solidFill>
        <a:effectLst/>
      </p:bgPr>
    </p:bg>
    <p:spTree>
      <p:nvGrpSpPr>
        <p:cNvPr id="1" name=""/>
        <p:cNvGrpSpPr/>
        <p:nvPr/>
      </p:nvGrpSpPr>
      <p:grpSpPr>
        <a:xfrm>
          <a:off x="0" y="0"/>
          <a:ext cx="0" cy="0"/>
          <a:chOff x="0" y="0"/>
          <a:chExt cx="0" cy="0"/>
        </a:xfrm>
      </p:grpSpPr>
      <p:pic>
        <p:nvPicPr>
          <p:cNvPr id="6" name="Picture 5" descr="A black background with white text&#10;&#10;Description automatically generated">
            <a:extLst>
              <a:ext uri="{FF2B5EF4-FFF2-40B4-BE49-F238E27FC236}">
                <a16:creationId xmlns:a16="http://schemas.microsoft.com/office/drawing/2014/main" id="{2836832A-41B6-5B3A-3272-DCC2CB3ACAA1}"/>
              </a:ext>
            </a:extLst>
          </p:cNvPr>
          <p:cNvPicPr>
            <a:picLocks noChangeAspect="1"/>
          </p:cNvPicPr>
          <p:nvPr/>
        </p:nvPicPr>
        <p:blipFill rotWithShape="1">
          <a:blip r:embed="rId3">
            <a:extLst>
              <a:ext uri="{28A0092B-C50C-407E-A947-70E740481C1C}">
                <a14:useLocalDpi xmlns:a14="http://schemas.microsoft.com/office/drawing/2010/main" val="0"/>
              </a:ext>
            </a:extLst>
          </a:blip>
          <a:srcRect b="7869"/>
          <a:stretch/>
        </p:blipFill>
        <p:spPr>
          <a:xfrm>
            <a:off x="1524" y="0"/>
            <a:ext cx="12188952" cy="6318328"/>
          </a:xfrm>
          <a:prstGeom prst="rect">
            <a:avLst/>
          </a:prstGeom>
        </p:spPr>
      </p:pic>
      <p:sp>
        <p:nvSpPr>
          <p:cNvPr id="97" name="Do not remove" hidden="1">
            <a:extLst>
              <a:ext uri="{FF2B5EF4-FFF2-40B4-BE49-F238E27FC236}">
                <a16:creationId xmlns:a16="http://schemas.microsoft.com/office/drawing/2014/main" id="{D2142778-1665-7187-CF4E-1A87D592EBAE}"/>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title" hasCustomPrompt="1"/>
          </p:nvPr>
        </p:nvSpPr>
        <p:spPr>
          <a:xfrm>
            <a:off x="1110325" y="2507936"/>
            <a:ext cx="8224171" cy="1308905"/>
          </a:xfrm>
        </p:spPr>
        <p:txBody>
          <a:bodyPr anchor="ctr">
            <a:noAutofit/>
          </a:bodyPr>
          <a:lstStyle>
            <a:lvl1pPr>
              <a:defRPr sz="3000" b="0" i="0"/>
            </a:lvl1pPr>
          </a:lstStyle>
          <a:p>
            <a:r>
              <a:rPr dirty="0"/>
              <a:t>Black Divider – Title Case, 30 pts</a:t>
            </a:r>
          </a:p>
        </p:txBody>
      </p:sp>
      <p:cxnSp>
        <p:nvCxnSpPr>
          <p:cNvPr id="116" name="Straight Connector 115">
            <a:extLst>
              <a:ext uri="{FF2B5EF4-FFF2-40B4-BE49-F238E27FC236}">
                <a16:creationId xmlns:a16="http://schemas.microsoft.com/office/drawing/2014/main" id="{B6643A00-3935-E2B1-5043-608EC8E51476}"/>
              </a:ext>
            </a:extLst>
          </p:cNvPr>
          <p:cNvCxnSpPr>
            <a:cxnSpLocks/>
          </p:cNvCxnSpPr>
          <p:nvPr/>
        </p:nvCxnSpPr>
        <p:spPr>
          <a:xfrm>
            <a:off x="936830" y="2455386"/>
            <a:ext cx="0" cy="1441238"/>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D221F578-8781-87B9-1187-A0BDA8D2878B}"/>
              </a:ext>
            </a:extLst>
          </p:cNvPr>
          <p:cNvGrpSpPr/>
          <p:nvPr/>
        </p:nvGrpSpPr>
        <p:grpSpPr>
          <a:xfrm>
            <a:off x="9639073" y="94590"/>
            <a:ext cx="1203437" cy="6132474"/>
            <a:chOff x="9753494" y="94590"/>
            <a:chExt cx="1203437" cy="6132474"/>
          </a:xfrm>
          <a:solidFill>
            <a:srgbClr val="595959"/>
          </a:solidFill>
        </p:grpSpPr>
        <p:sp>
          <p:nvSpPr>
            <p:cNvPr id="4" name="Rectangle 3">
              <a:extLst>
                <a:ext uri="{FF2B5EF4-FFF2-40B4-BE49-F238E27FC236}">
                  <a16:creationId xmlns:a16="http://schemas.microsoft.com/office/drawing/2014/main" id="{6FFCE611-42DE-D3A0-B024-675EA52C69A4}"/>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5" name="Rectangle 4">
              <a:extLst>
                <a:ext uri="{FF2B5EF4-FFF2-40B4-BE49-F238E27FC236}">
                  <a16:creationId xmlns:a16="http://schemas.microsoft.com/office/drawing/2014/main" id="{E8E5C990-DBD9-DD57-7096-A8AE3AD433C4}"/>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7" name="Rectangle 6">
              <a:extLst>
                <a:ext uri="{FF2B5EF4-FFF2-40B4-BE49-F238E27FC236}">
                  <a16:creationId xmlns:a16="http://schemas.microsoft.com/office/drawing/2014/main" id="{36A0AA81-A215-2ECB-BE8E-1D84D2048D33}"/>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8" name="Rectangle 7">
              <a:extLst>
                <a:ext uri="{FF2B5EF4-FFF2-40B4-BE49-F238E27FC236}">
                  <a16:creationId xmlns:a16="http://schemas.microsoft.com/office/drawing/2014/main" id="{C62D2DFC-E136-27C3-7563-19774A088E49}"/>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9" name="Rectangle 8">
              <a:extLst>
                <a:ext uri="{FF2B5EF4-FFF2-40B4-BE49-F238E27FC236}">
                  <a16:creationId xmlns:a16="http://schemas.microsoft.com/office/drawing/2014/main" id="{D608960A-1BA0-886B-E5F2-5BC64D08296B}"/>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0" name="Rectangle 9">
              <a:extLst>
                <a:ext uri="{FF2B5EF4-FFF2-40B4-BE49-F238E27FC236}">
                  <a16:creationId xmlns:a16="http://schemas.microsoft.com/office/drawing/2014/main" id="{220EFEB0-AFF1-0449-96EE-2B2E255EFC17}"/>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1" name="Rectangle 10">
              <a:extLst>
                <a:ext uri="{FF2B5EF4-FFF2-40B4-BE49-F238E27FC236}">
                  <a16:creationId xmlns:a16="http://schemas.microsoft.com/office/drawing/2014/main" id="{4A355978-1D9A-704C-8801-4F2AF661DE55}"/>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2" name="Rectangle 11">
              <a:extLst>
                <a:ext uri="{FF2B5EF4-FFF2-40B4-BE49-F238E27FC236}">
                  <a16:creationId xmlns:a16="http://schemas.microsoft.com/office/drawing/2014/main" id="{A0F42F9C-AE72-ACAD-5BD9-F230333AC8ED}"/>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3" name="Rectangle 12">
              <a:extLst>
                <a:ext uri="{FF2B5EF4-FFF2-40B4-BE49-F238E27FC236}">
                  <a16:creationId xmlns:a16="http://schemas.microsoft.com/office/drawing/2014/main" id="{1AEE4BCC-1A37-A423-7099-63ADA4768F5F}"/>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4" name="Rectangle 13">
              <a:extLst>
                <a:ext uri="{FF2B5EF4-FFF2-40B4-BE49-F238E27FC236}">
                  <a16:creationId xmlns:a16="http://schemas.microsoft.com/office/drawing/2014/main" id="{DFFCA398-D3EA-1334-408C-C62E52B27288}"/>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5" name="Rectangle 14">
              <a:extLst>
                <a:ext uri="{FF2B5EF4-FFF2-40B4-BE49-F238E27FC236}">
                  <a16:creationId xmlns:a16="http://schemas.microsoft.com/office/drawing/2014/main" id="{D5CBF2C9-1C88-D3E9-013C-84B3A3E703C3}"/>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6" name="Rectangle 15">
              <a:extLst>
                <a:ext uri="{FF2B5EF4-FFF2-40B4-BE49-F238E27FC236}">
                  <a16:creationId xmlns:a16="http://schemas.microsoft.com/office/drawing/2014/main" id="{E468EB1A-9332-B3FD-730E-0682C6A4F804}"/>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7" name="Rectangle 16">
              <a:extLst>
                <a:ext uri="{FF2B5EF4-FFF2-40B4-BE49-F238E27FC236}">
                  <a16:creationId xmlns:a16="http://schemas.microsoft.com/office/drawing/2014/main" id="{1CE2BB46-9251-46E4-7F05-58C65619D9A3}"/>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8" name="Rectangle 17">
              <a:extLst>
                <a:ext uri="{FF2B5EF4-FFF2-40B4-BE49-F238E27FC236}">
                  <a16:creationId xmlns:a16="http://schemas.microsoft.com/office/drawing/2014/main" id="{A1AFAAD7-3E76-6B83-6B9D-56DD8D99062A}"/>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9" name="Rectangle 18">
              <a:extLst>
                <a:ext uri="{FF2B5EF4-FFF2-40B4-BE49-F238E27FC236}">
                  <a16:creationId xmlns:a16="http://schemas.microsoft.com/office/drawing/2014/main" id="{C71A03D1-052B-32CC-B4A4-C89BFE18BB98}"/>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0" name="Rectangle 19">
              <a:extLst>
                <a:ext uri="{FF2B5EF4-FFF2-40B4-BE49-F238E27FC236}">
                  <a16:creationId xmlns:a16="http://schemas.microsoft.com/office/drawing/2014/main" id="{5E9A21F8-7C62-3391-5B7F-885334AAB5A2}"/>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1" name="Rectangle 20">
              <a:extLst>
                <a:ext uri="{FF2B5EF4-FFF2-40B4-BE49-F238E27FC236}">
                  <a16:creationId xmlns:a16="http://schemas.microsoft.com/office/drawing/2014/main" id="{5B04FA80-A1C6-BB97-0092-5F2912F0C6A9}"/>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Tree>
    <p:extLst>
      <p:ext uri="{BB962C8B-B14F-4D97-AF65-F5344CB8AC3E}">
        <p14:creationId xmlns:p14="http://schemas.microsoft.com/office/powerpoint/2010/main" val="1408681616"/>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ivider Whi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110326" y="2507936"/>
            <a:ext cx="8224171" cy="1308905"/>
          </a:xfrm>
        </p:spPr>
        <p:txBody>
          <a:bodyPr anchor="ctr">
            <a:noAutofit/>
          </a:bodyPr>
          <a:lstStyle>
            <a:lvl1pPr>
              <a:defRPr sz="3000" b="0" i="0"/>
            </a:lvl1pPr>
          </a:lstStyle>
          <a:p>
            <a:r>
              <a:t>White Divider – Title Case, 30 pts</a:t>
            </a:r>
          </a:p>
        </p:txBody>
      </p:sp>
      <p:cxnSp>
        <p:nvCxnSpPr>
          <p:cNvPr id="6" name="Straight Connector 5">
            <a:extLst>
              <a:ext uri="{FF2B5EF4-FFF2-40B4-BE49-F238E27FC236}">
                <a16:creationId xmlns:a16="http://schemas.microsoft.com/office/drawing/2014/main" id="{1BD95BB5-0206-4581-E3B2-ABC43F6BD72B}"/>
              </a:ext>
            </a:extLst>
          </p:cNvPr>
          <p:cNvCxnSpPr>
            <a:cxnSpLocks/>
          </p:cNvCxnSpPr>
          <p:nvPr/>
        </p:nvCxnSpPr>
        <p:spPr>
          <a:xfrm>
            <a:off x="936830" y="2455386"/>
            <a:ext cx="0" cy="1441238"/>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665C47B4-A1BC-B5BD-855F-8F2E18EDBB14}"/>
              </a:ext>
            </a:extLst>
          </p:cNvPr>
          <p:cNvGrpSpPr/>
          <p:nvPr/>
        </p:nvGrpSpPr>
        <p:grpSpPr>
          <a:xfrm>
            <a:off x="9639073" y="94590"/>
            <a:ext cx="1203437" cy="6132474"/>
            <a:chOff x="9753494" y="94590"/>
            <a:chExt cx="1203437" cy="6132474"/>
          </a:xfrm>
          <a:solidFill>
            <a:srgbClr val="FF6600"/>
          </a:solidFill>
        </p:grpSpPr>
        <p:sp>
          <p:nvSpPr>
            <p:cNvPr id="4" name="Rectangle 3">
              <a:extLst>
                <a:ext uri="{FF2B5EF4-FFF2-40B4-BE49-F238E27FC236}">
                  <a16:creationId xmlns:a16="http://schemas.microsoft.com/office/drawing/2014/main" id="{8747B056-24B3-8E5E-F20B-DEF15D68B372}"/>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5" name="Rectangle 4">
              <a:extLst>
                <a:ext uri="{FF2B5EF4-FFF2-40B4-BE49-F238E27FC236}">
                  <a16:creationId xmlns:a16="http://schemas.microsoft.com/office/drawing/2014/main" id="{BFEEC365-0278-94FE-5DEE-BF8C4180735A}"/>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7" name="Rectangle 6">
              <a:extLst>
                <a:ext uri="{FF2B5EF4-FFF2-40B4-BE49-F238E27FC236}">
                  <a16:creationId xmlns:a16="http://schemas.microsoft.com/office/drawing/2014/main" id="{8C3FFA24-CE8C-989E-ECC2-59EE7D1B7E84}"/>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8" name="Rectangle 7">
              <a:extLst>
                <a:ext uri="{FF2B5EF4-FFF2-40B4-BE49-F238E27FC236}">
                  <a16:creationId xmlns:a16="http://schemas.microsoft.com/office/drawing/2014/main" id="{76EFC428-9EFB-D9E4-96DD-832CA540D176}"/>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9" name="Rectangle 8">
              <a:extLst>
                <a:ext uri="{FF2B5EF4-FFF2-40B4-BE49-F238E27FC236}">
                  <a16:creationId xmlns:a16="http://schemas.microsoft.com/office/drawing/2014/main" id="{EB205F4E-3DD3-DAAC-B848-DE93D01B5214}"/>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0" name="Rectangle 9">
              <a:extLst>
                <a:ext uri="{FF2B5EF4-FFF2-40B4-BE49-F238E27FC236}">
                  <a16:creationId xmlns:a16="http://schemas.microsoft.com/office/drawing/2014/main" id="{6F3DBCF8-5D44-D345-8340-DFAA50B1E6A8}"/>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1" name="Rectangle 10">
              <a:extLst>
                <a:ext uri="{FF2B5EF4-FFF2-40B4-BE49-F238E27FC236}">
                  <a16:creationId xmlns:a16="http://schemas.microsoft.com/office/drawing/2014/main" id="{906FEB0C-4484-0FC4-15F2-EC21C47FD2AB}"/>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2" name="Rectangle 11">
              <a:extLst>
                <a:ext uri="{FF2B5EF4-FFF2-40B4-BE49-F238E27FC236}">
                  <a16:creationId xmlns:a16="http://schemas.microsoft.com/office/drawing/2014/main" id="{E69889B1-EC10-78E5-C176-E2370E9EC149}"/>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3" name="Rectangle 12">
              <a:extLst>
                <a:ext uri="{FF2B5EF4-FFF2-40B4-BE49-F238E27FC236}">
                  <a16:creationId xmlns:a16="http://schemas.microsoft.com/office/drawing/2014/main" id="{50434E35-09C9-EC0D-AF03-094C63CEE21A}"/>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4" name="Rectangle 13">
              <a:extLst>
                <a:ext uri="{FF2B5EF4-FFF2-40B4-BE49-F238E27FC236}">
                  <a16:creationId xmlns:a16="http://schemas.microsoft.com/office/drawing/2014/main" id="{8BCA4BD9-8E12-5769-28DC-17D2341FF5EB}"/>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5" name="Rectangle 14">
              <a:extLst>
                <a:ext uri="{FF2B5EF4-FFF2-40B4-BE49-F238E27FC236}">
                  <a16:creationId xmlns:a16="http://schemas.microsoft.com/office/drawing/2014/main" id="{53FEB7ED-924A-C4DE-31B0-71F7E1666351}"/>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6" name="Rectangle 15">
              <a:extLst>
                <a:ext uri="{FF2B5EF4-FFF2-40B4-BE49-F238E27FC236}">
                  <a16:creationId xmlns:a16="http://schemas.microsoft.com/office/drawing/2014/main" id="{D1F06246-328A-668D-DFAC-A241D0BD5351}"/>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7" name="Rectangle 16">
              <a:extLst>
                <a:ext uri="{FF2B5EF4-FFF2-40B4-BE49-F238E27FC236}">
                  <a16:creationId xmlns:a16="http://schemas.microsoft.com/office/drawing/2014/main" id="{E0FF115D-2B33-3BDE-B8EB-D5F8D3394519}"/>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8" name="Rectangle 17">
              <a:extLst>
                <a:ext uri="{FF2B5EF4-FFF2-40B4-BE49-F238E27FC236}">
                  <a16:creationId xmlns:a16="http://schemas.microsoft.com/office/drawing/2014/main" id="{A6119CBA-CBBA-EB46-2915-601C90515F9A}"/>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9" name="Rectangle 18">
              <a:extLst>
                <a:ext uri="{FF2B5EF4-FFF2-40B4-BE49-F238E27FC236}">
                  <a16:creationId xmlns:a16="http://schemas.microsoft.com/office/drawing/2014/main" id="{1F2118D1-EE44-F4D2-B19F-3B8AFD78039A}"/>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0" name="Rectangle 19">
              <a:extLst>
                <a:ext uri="{FF2B5EF4-FFF2-40B4-BE49-F238E27FC236}">
                  <a16:creationId xmlns:a16="http://schemas.microsoft.com/office/drawing/2014/main" id="{44BA370A-3DB3-A53B-A4CB-EFD5E437DD04}"/>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1" name="Rectangle 20">
              <a:extLst>
                <a:ext uri="{FF2B5EF4-FFF2-40B4-BE49-F238E27FC236}">
                  <a16:creationId xmlns:a16="http://schemas.microsoft.com/office/drawing/2014/main" id="{4A0B33FD-9E30-B1C7-E319-1F57783B02F8}"/>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Tree>
    <p:extLst>
      <p:ext uri="{BB962C8B-B14F-4D97-AF65-F5344CB8AC3E}">
        <p14:creationId xmlns:p14="http://schemas.microsoft.com/office/powerpoint/2010/main" val="271591868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1_Divider Whi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110326" y="2507936"/>
            <a:ext cx="8224171" cy="1308905"/>
          </a:xfrm>
        </p:spPr>
        <p:txBody>
          <a:bodyPr anchor="ctr">
            <a:noAutofit/>
          </a:bodyPr>
          <a:lstStyle>
            <a:lvl1pPr>
              <a:defRPr sz="3000" b="0" i="0"/>
            </a:lvl1pPr>
          </a:lstStyle>
          <a:p>
            <a:r>
              <a:t>White Divider – Title Case, 30 pts</a:t>
            </a:r>
          </a:p>
        </p:txBody>
      </p:sp>
      <p:cxnSp>
        <p:nvCxnSpPr>
          <p:cNvPr id="6" name="Straight Connector 5">
            <a:extLst>
              <a:ext uri="{FF2B5EF4-FFF2-40B4-BE49-F238E27FC236}">
                <a16:creationId xmlns:a16="http://schemas.microsoft.com/office/drawing/2014/main" id="{1BD95BB5-0206-4581-E3B2-ABC43F6BD72B}"/>
              </a:ext>
            </a:extLst>
          </p:cNvPr>
          <p:cNvCxnSpPr>
            <a:cxnSpLocks/>
          </p:cNvCxnSpPr>
          <p:nvPr/>
        </p:nvCxnSpPr>
        <p:spPr>
          <a:xfrm>
            <a:off x="936830" y="2455386"/>
            <a:ext cx="0" cy="1441238"/>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4C59B3A3-1FA8-2945-4749-F3EE4DFD0F7B}"/>
              </a:ext>
            </a:extLst>
          </p:cNvPr>
          <p:cNvGrpSpPr/>
          <p:nvPr/>
        </p:nvGrpSpPr>
        <p:grpSpPr>
          <a:xfrm>
            <a:off x="9639073" y="94590"/>
            <a:ext cx="1203437" cy="6132474"/>
            <a:chOff x="9753494" y="94590"/>
            <a:chExt cx="1203437" cy="6132474"/>
          </a:xfrm>
          <a:solidFill>
            <a:schemeClr val="accent1"/>
          </a:solidFill>
        </p:grpSpPr>
        <p:sp>
          <p:nvSpPr>
            <p:cNvPr id="4" name="Rectangle 3">
              <a:extLst>
                <a:ext uri="{FF2B5EF4-FFF2-40B4-BE49-F238E27FC236}">
                  <a16:creationId xmlns:a16="http://schemas.microsoft.com/office/drawing/2014/main" id="{5A8BF804-A9AD-26FC-223D-66C574C54EB3}"/>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5" name="Rectangle 4">
              <a:extLst>
                <a:ext uri="{FF2B5EF4-FFF2-40B4-BE49-F238E27FC236}">
                  <a16:creationId xmlns:a16="http://schemas.microsoft.com/office/drawing/2014/main" id="{C7D74B32-E084-4634-2616-CE1A2BB89740}"/>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7" name="Rectangle 6">
              <a:extLst>
                <a:ext uri="{FF2B5EF4-FFF2-40B4-BE49-F238E27FC236}">
                  <a16:creationId xmlns:a16="http://schemas.microsoft.com/office/drawing/2014/main" id="{DFEC33EF-0DDF-4598-8D6C-7C13A3E6B349}"/>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8" name="Rectangle 7">
              <a:extLst>
                <a:ext uri="{FF2B5EF4-FFF2-40B4-BE49-F238E27FC236}">
                  <a16:creationId xmlns:a16="http://schemas.microsoft.com/office/drawing/2014/main" id="{A8FEAB65-C7D4-A263-A6B6-26DC6ED91329}"/>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9" name="Rectangle 8">
              <a:extLst>
                <a:ext uri="{FF2B5EF4-FFF2-40B4-BE49-F238E27FC236}">
                  <a16:creationId xmlns:a16="http://schemas.microsoft.com/office/drawing/2014/main" id="{39D086C3-83EC-22A8-A89C-6568FDBFFD4B}"/>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0" name="Rectangle 9">
              <a:extLst>
                <a:ext uri="{FF2B5EF4-FFF2-40B4-BE49-F238E27FC236}">
                  <a16:creationId xmlns:a16="http://schemas.microsoft.com/office/drawing/2014/main" id="{25C1C374-1965-378E-C46F-BF7913635F39}"/>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1" name="Rectangle 10">
              <a:extLst>
                <a:ext uri="{FF2B5EF4-FFF2-40B4-BE49-F238E27FC236}">
                  <a16:creationId xmlns:a16="http://schemas.microsoft.com/office/drawing/2014/main" id="{AAC6CCE2-6EC7-599E-84D3-10698F584141}"/>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2" name="Rectangle 11">
              <a:extLst>
                <a:ext uri="{FF2B5EF4-FFF2-40B4-BE49-F238E27FC236}">
                  <a16:creationId xmlns:a16="http://schemas.microsoft.com/office/drawing/2014/main" id="{41A59009-70E2-62D7-E866-AD9C8A40AF18}"/>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3" name="Rectangle 12">
              <a:extLst>
                <a:ext uri="{FF2B5EF4-FFF2-40B4-BE49-F238E27FC236}">
                  <a16:creationId xmlns:a16="http://schemas.microsoft.com/office/drawing/2014/main" id="{5BD8C854-3C4D-E5E3-4CF0-00E4F2A2D60E}"/>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4" name="Rectangle 13">
              <a:extLst>
                <a:ext uri="{FF2B5EF4-FFF2-40B4-BE49-F238E27FC236}">
                  <a16:creationId xmlns:a16="http://schemas.microsoft.com/office/drawing/2014/main" id="{44895B6C-CBF1-7F63-2BF8-87F7F9AD14FD}"/>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5" name="Rectangle 14">
              <a:extLst>
                <a:ext uri="{FF2B5EF4-FFF2-40B4-BE49-F238E27FC236}">
                  <a16:creationId xmlns:a16="http://schemas.microsoft.com/office/drawing/2014/main" id="{AA9A8F9F-D7D1-1EEA-DF83-877D99385633}"/>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6" name="Rectangle 15">
              <a:extLst>
                <a:ext uri="{FF2B5EF4-FFF2-40B4-BE49-F238E27FC236}">
                  <a16:creationId xmlns:a16="http://schemas.microsoft.com/office/drawing/2014/main" id="{957CA1FD-D8E6-12A4-8953-03846251D80E}"/>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7" name="Rectangle 16">
              <a:extLst>
                <a:ext uri="{FF2B5EF4-FFF2-40B4-BE49-F238E27FC236}">
                  <a16:creationId xmlns:a16="http://schemas.microsoft.com/office/drawing/2014/main" id="{8DA103B1-16AF-A0FA-B5C0-B1832B6CC1F6}"/>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8" name="Rectangle 17">
              <a:extLst>
                <a:ext uri="{FF2B5EF4-FFF2-40B4-BE49-F238E27FC236}">
                  <a16:creationId xmlns:a16="http://schemas.microsoft.com/office/drawing/2014/main" id="{C70A0F3F-2978-5B48-FCA9-EECA2DC5C055}"/>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9" name="Rectangle 18">
              <a:extLst>
                <a:ext uri="{FF2B5EF4-FFF2-40B4-BE49-F238E27FC236}">
                  <a16:creationId xmlns:a16="http://schemas.microsoft.com/office/drawing/2014/main" id="{79550012-B4E2-FD17-5ABB-B333FAD5B010}"/>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0" name="Rectangle 19">
              <a:extLst>
                <a:ext uri="{FF2B5EF4-FFF2-40B4-BE49-F238E27FC236}">
                  <a16:creationId xmlns:a16="http://schemas.microsoft.com/office/drawing/2014/main" id="{F679306D-0EA6-952C-117C-D6A5BD702BB6}"/>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1" name="Rectangle 20">
              <a:extLst>
                <a:ext uri="{FF2B5EF4-FFF2-40B4-BE49-F238E27FC236}">
                  <a16:creationId xmlns:a16="http://schemas.microsoft.com/office/drawing/2014/main" id="{13F7CBF5-6943-FD23-26E5-B6C81AE3FEB3}"/>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Tree>
    <p:extLst>
      <p:ext uri="{BB962C8B-B14F-4D97-AF65-F5344CB8AC3E}">
        <p14:creationId xmlns:p14="http://schemas.microsoft.com/office/powerpoint/2010/main" val="396879944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2_Divider Whi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110326" y="2507936"/>
            <a:ext cx="8224171" cy="1308905"/>
          </a:xfrm>
        </p:spPr>
        <p:txBody>
          <a:bodyPr anchor="ctr">
            <a:noAutofit/>
          </a:bodyPr>
          <a:lstStyle>
            <a:lvl1pPr>
              <a:defRPr sz="3000" b="0" i="0"/>
            </a:lvl1pPr>
          </a:lstStyle>
          <a:p>
            <a:r>
              <a:t>White Divider – Title Case, 30 pts</a:t>
            </a:r>
          </a:p>
        </p:txBody>
      </p:sp>
      <p:cxnSp>
        <p:nvCxnSpPr>
          <p:cNvPr id="6" name="Straight Connector 5">
            <a:extLst>
              <a:ext uri="{FF2B5EF4-FFF2-40B4-BE49-F238E27FC236}">
                <a16:creationId xmlns:a16="http://schemas.microsoft.com/office/drawing/2014/main" id="{1BD95BB5-0206-4581-E3B2-ABC43F6BD72B}"/>
              </a:ext>
            </a:extLst>
          </p:cNvPr>
          <p:cNvCxnSpPr>
            <a:cxnSpLocks/>
          </p:cNvCxnSpPr>
          <p:nvPr/>
        </p:nvCxnSpPr>
        <p:spPr>
          <a:xfrm>
            <a:off x="936830" y="2455386"/>
            <a:ext cx="0" cy="1441238"/>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62134EF6-C13D-58A5-68B7-F97356AF75CD}"/>
              </a:ext>
            </a:extLst>
          </p:cNvPr>
          <p:cNvGrpSpPr/>
          <p:nvPr/>
        </p:nvGrpSpPr>
        <p:grpSpPr>
          <a:xfrm>
            <a:off x="9639073" y="94590"/>
            <a:ext cx="1203437" cy="6132474"/>
            <a:chOff x="9753494" y="94590"/>
            <a:chExt cx="1203437" cy="6132474"/>
          </a:xfrm>
          <a:solidFill>
            <a:srgbClr val="D7D7D7"/>
          </a:solidFill>
        </p:grpSpPr>
        <p:sp>
          <p:nvSpPr>
            <p:cNvPr id="4" name="Rectangle 3">
              <a:extLst>
                <a:ext uri="{FF2B5EF4-FFF2-40B4-BE49-F238E27FC236}">
                  <a16:creationId xmlns:a16="http://schemas.microsoft.com/office/drawing/2014/main" id="{F1141A09-3499-FB2B-9B4E-D8107B19FCC1}"/>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5" name="Rectangle 4">
              <a:extLst>
                <a:ext uri="{FF2B5EF4-FFF2-40B4-BE49-F238E27FC236}">
                  <a16:creationId xmlns:a16="http://schemas.microsoft.com/office/drawing/2014/main" id="{3B818F19-57AC-46ED-D488-B14A4FB7B178}"/>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7" name="Rectangle 6">
              <a:extLst>
                <a:ext uri="{FF2B5EF4-FFF2-40B4-BE49-F238E27FC236}">
                  <a16:creationId xmlns:a16="http://schemas.microsoft.com/office/drawing/2014/main" id="{642A5682-B757-F34F-2B2C-82F574E4EE5E}"/>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8" name="Rectangle 7">
              <a:extLst>
                <a:ext uri="{FF2B5EF4-FFF2-40B4-BE49-F238E27FC236}">
                  <a16:creationId xmlns:a16="http://schemas.microsoft.com/office/drawing/2014/main" id="{5C4E3B3D-FF3F-2478-3691-E29DD4931E38}"/>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9" name="Rectangle 8">
              <a:extLst>
                <a:ext uri="{FF2B5EF4-FFF2-40B4-BE49-F238E27FC236}">
                  <a16:creationId xmlns:a16="http://schemas.microsoft.com/office/drawing/2014/main" id="{483C85D1-8A43-A792-92FD-745808951DE0}"/>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0" name="Rectangle 9">
              <a:extLst>
                <a:ext uri="{FF2B5EF4-FFF2-40B4-BE49-F238E27FC236}">
                  <a16:creationId xmlns:a16="http://schemas.microsoft.com/office/drawing/2014/main" id="{BDD63E9C-0D48-65B0-BDF4-90AEFFE11493}"/>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1" name="Rectangle 10">
              <a:extLst>
                <a:ext uri="{FF2B5EF4-FFF2-40B4-BE49-F238E27FC236}">
                  <a16:creationId xmlns:a16="http://schemas.microsoft.com/office/drawing/2014/main" id="{773A2679-961E-C0DD-0552-3458F31260CA}"/>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2" name="Rectangle 11">
              <a:extLst>
                <a:ext uri="{FF2B5EF4-FFF2-40B4-BE49-F238E27FC236}">
                  <a16:creationId xmlns:a16="http://schemas.microsoft.com/office/drawing/2014/main" id="{9E30AACE-6F17-41FC-B91E-751B5ADCEE72}"/>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3" name="Rectangle 12">
              <a:extLst>
                <a:ext uri="{FF2B5EF4-FFF2-40B4-BE49-F238E27FC236}">
                  <a16:creationId xmlns:a16="http://schemas.microsoft.com/office/drawing/2014/main" id="{754356AE-B896-94A1-6DA5-AE8A43E183EE}"/>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4" name="Rectangle 13">
              <a:extLst>
                <a:ext uri="{FF2B5EF4-FFF2-40B4-BE49-F238E27FC236}">
                  <a16:creationId xmlns:a16="http://schemas.microsoft.com/office/drawing/2014/main" id="{D2D63E57-44CF-6393-668D-BB4E88B99F55}"/>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5" name="Rectangle 14">
              <a:extLst>
                <a:ext uri="{FF2B5EF4-FFF2-40B4-BE49-F238E27FC236}">
                  <a16:creationId xmlns:a16="http://schemas.microsoft.com/office/drawing/2014/main" id="{68FDD930-D76A-87D1-FF9F-3E2D383409C7}"/>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6" name="Rectangle 15">
              <a:extLst>
                <a:ext uri="{FF2B5EF4-FFF2-40B4-BE49-F238E27FC236}">
                  <a16:creationId xmlns:a16="http://schemas.microsoft.com/office/drawing/2014/main" id="{AE531C9F-B1DE-C0B2-EE15-D41C04A5120F}"/>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7" name="Rectangle 16">
              <a:extLst>
                <a:ext uri="{FF2B5EF4-FFF2-40B4-BE49-F238E27FC236}">
                  <a16:creationId xmlns:a16="http://schemas.microsoft.com/office/drawing/2014/main" id="{693B26B7-C28E-6110-B7F8-F34169599DA2}"/>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8" name="Rectangle 17">
              <a:extLst>
                <a:ext uri="{FF2B5EF4-FFF2-40B4-BE49-F238E27FC236}">
                  <a16:creationId xmlns:a16="http://schemas.microsoft.com/office/drawing/2014/main" id="{207A4513-F9C3-CBA5-0E96-922CEC38A5E1}"/>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9" name="Rectangle 18">
              <a:extLst>
                <a:ext uri="{FF2B5EF4-FFF2-40B4-BE49-F238E27FC236}">
                  <a16:creationId xmlns:a16="http://schemas.microsoft.com/office/drawing/2014/main" id="{D4AA24F7-379B-3731-1DB0-1108C91666D7}"/>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0" name="Rectangle 19">
              <a:extLst>
                <a:ext uri="{FF2B5EF4-FFF2-40B4-BE49-F238E27FC236}">
                  <a16:creationId xmlns:a16="http://schemas.microsoft.com/office/drawing/2014/main" id="{30E5595F-89BA-6141-823C-4D15E9A57E61}"/>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1" name="Rectangle 20">
              <a:extLst>
                <a:ext uri="{FF2B5EF4-FFF2-40B4-BE49-F238E27FC236}">
                  <a16:creationId xmlns:a16="http://schemas.microsoft.com/office/drawing/2014/main" id="{E82A9B66-E21C-24E2-71FD-19E07C9C5331}"/>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Tree>
    <p:extLst>
      <p:ext uri="{BB962C8B-B14F-4D97-AF65-F5344CB8AC3E}">
        <p14:creationId xmlns:p14="http://schemas.microsoft.com/office/powerpoint/2010/main" val="20273499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Icon Divider Black">
    <p:bg>
      <p:bgPr>
        <a:solidFill>
          <a:srgbClr val="FFFFFF"/>
        </a:solidFill>
        <a:effectLst/>
      </p:bgPr>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7FBA60BA-30A9-FC0B-507F-22CB07AF6C9F}"/>
              </a:ext>
            </a:extLst>
          </p:cNvPr>
          <p:cNvPicPr>
            <a:picLocks noChangeAspect="1"/>
          </p:cNvPicPr>
          <p:nvPr/>
        </p:nvPicPr>
        <p:blipFill rotWithShape="1">
          <a:blip r:embed="rId3">
            <a:extLst>
              <a:ext uri="{28A0092B-C50C-407E-A947-70E740481C1C}">
                <a14:useLocalDpi xmlns:a14="http://schemas.microsoft.com/office/drawing/2010/main" val="0"/>
              </a:ext>
            </a:extLst>
          </a:blip>
          <a:srcRect b="7869"/>
          <a:stretch/>
        </p:blipFill>
        <p:spPr>
          <a:xfrm>
            <a:off x="1524" y="0"/>
            <a:ext cx="12188952" cy="6318328"/>
          </a:xfrm>
          <a:prstGeom prst="rect">
            <a:avLst/>
          </a:prstGeom>
        </p:spPr>
      </p:pic>
      <p:sp>
        <p:nvSpPr>
          <p:cNvPr id="6" name="Do not remove" hidden="1">
            <a:extLst>
              <a:ext uri="{FF2B5EF4-FFF2-40B4-BE49-F238E27FC236}">
                <a16:creationId xmlns:a16="http://schemas.microsoft.com/office/drawing/2014/main" id="{01F2DCCC-3B0F-6406-B3CC-454439864A0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title" hasCustomPrompt="1"/>
          </p:nvPr>
        </p:nvSpPr>
        <p:spPr>
          <a:xfrm>
            <a:off x="2264710" y="2507936"/>
            <a:ext cx="6782573" cy="1308905"/>
          </a:xfrm>
        </p:spPr>
        <p:txBody>
          <a:bodyPr anchor="ctr">
            <a:noAutofit/>
          </a:bodyPr>
          <a:lstStyle>
            <a:lvl1pPr>
              <a:defRPr sz="3000" b="0" i="0"/>
            </a:lvl1pPr>
          </a:lstStyle>
          <a:p>
            <a:r>
              <a:rPr dirty="0"/>
              <a:t>Icon Divider Slide (30 pt Title Case); insert icon to the left, resize and recolor if necessary</a:t>
            </a:r>
          </a:p>
        </p:txBody>
      </p:sp>
      <p:cxnSp>
        <p:nvCxnSpPr>
          <p:cNvPr id="28" name="Straight Connector 27">
            <a:extLst>
              <a:ext uri="{FF2B5EF4-FFF2-40B4-BE49-F238E27FC236}">
                <a16:creationId xmlns:a16="http://schemas.microsoft.com/office/drawing/2014/main" id="{F32FF1F0-809B-9E00-7746-2406C6F53596}"/>
              </a:ext>
            </a:extLst>
          </p:cNvPr>
          <p:cNvCxnSpPr>
            <a:cxnSpLocks/>
          </p:cNvCxnSpPr>
          <p:nvPr/>
        </p:nvCxnSpPr>
        <p:spPr>
          <a:xfrm>
            <a:off x="2030691" y="2455386"/>
            <a:ext cx="0" cy="1441238"/>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51C4B371-3614-2135-6D51-C1E5BDD13B18}"/>
              </a:ext>
            </a:extLst>
          </p:cNvPr>
          <p:cNvGrpSpPr/>
          <p:nvPr/>
        </p:nvGrpSpPr>
        <p:grpSpPr>
          <a:xfrm>
            <a:off x="9639073" y="94590"/>
            <a:ext cx="1203437" cy="6132474"/>
            <a:chOff x="9753494" y="94590"/>
            <a:chExt cx="1203437" cy="6132474"/>
          </a:xfrm>
          <a:solidFill>
            <a:srgbClr val="FF6600"/>
          </a:solidFill>
        </p:grpSpPr>
        <p:sp>
          <p:nvSpPr>
            <p:cNvPr id="4" name="Rectangle 3">
              <a:extLst>
                <a:ext uri="{FF2B5EF4-FFF2-40B4-BE49-F238E27FC236}">
                  <a16:creationId xmlns:a16="http://schemas.microsoft.com/office/drawing/2014/main" id="{1A6C3931-3786-B0BD-F3D1-B33E726A8E78}"/>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5" name="Rectangle 4">
              <a:extLst>
                <a:ext uri="{FF2B5EF4-FFF2-40B4-BE49-F238E27FC236}">
                  <a16:creationId xmlns:a16="http://schemas.microsoft.com/office/drawing/2014/main" id="{8AF730B8-D17D-DD8F-BDD6-B0E5EE98FE82}"/>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7" name="Rectangle 6">
              <a:extLst>
                <a:ext uri="{FF2B5EF4-FFF2-40B4-BE49-F238E27FC236}">
                  <a16:creationId xmlns:a16="http://schemas.microsoft.com/office/drawing/2014/main" id="{B47388C9-1C74-AD60-E5F5-9392DBFD692D}"/>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7" name="Rectangle 26">
              <a:extLst>
                <a:ext uri="{FF2B5EF4-FFF2-40B4-BE49-F238E27FC236}">
                  <a16:creationId xmlns:a16="http://schemas.microsoft.com/office/drawing/2014/main" id="{16162964-86DE-D037-69E1-308D6B1F9848}"/>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9" name="Rectangle 28">
              <a:extLst>
                <a:ext uri="{FF2B5EF4-FFF2-40B4-BE49-F238E27FC236}">
                  <a16:creationId xmlns:a16="http://schemas.microsoft.com/office/drawing/2014/main" id="{111F0CC2-43F2-5F0C-743D-24D0C39B3357}"/>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0" name="Rectangle 29">
              <a:extLst>
                <a:ext uri="{FF2B5EF4-FFF2-40B4-BE49-F238E27FC236}">
                  <a16:creationId xmlns:a16="http://schemas.microsoft.com/office/drawing/2014/main" id="{0179A934-F2CA-5D5E-3FC5-6E9A6C314927}"/>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1" name="Rectangle 30">
              <a:extLst>
                <a:ext uri="{FF2B5EF4-FFF2-40B4-BE49-F238E27FC236}">
                  <a16:creationId xmlns:a16="http://schemas.microsoft.com/office/drawing/2014/main" id="{DBD6E5B0-2924-F1EF-188F-FD7129794C72}"/>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2" name="Rectangle 31">
              <a:extLst>
                <a:ext uri="{FF2B5EF4-FFF2-40B4-BE49-F238E27FC236}">
                  <a16:creationId xmlns:a16="http://schemas.microsoft.com/office/drawing/2014/main" id="{BAA8BF97-91EC-7F39-D34F-5C60174B8D14}"/>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3" name="Rectangle 32">
              <a:extLst>
                <a:ext uri="{FF2B5EF4-FFF2-40B4-BE49-F238E27FC236}">
                  <a16:creationId xmlns:a16="http://schemas.microsoft.com/office/drawing/2014/main" id="{24F2697E-B48E-E936-50E1-0A1E67EF9F7B}"/>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4" name="Rectangle 33">
              <a:extLst>
                <a:ext uri="{FF2B5EF4-FFF2-40B4-BE49-F238E27FC236}">
                  <a16:creationId xmlns:a16="http://schemas.microsoft.com/office/drawing/2014/main" id="{F90D5593-81E1-7472-8EDE-2A0806354365}"/>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5" name="Rectangle 34">
              <a:extLst>
                <a:ext uri="{FF2B5EF4-FFF2-40B4-BE49-F238E27FC236}">
                  <a16:creationId xmlns:a16="http://schemas.microsoft.com/office/drawing/2014/main" id="{FF86C771-79F5-1EC2-4B64-101262B6453E}"/>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6" name="Rectangle 35">
              <a:extLst>
                <a:ext uri="{FF2B5EF4-FFF2-40B4-BE49-F238E27FC236}">
                  <a16:creationId xmlns:a16="http://schemas.microsoft.com/office/drawing/2014/main" id="{2008FFF3-17F1-F666-6C9A-7376DD92E842}"/>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7" name="Rectangle 36">
              <a:extLst>
                <a:ext uri="{FF2B5EF4-FFF2-40B4-BE49-F238E27FC236}">
                  <a16:creationId xmlns:a16="http://schemas.microsoft.com/office/drawing/2014/main" id="{367202A0-8F4D-D032-B5AD-59F1C2AC6339}"/>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8" name="Rectangle 37">
              <a:extLst>
                <a:ext uri="{FF2B5EF4-FFF2-40B4-BE49-F238E27FC236}">
                  <a16:creationId xmlns:a16="http://schemas.microsoft.com/office/drawing/2014/main" id="{D8DCB3DD-2359-76C4-3628-24DBD49E9D2A}"/>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9" name="Rectangle 38">
              <a:extLst>
                <a:ext uri="{FF2B5EF4-FFF2-40B4-BE49-F238E27FC236}">
                  <a16:creationId xmlns:a16="http://schemas.microsoft.com/office/drawing/2014/main" id="{4DBD8CF5-D034-6117-AB1C-A877D91BDE4F}"/>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40" name="Rectangle 39">
              <a:extLst>
                <a:ext uri="{FF2B5EF4-FFF2-40B4-BE49-F238E27FC236}">
                  <a16:creationId xmlns:a16="http://schemas.microsoft.com/office/drawing/2014/main" id="{DB40DF5F-E5DE-DB82-79E6-9DF6114C2923}"/>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41" name="Rectangle 40">
              <a:extLst>
                <a:ext uri="{FF2B5EF4-FFF2-40B4-BE49-F238E27FC236}">
                  <a16:creationId xmlns:a16="http://schemas.microsoft.com/office/drawing/2014/main" id="{1C8DA8DB-D5D7-7063-5FAE-6E0D467DDE11}"/>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Tree>
    <p:extLst>
      <p:ext uri="{BB962C8B-B14F-4D97-AF65-F5344CB8AC3E}">
        <p14:creationId xmlns:p14="http://schemas.microsoft.com/office/powerpoint/2010/main" val="3759127577"/>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1_Icon Divider Black">
    <p:bg>
      <p:bgPr>
        <a:solidFill>
          <a:srgbClr val="FFFFFF"/>
        </a:solidFill>
        <a:effectLst/>
      </p:bgPr>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7FBA60BA-30A9-FC0B-507F-22CB07AF6C9F}"/>
              </a:ext>
            </a:extLst>
          </p:cNvPr>
          <p:cNvPicPr>
            <a:picLocks noChangeAspect="1"/>
          </p:cNvPicPr>
          <p:nvPr/>
        </p:nvPicPr>
        <p:blipFill rotWithShape="1">
          <a:blip r:embed="rId3">
            <a:extLst>
              <a:ext uri="{28A0092B-C50C-407E-A947-70E740481C1C}">
                <a14:useLocalDpi xmlns:a14="http://schemas.microsoft.com/office/drawing/2010/main" val="0"/>
              </a:ext>
            </a:extLst>
          </a:blip>
          <a:srcRect b="7869"/>
          <a:stretch/>
        </p:blipFill>
        <p:spPr>
          <a:xfrm>
            <a:off x="1524" y="0"/>
            <a:ext cx="12188952" cy="6318328"/>
          </a:xfrm>
          <a:prstGeom prst="rect">
            <a:avLst/>
          </a:prstGeom>
        </p:spPr>
      </p:pic>
      <p:sp>
        <p:nvSpPr>
          <p:cNvPr id="6" name="Do not remove" hidden="1">
            <a:extLst>
              <a:ext uri="{FF2B5EF4-FFF2-40B4-BE49-F238E27FC236}">
                <a16:creationId xmlns:a16="http://schemas.microsoft.com/office/drawing/2014/main" id="{01F2DCCC-3B0F-6406-B3CC-454439864A0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title" hasCustomPrompt="1"/>
          </p:nvPr>
        </p:nvSpPr>
        <p:spPr>
          <a:xfrm>
            <a:off x="2264710" y="2507936"/>
            <a:ext cx="6782573" cy="1308905"/>
          </a:xfrm>
        </p:spPr>
        <p:txBody>
          <a:bodyPr anchor="ctr">
            <a:noAutofit/>
          </a:bodyPr>
          <a:lstStyle>
            <a:lvl1pPr>
              <a:defRPr sz="3000" b="0" i="0"/>
            </a:lvl1pPr>
          </a:lstStyle>
          <a:p>
            <a:r>
              <a:rPr dirty="0"/>
              <a:t>Icon Divider Slide (30 pt Title Case); insert icon to the left, resize and recolor if necessary</a:t>
            </a:r>
          </a:p>
        </p:txBody>
      </p:sp>
      <p:cxnSp>
        <p:nvCxnSpPr>
          <p:cNvPr id="28" name="Straight Connector 27">
            <a:extLst>
              <a:ext uri="{FF2B5EF4-FFF2-40B4-BE49-F238E27FC236}">
                <a16:creationId xmlns:a16="http://schemas.microsoft.com/office/drawing/2014/main" id="{F32FF1F0-809B-9E00-7746-2406C6F53596}"/>
              </a:ext>
            </a:extLst>
          </p:cNvPr>
          <p:cNvCxnSpPr>
            <a:cxnSpLocks/>
          </p:cNvCxnSpPr>
          <p:nvPr/>
        </p:nvCxnSpPr>
        <p:spPr>
          <a:xfrm>
            <a:off x="2030691" y="2455386"/>
            <a:ext cx="0" cy="1441238"/>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AF599072-47F5-8D57-733F-EA9417B207E0}"/>
              </a:ext>
            </a:extLst>
          </p:cNvPr>
          <p:cNvGrpSpPr/>
          <p:nvPr/>
        </p:nvGrpSpPr>
        <p:grpSpPr>
          <a:xfrm>
            <a:off x="9639073" y="94590"/>
            <a:ext cx="1203437" cy="6132474"/>
            <a:chOff x="9753494" y="94590"/>
            <a:chExt cx="1203437" cy="6132474"/>
          </a:xfrm>
          <a:solidFill>
            <a:schemeClr val="accent1"/>
          </a:solidFill>
        </p:grpSpPr>
        <p:sp>
          <p:nvSpPr>
            <p:cNvPr id="4" name="Rectangle 3">
              <a:extLst>
                <a:ext uri="{FF2B5EF4-FFF2-40B4-BE49-F238E27FC236}">
                  <a16:creationId xmlns:a16="http://schemas.microsoft.com/office/drawing/2014/main" id="{54159CCD-FE6E-B984-EF46-1807D6E58033}"/>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5" name="Rectangle 4">
              <a:extLst>
                <a:ext uri="{FF2B5EF4-FFF2-40B4-BE49-F238E27FC236}">
                  <a16:creationId xmlns:a16="http://schemas.microsoft.com/office/drawing/2014/main" id="{6FCBB7B8-F190-C218-27D2-AA2D7FCB4A21}"/>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7" name="Rectangle 6">
              <a:extLst>
                <a:ext uri="{FF2B5EF4-FFF2-40B4-BE49-F238E27FC236}">
                  <a16:creationId xmlns:a16="http://schemas.microsoft.com/office/drawing/2014/main" id="{1451D712-9732-FDB2-3E4E-DE0F1256B619}"/>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7" name="Rectangle 26">
              <a:extLst>
                <a:ext uri="{FF2B5EF4-FFF2-40B4-BE49-F238E27FC236}">
                  <a16:creationId xmlns:a16="http://schemas.microsoft.com/office/drawing/2014/main" id="{1C666EE3-52CC-025C-FEC5-E00B473F129D}"/>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9" name="Rectangle 28">
              <a:extLst>
                <a:ext uri="{FF2B5EF4-FFF2-40B4-BE49-F238E27FC236}">
                  <a16:creationId xmlns:a16="http://schemas.microsoft.com/office/drawing/2014/main" id="{E837CCE8-42C9-D0E2-19D9-FAB44761E9BC}"/>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0" name="Rectangle 29">
              <a:extLst>
                <a:ext uri="{FF2B5EF4-FFF2-40B4-BE49-F238E27FC236}">
                  <a16:creationId xmlns:a16="http://schemas.microsoft.com/office/drawing/2014/main" id="{6965170A-0735-FC0C-3F8B-46906880DC49}"/>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1" name="Rectangle 30">
              <a:extLst>
                <a:ext uri="{FF2B5EF4-FFF2-40B4-BE49-F238E27FC236}">
                  <a16:creationId xmlns:a16="http://schemas.microsoft.com/office/drawing/2014/main" id="{86C48150-3F67-F362-2FEB-E9F6A0D57EBB}"/>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2" name="Rectangle 31">
              <a:extLst>
                <a:ext uri="{FF2B5EF4-FFF2-40B4-BE49-F238E27FC236}">
                  <a16:creationId xmlns:a16="http://schemas.microsoft.com/office/drawing/2014/main" id="{D2CA5D3F-3823-0685-D7FA-487C5E7BB435}"/>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3" name="Rectangle 32">
              <a:extLst>
                <a:ext uri="{FF2B5EF4-FFF2-40B4-BE49-F238E27FC236}">
                  <a16:creationId xmlns:a16="http://schemas.microsoft.com/office/drawing/2014/main" id="{0451C67D-8469-40AD-76FA-BB907C090113}"/>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4" name="Rectangle 33">
              <a:extLst>
                <a:ext uri="{FF2B5EF4-FFF2-40B4-BE49-F238E27FC236}">
                  <a16:creationId xmlns:a16="http://schemas.microsoft.com/office/drawing/2014/main" id="{CFC60315-E920-E339-65D9-746C1132475A}"/>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5" name="Rectangle 34">
              <a:extLst>
                <a:ext uri="{FF2B5EF4-FFF2-40B4-BE49-F238E27FC236}">
                  <a16:creationId xmlns:a16="http://schemas.microsoft.com/office/drawing/2014/main" id="{9DB40DB9-455C-2837-A530-53F9C45DCEBF}"/>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6" name="Rectangle 35">
              <a:extLst>
                <a:ext uri="{FF2B5EF4-FFF2-40B4-BE49-F238E27FC236}">
                  <a16:creationId xmlns:a16="http://schemas.microsoft.com/office/drawing/2014/main" id="{411EA500-1FF8-45DB-C42F-66436E875E96}"/>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7" name="Rectangle 36">
              <a:extLst>
                <a:ext uri="{FF2B5EF4-FFF2-40B4-BE49-F238E27FC236}">
                  <a16:creationId xmlns:a16="http://schemas.microsoft.com/office/drawing/2014/main" id="{CACD5B5D-B363-1DBF-FFA7-3016F3D7F391}"/>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8" name="Rectangle 37">
              <a:extLst>
                <a:ext uri="{FF2B5EF4-FFF2-40B4-BE49-F238E27FC236}">
                  <a16:creationId xmlns:a16="http://schemas.microsoft.com/office/drawing/2014/main" id="{C74D3C27-448A-FBCA-DA12-B5CC100F1275}"/>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9" name="Rectangle 38">
              <a:extLst>
                <a:ext uri="{FF2B5EF4-FFF2-40B4-BE49-F238E27FC236}">
                  <a16:creationId xmlns:a16="http://schemas.microsoft.com/office/drawing/2014/main" id="{FDF0E021-900A-FDD8-3DB0-9EF855B8B07A}"/>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40" name="Rectangle 39">
              <a:extLst>
                <a:ext uri="{FF2B5EF4-FFF2-40B4-BE49-F238E27FC236}">
                  <a16:creationId xmlns:a16="http://schemas.microsoft.com/office/drawing/2014/main" id="{A05077BA-FFC2-7776-CB9D-3B7505F2B093}"/>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41" name="Rectangle 40">
              <a:extLst>
                <a:ext uri="{FF2B5EF4-FFF2-40B4-BE49-F238E27FC236}">
                  <a16:creationId xmlns:a16="http://schemas.microsoft.com/office/drawing/2014/main" id="{5A2F54F6-5015-8935-3684-03836FCD3D05}"/>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Tree>
    <p:extLst>
      <p:ext uri="{BB962C8B-B14F-4D97-AF65-F5344CB8AC3E}">
        <p14:creationId xmlns:p14="http://schemas.microsoft.com/office/powerpoint/2010/main" val="147985664"/>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2_Icon Divider Black">
    <p:bg>
      <p:bgPr>
        <a:solidFill>
          <a:srgbClr val="FFFFFF"/>
        </a:solidFill>
        <a:effectLst/>
      </p:bgPr>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7FBA60BA-30A9-FC0B-507F-22CB07AF6C9F}"/>
              </a:ext>
            </a:extLst>
          </p:cNvPr>
          <p:cNvPicPr>
            <a:picLocks noChangeAspect="1"/>
          </p:cNvPicPr>
          <p:nvPr/>
        </p:nvPicPr>
        <p:blipFill rotWithShape="1">
          <a:blip r:embed="rId3">
            <a:extLst>
              <a:ext uri="{28A0092B-C50C-407E-A947-70E740481C1C}">
                <a14:useLocalDpi xmlns:a14="http://schemas.microsoft.com/office/drawing/2010/main" val="0"/>
              </a:ext>
            </a:extLst>
          </a:blip>
          <a:srcRect b="7869"/>
          <a:stretch/>
        </p:blipFill>
        <p:spPr>
          <a:xfrm>
            <a:off x="1524" y="0"/>
            <a:ext cx="12188952" cy="6318328"/>
          </a:xfrm>
          <a:prstGeom prst="rect">
            <a:avLst/>
          </a:prstGeom>
        </p:spPr>
      </p:pic>
      <p:grpSp>
        <p:nvGrpSpPr>
          <p:cNvPr id="9" name="Group 8">
            <a:extLst>
              <a:ext uri="{FF2B5EF4-FFF2-40B4-BE49-F238E27FC236}">
                <a16:creationId xmlns:a16="http://schemas.microsoft.com/office/drawing/2014/main" id="{FB17AF8D-10FB-CF54-193C-7AA236E0AA8E}"/>
              </a:ext>
            </a:extLst>
          </p:cNvPr>
          <p:cNvGrpSpPr/>
          <p:nvPr/>
        </p:nvGrpSpPr>
        <p:grpSpPr>
          <a:xfrm>
            <a:off x="9639073" y="94590"/>
            <a:ext cx="1203437" cy="6132474"/>
            <a:chOff x="9753494" y="94590"/>
            <a:chExt cx="1203437" cy="6132474"/>
          </a:xfrm>
          <a:solidFill>
            <a:srgbClr val="595959"/>
          </a:solidFill>
        </p:grpSpPr>
        <p:sp>
          <p:nvSpPr>
            <p:cNvPr id="10" name="Rectangle 9">
              <a:extLst>
                <a:ext uri="{FF2B5EF4-FFF2-40B4-BE49-F238E27FC236}">
                  <a16:creationId xmlns:a16="http://schemas.microsoft.com/office/drawing/2014/main" id="{FF5BABEA-DD69-E97D-7CBB-1C74C8CC3DA4}"/>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1" name="Rectangle 10">
              <a:extLst>
                <a:ext uri="{FF2B5EF4-FFF2-40B4-BE49-F238E27FC236}">
                  <a16:creationId xmlns:a16="http://schemas.microsoft.com/office/drawing/2014/main" id="{B99EDA84-A9CF-AE34-0C3D-5C6B4DB25FCD}"/>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2" name="Rectangle 11">
              <a:extLst>
                <a:ext uri="{FF2B5EF4-FFF2-40B4-BE49-F238E27FC236}">
                  <a16:creationId xmlns:a16="http://schemas.microsoft.com/office/drawing/2014/main" id="{5ED1CF83-653A-AC9B-44AB-AE0EACA128D3}"/>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3" name="Rectangle 12">
              <a:extLst>
                <a:ext uri="{FF2B5EF4-FFF2-40B4-BE49-F238E27FC236}">
                  <a16:creationId xmlns:a16="http://schemas.microsoft.com/office/drawing/2014/main" id="{4E4FB4EB-3D1E-B3D2-5486-8F85C7ADAA4C}"/>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4" name="Rectangle 13">
              <a:extLst>
                <a:ext uri="{FF2B5EF4-FFF2-40B4-BE49-F238E27FC236}">
                  <a16:creationId xmlns:a16="http://schemas.microsoft.com/office/drawing/2014/main" id="{46708EF1-38D5-863D-BF3C-0F287167A68D}"/>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5" name="Rectangle 14">
              <a:extLst>
                <a:ext uri="{FF2B5EF4-FFF2-40B4-BE49-F238E27FC236}">
                  <a16:creationId xmlns:a16="http://schemas.microsoft.com/office/drawing/2014/main" id="{54B49BEC-1037-6312-C419-DEC537F85EBB}"/>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6" name="Rectangle 15">
              <a:extLst>
                <a:ext uri="{FF2B5EF4-FFF2-40B4-BE49-F238E27FC236}">
                  <a16:creationId xmlns:a16="http://schemas.microsoft.com/office/drawing/2014/main" id="{377A15D1-27E1-D97A-1014-62F50992819A}"/>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7" name="Rectangle 16">
              <a:extLst>
                <a:ext uri="{FF2B5EF4-FFF2-40B4-BE49-F238E27FC236}">
                  <a16:creationId xmlns:a16="http://schemas.microsoft.com/office/drawing/2014/main" id="{29FF8A30-23D9-C51F-A7B1-57766B4746C5}"/>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8" name="Rectangle 17">
              <a:extLst>
                <a:ext uri="{FF2B5EF4-FFF2-40B4-BE49-F238E27FC236}">
                  <a16:creationId xmlns:a16="http://schemas.microsoft.com/office/drawing/2014/main" id="{D8B2EBBD-5FB5-9F9D-D65A-DA930C996AA9}"/>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9" name="Rectangle 18">
              <a:extLst>
                <a:ext uri="{FF2B5EF4-FFF2-40B4-BE49-F238E27FC236}">
                  <a16:creationId xmlns:a16="http://schemas.microsoft.com/office/drawing/2014/main" id="{CFE551F4-3F26-9A57-C1F4-E49E4363ED81}"/>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0" name="Rectangle 19">
              <a:extLst>
                <a:ext uri="{FF2B5EF4-FFF2-40B4-BE49-F238E27FC236}">
                  <a16:creationId xmlns:a16="http://schemas.microsoft.com/office/drawing/2014/main" id="{72E92F7D-6B7A-3BC7-E0FD-1FDF6F7113C3}"/>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1" name="Rectangle 20">
              <a:extLst>
                <a:ext uri="{FF2B5EF4-FFF2-40B4-BE49-F238E27FC236}">
                  <a16:creationId xmlns:a16="http://schemas.microsoft.com/office/drawing/2014/main" id="{A65CE488-6146-97A8-0A73-71B68C1F1E5E}"/>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2" name="Rectangle 21">
              <a:extLst>
                <a:ext uri="{FF2B5EF4-FFF2-40B4-BE49-F238E27FC236}">
                  <a16:creationId xmlns:a16="http://schemas.microsoft.com/office/drawing/2014/main" id="{D2EADA9B-16B4-190B-5F83-E4235180163E}"/>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3" name="Rectangle 22">
              <a:extLst>
                <a:ext uri="{FF2B5EF4-FFF2-40B4-BE49-F238E27FC236}">
                  <a16:creationId xmlns:a16="http://schemas.microsoft.com/office/drawing/2014/main" id="{6A516F45-995E-F29C-576D-75881BB61B49}"/>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4" name="Rectangle 23">
              <a:extLst>
                <a:ext uri="{FF2B5EF4-FFF2-40B4-BE49-F238E27FC236}">
                  <a16:creationId xmlns:a16="http://schemas.microsoft.com/office/drawing/2014/main" id="{EA27AC31-4A4C-EAE4-116F-AD4F89AF1A0C}"/>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5" name="Rectangle 24">
              <a:extLst>
                <a:ext uri="{FF2B5EF4-FFF2-40B4-BE49-F238E27FC236}">
                  <a16:creationId xmlns:a16="http://schemas.microsoft.com/office/drawing/2014/main" id="{40F74262-5441-6B7F-2812-144215C99FA3}"/>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6" name="Rectangle 25">
              <a:extLst>
                <a:ext uri="{FF2B5EF4-FFF2-40B4-BE49-F238E27FC236}">
                  <a16:creationId xmlns:a16="http://schemas.microsoft.com/office/drawing/2014/main" id="{39C263C8-B7C1-9556-8E38-3BE3ADEF975C}"/>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
        <p:nvSpPr>
          <p:cNvPr id="6" name="Do not remove" hidden="1">
            <a:extLst>
              <a:ext uri="{FF2B5EF4-FFF2-40B4-BE49-F238E27FC236}">
                <a16:creationId xmlns:a16="http://schemas.microsoft.com/office/drawing/2014/main" id="{01F2DCCC-3B0F-6406-B3CC-454439864A0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title" hasCustomPrompt="1"/>
          </p:nvPr>
        </p:nvSpPr>
        <p:spPr>
          <a:xfrm>
            <a:off x="2264710" y="2507936"/>
            <a:ext cx="6782573" cy="1308905"/>
          </a:xfrm>
        </p:spPr>
        <p:txBody>
          <a:bodyPr anchor="ctr">
            <a:noAutofit/>
          </a:bodyPr>
          <a:lstStyle>
            <a:lvl1pPr>
              <a:defRPr sz="3000" b="0" i="0"/>
            </a:lvl1pPr>
          </a:lstStyle>
          <a:p>
            <a:r>
              <a:rPr dirty="0"/>
              <a:t>Icon Divider Slide (30 pt Title Case); insert icon to the left, resize and recolor if necessary</a:t>
            </a:r>
          </a:p>
        </p:txBody>
      </p:sp>
      <p:cxnSp>
        <p:nvCxnSpPr>
          <p:cNvPr id="28" name="Straight Connector 27">
            <a:extLst>
              <a:ext uri="{FF2B5EF4-FFF2-40B4-BE49-F238E27FC236}">
                <a16:creationId xmlns:a16="http://schemas.microsoft.com/office/drawing/2014/main" id="{F32FF1F0-809B-9E00-7746-2406C6F53596}"/>
              </a:ext>
            </a:extLst>
          </p:cNvPr>
          <p:cNvCxnSpPr>
            <a:cxnSpLocks/>
          </p:cNvCxnSpPr>
          <p:nvPr/>
        </p:nvCxnSpPr>
        <p:spPr>
          <a:xfrm>
            <a:off x="2030691" y="2455386"/>
            <a:ext cx="0" cy="1441238"/>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2482515"/>
      </p:ext>
    </p:extLst>
  </p:cSld>
  <p:clrMapOvr>
    <a:overrideClrMapping bg1="dk1" tx1="lt1" bg2="dk2" tx2="lt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Icon Divider Whi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64710" y="2507936"/>
            <a:ext cx="6791359" cy="1308905"/>
          </a:xfrm>
        </p:spPr>
        <p:txBody>
          <a:bodyPr anchor="ctr">
            <a:noAutofit/>
          </a:bodyPr>
          <a:lstStyle>
            <a:lvl1pPr>
              <a:defRPr sz="3000" b="0" i="0"/>
            </a:lvl1pPr>
          </a:lstStyle>
          <a:p>
            <a:r>
              <a:rPr dirty="0"/>
              <a:t>Icon Divider Slide (30 pt Title Case); insert icon to the left, resize and recolor if necessary</a:t>
            </a:r>
          </a:p>
        </p:txBody>
      </p:sp>
      <p:cxnSp>
        <p:nvCxnSpPr>
          <p:cNvPr id="114" name="Straight Connector 113">
            <a:extLst>
              <a:ext uri="{FF2B5EF4-FFF2-40B4-BE49-F238E27FC236}">
                <a16:creationId xmlns:a16="http://schemas.microsoft.com/office/drawing/2014/main" id="{5C5A4160-7374-03EC-3BB0-C465FA6B9DF5}"/>
              </a:ext>
            </a:extLst>
          </p:cNvPr>
          <p:cNvCxnSpPr>
            <a:cxnSpLocks/>
          </p:cNvCxnSpPr>
          <p:nvPr/>
        </p:nvCxnSpPr>
        <p:spPr>
          <a:xfrm>
            <a:off x="2030691" y="2455386"/>
            <a:ext cx="0" cy="1441238"/>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B48DE360-B744-B42A-E9F4-D9CBCF601CE1}"/>
              </a:ext>
            </a:extLst>
          </p:cNvPr>
          <p:cNvGrpSpPr/>
          <p:nvPr/>
        </p:nvGrpSpPr>
        <p:grpSpPr>
          <a:xfrm>
            <a:off x="9639073" y="94590"/>
            <a:ext cx="1203437" cy="6132474"/>
            <a:chOff x="9753494" y="94590"/>
            <a:chExt cx="1203437" cy="6132474"/>
          </a:xfrm>
          <a:solidFill>
            <a:srgbClr val="FF6600"/>
          </a:solidFill>
        </p:grpSpPr>
        <p:sp>
          <p:nvSpPr>
            <p:cNvPr id="4" name="Rectangle 3">
              <a:extLst>
                <a:ext uri="{FF2B5EF4-FFF2-40B4-BE49-F238E27FC236}">
                  <a16:creationId xmlns:a16="http://schemas.microsoft.com/office/drawing/2014/main" id="{4DB555B9-73E5-22F0-54FA-F021D9A02974}"/>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5" name="Rectangle 4">
              <a:extLst>
                <a:ext uri="{FF2B5EF4-FFF2-40B4-BE49-F238E27FC236}">
                  <a16:creationId xmlns:a16="http://schemas.microsoft.com/office/drawing/2014/main" id="{DA07F586-439F-F434-2AA8-ACACACFF9FFA}"/>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8" name="Rectangle 7">
              <a:extLst>
                <a:ext uri="{FF2B5EF4-FFF2-40B4-BE49-F238E27FC236}">
                  <a16:creationId xmlns:a16="http://schemas.microsoft.com/office/drawing/2014/main" id="{1F70BD5A-8406-E115-6E9D-54992603E0A1}"/>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9" name="Rectangle 8">
              <a:extLst>
                <a:ext uri="{FF2B5EF4-FFF2-40B4-BE49-F238E27FC236}">
                  <a16:creationId xmlns:a16="http://schemas.microsoft.com/office/drawing/2014/main" id="{685013AB-588A-63F3-2E19-6194F2C8852B}"/>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0" name="Rectangle 9">
              <a:extLst>
                <a:ext uri="{FF2B5EF4-FFF2-40B4-BE49-F238E27FC236}">
                  <a16:creationId xmlns:a16="http://schemas.microsoft.com/office/drawing/2014/main" id="{C61F8D8B-5465-E922-A1D6-E60551DB8C8E}"/>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1" name="Rectangle 10">
              <a:extLst>
                <a:ext uri="{FF2B5EF4-FFF2-40B4-BE49-F238E27FC236}">
                  <a16:creationId xmlns:a16="http://schemas.microsoft.com/office/drawing/2014/main" id="{C0E8E5D5-BD70-0827-7CFC-F8D1558E8189}"/>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2" name="Rectangle 11">
              <a:extLst>
                <a:ext uri="{FF2B5EF4-FFF2-40B4-BE49-F238E27FC236}">
                  <a16:creationId xmlns:a16="http://schemas.microsoft.com/office/drawing/2014/main" id="{D546DD72-B81C-97FE-55D9-C2CEF5E6C306}"/>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3" name="Rectangle 12">
              <a:extLst>
                <a:ext uri="{FF2B5EF4-FFF2-40B4-BE49-F238E27FC236}">
                  <a16:creationId xmlns:a16="http://schemas.microsoft.com/office/drawing/2014/main" id="{A883EB4B-175E-94FF-82A2-D41AB190D06B}"/>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4" name="Rectangle 13">
              <a:extLst>
                <a:ext uri="{FF2B5EF4-FFF2-40B4-BE49-F238E27FC236}">
                  <a16:creationId xmlns:a16="http://schemas.microsoft.com/office/drawing/2014/main" id="{CC5269FD-3021-CB52-ADC0-83B7CA497DD8}"/>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5" name="Rectangle 14">
              <a:extLst>
                <a:ext uri="{FF2B5EF4-FFF2-40B4-BE49-F238E27FC236}">
                  <a16:creationId xmlns:a16="http://schemas.microsoft.com/office/drawing/2014/main" id="{3E7A08A8-4D68-178B-B9CC-C7E2E7B2EB2F}"/>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6" name="Rectangle 15">
              <a:extLst>
                <a:ext uri="{FF2B5EF4-FFF2-40B4-BE49-F238E27FC236}">
                  <a16:creationId xmlns:a16="http://schemas.microsoft.com/office/drawing/2014/main" id="{AE3E9CEC-971D-E707-71A6-1687E25B1511}"/>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7" name="Rectangle 16">
              <a:extLst>
                <a:ext uri="{FF2B5EF4-FFF2-40B4-BE49-F238E27FC236}">
                  <a16:creationId xmlns:a16="http://schemas.microsoft.com/office/drawing/2014/main" id="{D413B701-899E-3703-A862-25A1C8B81B74}"/>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8" name="Rectangle 17">
              <a:extLst>
                <a:ext uri="{FF2B5EF4-FFF2-40B4-BE49-F238E27FC236}">
                  <a16:creationId xmlns:a16="http://schemas.microsoft.com/office/drawing/2014/main" id="{EDC58E6B-8F2F-B41B-687C-2A4363BDA00F}"/>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9" name="Rectangle 18">
              <a:extLst>
                <a:ext uri="{FF2B5EF4-FFF2-40B4-BE49-F238E27FC236}">
                  <a16:creationId xmlns:a16="http://schemas.microsoft.com/office/drawing/2014/main" id="{FE391AFE-D16B-AF0B-D8AE-AFBBF52C8639}"/>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0" name="Rectangle 19">
              <a:extLst>
                <a:ext uri="{FF2B5EF4-FFF2-40B4-BE49-F238E27FC236}">
                  <a16:creationId xmlns:a16="http://schemas.microsoft.com/office/drawing/2014/main" id="{D21E8450-A464-B287-A22C-D991462B05AF}"/>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1" name="Rectangle 20">
              <a:extLst>
                <a:ext uri="{FF2B5EF4-FFF2-40B4-BE49-F238E27FC236}">
                  <a16:creationId xmlns:a16="http://schemas.microsoft.com/office/drawing/2014/main" id="{5DF0C3D1-033E-8F4D-4877-968DAB9A811D}"/>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2" name="Rectangle 21">
              <a:extLst>
                <a:ext uri="{FF2B5EF4-FFF2-40B4-BE49-F238E27FC236}">
                  <a16:creationId xmlns:a16="http://schemas.microsoft.com/office/drawing/2014/main" id="{E8E869D4-2FEA-52C3-7E9A-D7BADCBD180D}"/>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Tree>
    <p:extLst>
      <p:ext uri="{BB962C8B-B14F-4D97-AF65-F5344CB8AC3E}">
        <p14:creationId xmlns:p14="http://schemas.microsoft.com/office/powerpoint/2010/main" val="292031100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1_Icon Divider Whi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64710" y="2507936"/>
            <a:ext cx="6791359" cy="1308905"/>
          </a:xfrm>
        </p:spPr>
        <p:txBody>
          <a:bodyPr anchor="ctr">
            <a:noAutofit/>
          </a:bodyPr>
          <a:lstStyle>
            <a:lvl1pPr>
              <a:defRPr sz="3000" b="0" i="0"/>
            </a:lvl1pPr>
          </a:lstStyle>
          <a:p>
            <a:r>
              <a:rPr dirty="0"/>
              <a:t>Icon Divider Slide (30 pt Title Case); insert icon to the left, resize and recolor if necessary</a:t>
            </a:r>
          </a:p>
        </p:txBody>
      </p:sp>
      <p:cxnSp>
        <p:nvCxnSpPr>
          <p:cNvPr id="114" name="Straight Connector 113">
            <a:extLst>
              <a:ext uri="{FF2B5EF4-FFF2-40B4-BE49-F238E27FC236}">
                <a16:creationId xmlns:a16="http://schemas.microsoft.com/office/drawing/2014/main" id="{5C5A4160-7374-03EC-3BB0-C465FA6B9DF5}"/>
              </a:ext>
            </a:extLst>
          </p:cNvPr>
          <p:cNvCxnSpPr>
            <a:cxnSpLocks/>
          </p:cNvCxnSpPr>
          <p:nvPr/>
        </p:nvCxnSpPr>
        <p:spPr>
          <a:xfrm>
            <a:off x="2030691" y="2455386"/>
            <a:ext cx="0" cy="1441238"/>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33DCEF7B-A6CD-F9CF-2494-4388A5794D63}"/>
              </a:ext>
            </a:extLst>
          </p:cNvPr>
          <p:cNvGrpSpPr/>
          <p:nvPr/>
        </p:nvGrpSpPr>
        <p:grpSpPr>
          <a:xfrm>
            <a:off x="9639073" y="94590"/>
            <a:ext cx="1203437" cy="6132474"/>
            <a:chOff x="9753494" y="94590"/>
            <a:chExt cx="1203437" cy="6132474"/>
          </a:xfrm>
          <a:solidFill>
            <a:schemeClr val="accent1"/>
          </a:solidFill>
        </p:grpSpPr>
        <p:sp>
          <p:nvSpPr>
            <p:cNvPr id="4" name="Rectangle 3">
              <a:extLst>
                <a:ext uri="{FF2B5EF4-FFF2-40B4-BE49-F238E27FC236}">
                  <a16:creationId xmlns:a16="http://schemas.microsoft.com/office/drawing/2014/main" id="{B0EDA617-0052-9A3D-DCF1-2FDFE0C1F817}"/>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5" name="Rectangle 4">
              <a:extLst>
                <a:ext uri="{FF2B5EF4-FFF2-40B4-BE49-F238E27FC236}">
                  <a16:creationId xmlns:a16="http://schemas.microsoft.com/office/drawing/2014/main" id="{43478021-B688-764F-0B36-6974E18CA1F6}"/>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8" name="Rectangle 7">
              <a:extLst>
                <a:ext uri="{FF2B5EF4-FFF2-40B4-BE49-F238E27FC236}">
                  <a16:creationId xmlns:a16="http://schemas.microsoft.com/office/drawing/2014/main" id="{140A1F28-C58E-EB2D-3FE6-0DED973B1152}"/>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9" name="Rectangle 8">
              <a:extLst>
                <a:ext uri="{FF2B5EF4-FFF2-40B4-BE49-F238E27FC236}">
                  <a16:creationId xmlns:a16="http://schemas.microsoft.com/office/drawing/2014/main" id="{87B747C5-A261-9534-72EC-E01C6941B6D8}"/>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0" name="Rectangle 9">
              <a:extLst>
                <a:ext uri="{FF2B5EF4-FFF2-40B4-BE49-F238E27FC236}">
                  <a16:creationId xmlns:a16="http://schemas.microsoft.com/office/drawing/2014/main" id="{4269EC11-BC55-6120-266F-B8B9A71274D0}"/>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1" name="Rectangle 10">
              <a:extLst>
                <a:ext uri="{FF2B5EF4-FFF2-40B4-BE49-F238E27FC236}">
                  <a16:creationId xmlns:a16="http://schemas.microsoft.com/office/drawing/2014/main" id="{5B606781-9BA6-D9DD-FB74-35ADB2F57D0E}"/>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2" name="Rectangle 11">
              <a:extLst>
                <a:ext uri="{FF2B5EF4-FFF2-40B4-BE49-F238E27FC236}">
                  <a16:creationId xmlns:a16="http://schemas.microsoft.com/office/drawing/2014/main" id="{7816F835-C425-19AE-6830-D6A034531157}"/>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3" name="Rectangle 12">
              <a:extLst>
                <a:ext uri="{FF2B5EF4-FFF2-40B4-BE49-F238E27FC236}">
                  <a16:creationId xmlns:a16="http://schemas.microsoft.com/office/drawing/2014/main" id="{A760EA4F-CE57-A89B-E41F-B7F71FD3E28F}"/>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4" name="Rectangle 13">
              <a:extLst>
                <a:ext uri="{FF2B5EF4-FFF2-40B4-BE49-F238E27FC236}">
                  <a16:creationId xmlns:a16="http://schemas.microsoft.com/office/drawing/2014/main" id="{C4315FEC-31B5-7408-7D00-A54B2242A394}"/>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5" name="Rectangle 14">
              <a:extLst>
                <a:ext uri="{FF2B5EF4-FFF2-40B4-BE49-F238E27FC236}">
                  <a16:creationId xmlns:a16="http://schemas.microsoft.com/office/drawing/2014/main" id="{DF766BAB-6906-8AB0-B12C-7C3A5CFC0B51}"/>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6" name="Rectangle 15">
              <a:extLst>
                <a:ext uri="{FF2B5EF4-FFF2-40B4-BE49-F238E27FC236}">
                  <a16:creationId xmlns:a16="http://schemas.microsoft.com/office/drawing/2014/main" id="{C382D849-2814-772C-B926-8E2E75A05E80}"/>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7" name="Rectangle 16">
              <a:extLst>
                <a:ext uri="{FF2B5EF4-FFF2-40B4-BE49-F238E27FC236}">
                  <a16:creationId xmlns:a16="http://schemas.microsoft.com/office/drawing/2014/main" id="{75207A33-218E-33DB-37CC-C31BF511C7F8}"/>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8" name="Rectangle 17">
              <a:extLst>
                <a:ext uri="{FF2B5EF4-FFF2-40B4-BE49-F238E27FC236}">
                  <a16:creationId xmlns:a16="http://schemas.microsoft.com/office/drawing/2014/main" id="{3E4B9433-9A3F-753F-C5E8-70262C2E75C6}"/>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9" name="Rectangle 18">
              <a:extLst>
                <a:ext uri="{FF2B5EF4-FFF2-40B4-BE49-F238E27FC236}">
                  <a16:creationId xmlns:a16="http://schemas.microsoft.com/office/drawing/2014/main" id="{CFCAD42E-5C2B-6326-5731-25D43B37A791}"/>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0" name="Rectangle 19">
              <a:extLst>
                <a:ext uri="{FF2B5EF4-FFF2-40B4-BE49-F238E27FC236}">
                  <a16:creationId xmlns:a16="http://schemas.microsoft.com/office/drawing/2014/main" id="{98BDA659-A497-5687-4D7C-742C7952D01E}"/>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1" name="Rectangle 20">
              <a:extLst>
                <a:ext uri="{FF2B5EF4-FFF2-40B4-BE49-F238E27FC236}">
                  <a16:creationId xmlns:a16="http://schemas.microsoft.com/office/drawing/2014/main" id="{D7031D1A-2B67-1A62-989D-2AA2CA2F7AF0}"/>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2" name="Rectangle 21">
              <a:extLst>
                <a:ext uri="{FF2B5EF4-FFF2-40B4-BE49-F238E27FC236}">
                  <a16:creationId xmlns:a16="http://schemas.microsoft.com/office/drawing/2014/main" id="{40E89CFF-5340-9161-BA3F-A97E679B7B79}"/>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Tree>
    <p:extLst>
      <p:ext uri="{BB962C8B-B14F-4D97-AF65-F5344CB8AC3E}">
        <p14:creationId xmlns:p14="http://schemas.microsoft.com/office/powerpoint/2010/main" val="246442990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2_Icon Divider Whi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64710" y="2507936"/>
            <a:ext cx="6791359" cy="1308905"/>
          </a:xfrm>
        </p:spPr>
        <p:txBody>
          <a:bodyPr anchor="ctr">
            <a:noAutofit/>
          </a:bodyPr>
          <a:lstStyle>
            <a:lvl1pPr>
              <a:defRPr sz="3000" b="0" i="0"/>
            </a:lvl1pPr>
          </a:lstStyle>
          <a:p>
            <a:r>
              <a:rPr dirty="0"/>
              <a:t>Icon </a:t>
            </a:r>
            <a:r>
              <a:rPr lang="en-US" dirty="0"/>
              <a:t>divider slide </a:t>
            </a:r>
            <a:r>
              <a:rPr dirty="0"/>
              <a:t>(30 pt Title Case); insert icon to the left, resize and recolor if necessary</a:t>
            </a:r>
          </a:p>
        </p:txBody>
      </p:sp>
      <p:cxnSp>
        <p:nvCxnSpPr>
          <p:cNvPr id="114" name="Straight Connector 113">
            <a:extLst>
              <a:ext uri="{FF2B5EF4-FFF2-40B4-BE49-F238E27FC236}">
                <a16:creationId xmlns:a16="http://schemas.microsoft.com/office/drawing/2014/main" id="{5C5A4160-7374-03EC-3BB0-C465FA6B9DF5}"/>
              </a:ext>
            </a:extLst>
          </p:cNvPr>
          <p:cNvCxnSpPr>
            <a:cxnSpLocks/>
          </p:cNvCxnSpPr>
          <p:nvPr/>
        </p:nvCxnSpPr>
        <p:spPr>
          <a:xfrm>
            <a:off x="2030691" y="2455386"/>
            <a:ext cx="0" cy="1441238"/>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grpSp>
        <p:nvGrpSpPr>
          <p:cNvPr id="23" name="Group 22">
            <a:extLst>
              <a:ext uri="{FF2B5EF4-FFF2-40B4-BE49-F238E27FC236}">
                <a16:creationId xmlns:a16="http://schemas.microsoft.com/office/drawing/2014/main" id="{534B23F4-0D9E-5593-7EC2-95A56A168FE8}"/>
              </a:ext>
            </a:extLst>
          </p:cNvPr>
          <p:cNvGrpSpPr/>
          <p:nvPr/>
        </p:nvGrpSpPr>
        <p:grpSpPr>
          <a:xfrm>
            <a:off x="9639073" y="94590"/>
            <a:ext cx="1203437" cy="6132474"/>
            <a:chOff x="9753494" y="94590"/>
            <a:chExt cx="1203437" cy="6132474"/>
          </a:xfrm>
          <a:solidFill>
            <a:srgbClr val="D7D7D7"/>
          </a:solidFill>
        </p:grpSpPr>
        <p:sp>
          <p:nvSpPr>
            <p:cNvPr id="24" name="Rectangle 23">
              <a:extLst>
                <a:ext uri="{FF2B5EF4-FFF2-40B4-BE49-F238E27FC236}">
                  <a16:creationId xmlns:a16="http://schemas.microsoft.com/office/drawing/2014/main" id="{7817517D-865F-4F32-8581-2B9022E10026}"/>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5" name="Rectangle 24">
              <a:extLst>
                <a:ext uri="{FF2B5EF4-FFF2-40B4-BE49-F238E27FC236}">
                  <a16:creationId xmlns:a16="http://schemas.microsoft.com/office/drawing/2014/main" id="{06B5B77A-9311-8ACB-5BB4-6CF8FDCBCAA3}"/>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6" name="Rectangle 25">
              <a:extLst>
                <a:ext uri="{FF2B5EF4-FFF2-40B4-BE49-F238E27FC236}">
                  <a16:creationId xmlns:a16="http://schemas.microsoft.com/office/drawing/2014/main" id="{CA0DB9E4-2BF0-F26F-19E0-8D92FABD8B41}"/>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7" name="Rectangle 26">
              <a:extLst>
                <a:ext uri="{FF2B5EF4-FFF2-40B4-BE49-F238E27FC236}">
                  <a16:creationId xmlns:a16="http://schemas.microsoft.com/office/drawing/2014/main" id="{64D7668C-7569-263E-B434-15D9453595E2}"/>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8" name="Rectangle 27">
              <a:extLst>
                <a:ext uri="{FF2B5EF4-FFF2-40B4-BE49-F238E27FC236}">
                  <a16:creationId xmlns:a16="http://schemas.microsoft.com/office/drawing/2014/main" id="{DEEADD4E-2AC5-F5F3-4D3A-19AF1D78F0B4}"/>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9" name="Rectangle 28">
              <a:extLst>
                <a:ext uri="{FF2B5EF4-FFF2-40B4-BE49-F238E27FC236}">
                  <a16:creationId xmlns:a16="http://schemas.microsoft.com/office/drawing/2014/main" id="{BD2BD6EA-6B1D-5657-D35C-5169B975FA62}"/>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0" name="Rectangle 29">
              <a:extLst>
                <a:ext uri="{FF2B5EF4-FFF2-40B4-BE49-F238E27FC236}">
                  <a16:creationId xmlns:a16="http://schemas.microsoft.com/office/drawing/2014/main" id="{977CF940-D6BE-12C5-DBCE-1B085FF04E32}"/>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1" name="Rectangle 30">
              <a:extLst>
                <a:ext uri="{FF2B5EF4-FFF2-40B4-BE49-F238E27FC236}">
                  <a16:creationId xmlns:a16="http://schemas.microsoft.com/office/drawing/2014/main" id="{6ABDABAB-A048-DA2D-5F9A-CD4CED50E0C9}"/>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2" name="Rectangle 31">
              <a:extLst>
                <a:ext uri="{FF2B5EF4-FFF2-40B4-BE49-F238E27FC236}">
                  <a16:creationId xmlns:a16="http://schemas.microsoft.com/office/drawing/2014/main" id="{AA868854-0F67-D738-9ECF-F9BEA758C064}"/>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3" name="Rectangle 32">
              <a:extLst>
                <a:ext uri="{FF2B5EF4-FFF2-40B4-BE49-F238E27FC236}">
                  <a16:creationId xmlns:a16="http://schemas.microsoft.com/office/drawing/2014/main" id="{25739498-5A2C-59ED-EA66-7E26AB14739C}"/>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4" name="Rectangle 33">
              <a:extLst>
                <a:ext uri="{FF2B5EF4-FFF2-40B4-BE49-F238E27FC236}">
                  <a16:creationId xmlns:a16="http://schemas.microsoft.com/office/drawing/2014/main" id="{25C919A0-B3FE-0171-5380-7CBC527E03A0}"/>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5" name="Rectangle 34">
              <a:extLst>
                <a:ext uri="{FF2B5EF4-FFF2-40B4-BE49-F238E27FC236}">
                  <a16:creationId xmlns:a16="http://schemas.microsoft.com/office/drawing/2014/main" id="{FF900F90-4077-E95A-7163-655A95ABCA82}"/>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6" name="Rectangle 35">
              <a:extLst>
                <a:ext uri="{FF2B5EF4-FFF2-40B4-BE49-F238E27FC236}">
                  <a16:creationId xmlns:a16="http://schemas.microsoft.com/office/drawing/2014/main" id="{C3C278D7-584F-B5CF-DDAC-BD11F49CBD34}"/>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7" name="Rectangle 36">
              <a:extLst>
                <a:ext uri="{FF2B5EF4-FFF2-40B4-BE49-F238E27FC236}">
                  <a16:creationId xmlns:a16="http://schemas.microsoft.com/office/drawing/2014/main" id="{F3BA31ED-365D-92CD-4870-F140409C1711}"/>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8" name="Rectangle 37">
              <a:extLst>
                <a:ext uri="{FF2B5EF4-FFF2-40B4-BE49-F238E27FC236}">
                  <a16:creationId xmlns:a16="http://schemas.microsoft.com/office/drawing/2014/main" id="{766749B5-D1CC-38F6-A8E2-8F61C82E9C4C}"/>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9" name="Rectangle 38">
              <a:extLst>
                <a:ext uri="{FF2B5EF4-FFF2-40B4-BE49-F238E27FC236}">
                  <a16:creationId xmlns:a16="http://schemas.microsoft.com/office/drawing/2014/main" id="{A51DDF5E-9BDE-18F0-F0CA-83342B3D9F2A}"/>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40" name="Rectangle 39">
              <a:extLst>
                <a:ext uri="{FF2B5EF4-FFF2-40B4-BE49-F238E27FC236}">
                  <a16:creationId xmlns:a16="http://schemas.microsoft.com/office/drawing/2014/main" id="{DCA5C07C-74B8-236F-68E6-CBE804C45B3C}"/>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Tree>
    <p:extLst>
      <p:ext uri="{BB962C8B-B14F-4D97-AF65-F5344CB8AC3E}">
        <p14:creationId xmlns:p14="http://schemas.microsoft.com/office/powerpoint/2010/main" val="255340175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p:cSld name="Content Layouts">
    <p:bg>
      <p:bgRef idx="1001">
        <a:schemeClr val="bg1"/>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34D9152-4A2F-4ACE-9A46-E4916C90D64F}"/>
              </a:ext>
            </a:extLst>
          </p:cNvPr>
          <p:cNvSpPr txBox="1"/>
          <p:nvPr/>
        </p:nvSpPr>
        <p:spPr>
          <a:xfrm>
            <a:off x="609600" y="2773436"/>
            <a:ext cx="10972800" cy="1311128"/>
          </a:xfrm>
          <a:prstGeom prst="rect">
            <a:avLst/>
          </a:prstGeom>
          <a:noFill/>
        </p:spPr>
        <p:txBody>
          <a:bodyPr wrap="square" rtlCol="0">
            <a:spAutoFit/>
          </a:bodyPr>
          <a:lstStyle/>
          <a:p>
            <a:pPr algn="ctr">
              <a:lnSpc>
                <a:spcPct val="90000"/>
              </a:lnSpc>
            </a:pPr>
            <a:r>
              <a:rPr sz="8800">
                <a:solidFill>
                  <a:srgbClr val="FFFFFF"/>
                </a:solidFill>
              </a:rPr>
              <a:t>Content Layouts</a:t>
            </a:r>
          </a:p>
        </p:txBody>
      </p:sp>
    </p:spTree>
    <p:extLst>
      <p:ext uri="{BB962C8B-B14F-4D97-AF65-F5344CB8AC3E}">
        <p14:creationId xmlns:p14="http://schemas.microsoft.com/office/powerpoint/2010/main" val="4197449909"/>
      </p:ext>
    </p:extLst>
  </p:cSld>
  <p:clrMapOvr>
    <a:overrideClrMapping bg1="dk1" tx1="lt1" bg2="dk2" tx2="lt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476705" y="712158"/>
            <a:ext cx="9133053" cy="1041064"/>
          </a:xfrm>
        </p:spPr>
        <p:txBody>
          <a:bodyPr anchor="ctr"/>
          <a:lstStyle>
            <a:lvl1pPr>
              <a:defRPr b="0" i="0" baseline="0">
                <a:solidFill>
                  <a:srgbClr val="FF6600"/>
                </a:solidFill>
              </a:defRPr>
            </a:lvl1pPr>
          </a:lstStyle>
          <a:p>
            <a:r>
              <a:rPr dirty="0"/>
              <a:t>Agenda </a:t>
            </a:r>
            <a:r>
              <a:rPr lang="en-US" dirty="0"/>
              <a:t>header </a:t>
            </a:r>
            <a:r>
              <a:rPr dirty="0"/>
              <a:t>(28pt Title Case)</a:t>
            </a:r>
          </a:p>
        </p:txBody>
      </p:sp>
      <p:sp>
        <p:nvSpPr>
          <p:cNvPr id="3" name="Content Placeholder 2"/>
          <p:cNvSpPr>
            <a:spLocks noGrp="1"/>
          </p:cNvSpPr>
          <p:nvPr>
            <p:ph idx="1" hasCustomPrompt="1"/>
          </p:nvPr>
        </p:nvSpPr>
        <p:spPr>
          <a:xfrm>
            <a:off x="1883159" y="1899240"/>
            <a:ext cx="8726598" cy="3663859"/>
          </a:xfrm>
        </p:spPr>
        <p:txBody>
          <a:bodyPr/>
          <a:lstStyle>
            <a:lvl1pPr>
              <a:defRPr b="0" i="0"/>
            </a:lvl1pPr>
            <a:lvl2pPr>
              <a:defRPr b="0" i="0"/>
            </a:lvl2pPr>
            <a:lvl3pPr>
              <a:defRPr b="0" i="0"/>
            </a:lvl3pPr>
            <a:lvl4pPr>
              <a:defRPr b="0" i="0"/>
            </a:lvl4pPr>
            <a:lvl5pPr>
              <a:defRPr b="0" i="0"/>
            </a:lvl5pPr>
          </a:lstStyle>
          <a:p>
            <a:pPr lvl="0"/>
            <a:r>
              <a:rPr dirty="0"/>
              <a:t>Click to add text</a:t>
            </a:r>
          </a:p>
          <a:p>
            <a:pPr lvl="1"/>
            <a:r>
              <a:rPr dirty="0"/>
              <a:t>Second level</a:t>
            </a:r>
          </a:p>
          <a:p>
            <a:pPr lvl="2"/>
            <a:r>
              <a:rPr dirty="0"/>
              <a:t>Third level</a:t>
            </a:r>
          </a:p>
          <a:p>
            <a:pPr lvl="3"/>
            <a:r>
              <a:rPr dirty="0"/>
              <a:t>Fourth level</a:t>
            </a:r>
          </a:p>
          <a:p>
            <a:pPr lvl="4"/>
            <a:r>
              <a:rPr dirty="0"/>
              <a:t>Fifth level</a:t>
            </a:r>
          </a:p>
        </p:txBody>
      </p:sp>
      <p:cxnSp>
        <p:nvCxnSpPr>
          <p:cNvPr id="7" name="Straight Connector 6"/>
          <p:cNvCxnSpPr>
            <a:cxnSpLocks/>
          </p:cNvCxnSpPr>
          <p:nvPr/>
        </p:nvCxnSpPr>
        <p:spPr>
          <a:xfrm>
            <a:off x="1545787" y="1899242"/>
            <a:ext cx="0" cy="3663859"/>
          </a:xfrm>
          <a:prstGeom prst="line">
            <a:avLst/>
          </a:prstGeom>
          <a:ln w="12700">
            <a:solidFill>
              <a:srgbClr val="FF6600"/>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2872004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 preserve="1">
  <p:cSld name="1_Agenda">
    <p:spTree>
      <p:nvGrpSpPr>
        <p:cNvPr id="1" name=""/>
        <p:cNvGrpSpPr/>
        <p:nvPr/>
      </p:nvGrpSpPr>
      <p:grpSpPr>
        <a:xfrm>
          <a:off x="0" y="0"/>
          <a:ext cx="0" cy="0"/>
          <a:chOff x="0" y="0"/>
          <a:chExt cx="0" cy="0"/>
        </a:xfrm>
      </p:grpSpPr>
      <p:pic>
        <p:nvPicPr>
          <p:cNvPr id="4" name="Picture 3" descr="A black background with white text&#10;&#10;Description automatically generated">
            <a:extLst>
              <a:ext uri="{FF2B5EF4-FFF2-40B4-BE49-F238E27FC236}">
                <a16:creationId xmlns:a16="http://schemas.microsoft.com/office/drawing/2014/main" id="{1D2C5C6E-9CFE-6F32-E00D-697C601A0F87}"/>
              </a:ext>
            </a:extLst>
          </p:cNvPr>
          <p:cNvPicPr>
            <a:picLocks noChangeAspect="1"/>
          </p:cNvPicPr>
          <p:nvPr/>
        </p:nvPicPr>
        <p:blipFill rotWithShape="1">
          <a:blip r:embed="rId2">
            <a:extLst>
              <a:ext uri="{28A0092B-C50C-407E-A947-70E740481C1C}">
                <a14:useLocalDpi xmlns:a14="http://schemas.microsoft.com/office/drawing/2010/main" val="0"/>
              </a:ext>
            </a:extLst>
          </a:blip>
          <a:srcRect b="7869"/>
          <a:stretch/>
        </p:blipFill>
        <p:spPr>
          <a:xfrm>
            <a:off x="1524" y="0"/>
            <a:ext cx="12188952" cy="6318328"/>
          </a:xfrm>
          <a:prstGeom prst="rect">
            <a:avLst/>
          </a:prstGeom>
        </p:spPr>
      </p:pic>
      <p:sp>
        <p:nvSpPr>
          <p:cNvPr id="2" name="Title 1"/>
          <p:cNvSpPr>
            <a:spLocks noGrp="1"/>
          </p:cNvSpPr>
          <p:nvPr>
            <p:ph type="title" hasCustomPrompt="1"/>
          </p:nvPr>
        </p:nvSpPr>
        <p:spPr>
          <a:xfrm>
            <a:off x="1476705" y="712158"/>
            <a:ext cx="9133053" cy="1041064"/>
          </a:xfrm>
        </p:spPr>
        <p:txBody>
          <a:bodyPr anchor="ctr"/>
          <a:lstStyle>
            <a:lvl1pPr>
              <a:defRPr b="0" i="0" baseline="0">
                <a:solidFill>
                  <a:srgbClr val="FF6600"/>
                </a:solidFill>
              </a:defRPr>
            </a:lvl1pPr>
          </a:lstStyle>
          <a:p>
            <a:r>
              <a:rPr dirty="0"/>
              <a:t>Agenda </a:t>
            </a:r>
            <a:r>
              <a:rPr lang="en-US" dirty="0"/>
              <a:t>header </a:t>
            </a:r>
            <a:r>
              <a:rPr dirty="0"/>
              <a:t>(28pt Title Case)</a:t>
            </a:r>
          </a:p>
        </p:txBody>
      </p:sp>
      <p:sp>
        <p:nvSpPr>
          <p:cNvPr id="3" name="Content Placeholder 2"/>
          <p:cNvSpPr>
            <a:spLocks noGrp="1"/>
          </p:cNvSpPr>
          <p:nvPr>
            <p:ph idx="1" hasCustomPrompt="1"/>
          </p:nvPr>
        </p:nvSpPr>
        <p:spPr>
          <a:xfrm>
            <a:off x="1883159" y="1899240"/>
            <a:ext cx="8726598" cy="3663859"/>
          </a:xfrm>
        </p:spPr>
        <p:txBody>
          <a:bodyPr/>
          <a:lstStyle>
            <a:lvl1pPr>
              <a:buClr>
                <a:schemeClr val="bg1"/>
              </a:buClr>
              <a:defRPr b="0" i="0">
                <a:solidFill>
                  <a:srgbClr val="FFFFFF"/>
                </a:solidFill>
              </a:defRPr>
            </a:lvl1pPr>
            <a:lvl2pPr>
              <a:buClr>
                <a:schemeClr val="bg1"/>
              </a:buClr>
              <a:defRPr b="0" i="0">
                <a:solidFill>
                  <a:srgbClr val="FFFFFF"/>
                </a:solidFill>
              </a:defRPr>
            </a:lvl2pPr>
            <a:lvl3pPr>
              <a:buClr>
                <a:schemeClr val="bg1"/>
              </a:buClr>
              <a:defRPr b="0" i="0">
                <a:solidFill>
                  <a:srgbClr val="FFFFFF"/>
                </a:solidFill>
              </a:defRPr>
            </a:lvl3pPr>
            <a:lvl4pPr>
              <a:buClr>
                <a:schemeClr val="bg1"/>
              </a:buClr>
              <a:defRPr b="0" i="0">
                <a:solidFill>
                  <a:srgbClr val="FFFFFF"/>
                </a:solidFill>
              </a:defRPr>
            </a:lvl4pPr>
            <a:lvl5pPr>
              <a:buClr>
                <a:schemeClr val="bg1"/>
              </a:buClr>
              <a:defRPr b="0" i="0">
                <a:solidFill>
                  <a:srgbClr val="FFFFFF"/>
                </a:solidFill>
              </a:defRPr>
            </a:lvl5pPr>
          </a:lstStyle>
          <a:p>
            <a:pPr lvl="0"/>
            <a:r>
              <a:rPr dirty="0"/>
              <a:t>Click to add text</a:t>
            </a:r>
          </a:p>
          <a:p>
            <a:pPr lvl="1"/>
            <a:r>
              <a:rPr dirty="0"/>
              <a:t>Second level</a:t>
            </a:r>
          </a:p>
          <a:p>
            <a:pPr lvl="2"/>
            <a:r>
              <a:rPr dirty="0"/>
              <a:t>Third level</a:t>
            </a:r>
          </a:p>
          <a:p>
            <a:pPr lvl="3"/>
            <a:r>
              <a:rPr dirty="0"/>
              <a:t>Fourth level</a:t>
            </a:r>
          </a:p>
          <a:p>
            <a:pPr lvl="4"/>
            <a:r>
              <a:rPr dirty="0"/>
              <a:t>Fifth level</a:t>
            </a:r>
          </a:p>
        </p:txBody>
      </p:sp>
      <p:cxnSp>
        <p:nvCxnSpPr>
          <p:cNvPr id="7" name="Straight Connector 6"/>
          <p:cNvCxnSpPr>
            <a:cxnSpLocks/>
          </p:cNvCxnSpPr>
          <p:nvPr/>
        </p:nvCxnSpPr>
        <p:spPr>
          <a:xfrm>
            <a:off x="1545787" y="1899242"/>
            <a:ext cx="0" cy="3663859"/>
          </a:xfrm>
          <a:prstGeom prst="line">
            <a:avLst/>
          </a:prstGeom>
          <a:ln w="12700">
            <a:solidFill>
              <a:srgbClr val="FF6600"/>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7942129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1525292"/>
            <a:ext cx="10972800" cy="3317296"/>
          </a:xfrm>
        </p:spPr>
        <p:txBody>
          <a:bodyPr anchor="ctr">
            <a:noAutofit/>
          </a:bodyPr>
          <a:lstStyle>
            <a:lvl1pPr algn="ctr">
              <a:defRPr sz="4000" b="0" i="0" cap="none" baseline="0">
                <a:solidFill>
                  <a:srgbClr val="FF6600"/>
                </a:solidFill>
              </a:defRPr>
            </a:lvl1pPr>
          </a:lstStyle>
          <a:p>
            <a:r>
              <a:t>Add statement text here</a:t>
            </a:r>
          </a:p>
        </p:txBody>
      </p:sp>
    </p:spTree>
    <p:extLst>
      <p:ext uri="{BB962C8B-B14F-4D97-AF65-F5344CB8AC3E}">
        <p14:creationId xmlns:p14="http://schemas.microsoft.com/office/powerpoint/2010/main" val="82217016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Do not remove" hidden="1">
            <a:extLst>
              <a:ext uri="{FF2B5EF4-FFF2-40B4-BE49-F238E27FC236}">
                <a16:creationId xmlns:a16="http://schemas.microsoft.com/office/drawing/2014/main" id="{3FCC5E9F-C07C-EA9E-EE61-DE76AAB915D3}"/>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Content Placeholder 2"/>
          <p:cNvSpPr>
            <a:spLocks noGrp="1"/>
          </p:cNvSpPr>
          <p:nvPr>
            <p:ph idx="1" hasCustomPrompt="1"/>
          </p:nvPr>
        </p:nvSpPr>
        <p:spPr>
          <a:xfrm>
            <a:off x="506159" y="1419226"/>
            <a:ext cx="9558591" cy="4714874"/>
          </a:xfrm>
        </p:spPr>
        <p:txBody>
          <a:bodyPr/>
          <a:lstStyle>
            <a:lvl1pPr>
              <a:defRPr b="0" i="0"/>
            </a:lvl1pPr>
            <a:lvl2pPr>
              <a:defRPr b="0" i="0"/>
            </a:lvl2pPr>
            <a:lvl3pPr>
              <a:defRPr b="0" i="0"/>
            </a:lvl3pPr>
            <a:lvl4pPr>
              <a:defRPr b="0" i="0"/>
            </a:lvl4pPr>
            <a:lvl5pPr>
              <a:defRPr b="0" i="0"/>
            </a:lvl5pPr>
          </a:lstStyle>
          <a:p>
            <a:pPr lvl="0"/>
            <a:r>
              <a:rPr dirty="0"/>
              <a:t>Click to add text or choose an icon below to insert other content</a:t>
            </a:r>
          </a:p>
          <a:p>
            <a:pPr lvl="1"/>
            <a:r>
              <a:rPr dirty="0"/>
              <a:t>Second level</a:t>
            </a:r>
          </a:p>
          <a:p>
            <a:pPr lvl="2"/>
            <a:r>
              <a:rPr dirty="0"/>
              <a:t>Third level</a:t>
            </a:r>
          </a:p>
          <a:p>
            <a:pPr lvl="3"/>
            <a:r>
              <a:rPr dirty="0"/>
              <a:t>Fourth level</a:t>
            </a:r>
          </a:p>
          <a:p>
            <a:pPr lvl="4"/>
            <a:r>
              <a:rPr dirty="0"/>
              <a:t>Fifth level</a:t>
            </a:r>
          </a:p>
        </p:txBody>
      </p:sp>
    </p:spTree>
    <p:extLst>
      <p:ext uri="{BB962C8B-B14F-4D97-AF65-F5344CB8AC3E}">
        <p14:creationId xmlns:p14="http://schemas.microsoft.com/office/powerpoint/2010/main" val="44667274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Do not remove" hidden="1">
            <a:extLst>
              <a:ext uri="{FF2B5EF4-FFF2-40B4-BE49-F238E27FC236}">
                <a16:creationId xmlns:a16="http://schemas.microsoft.com/office/drawing/2014/main" id="{214858CF-5C90-3096-4B8A-CE3A71C184D2}"/>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Tree>
    <p:extLst>
      <p:ext uri="{BB962C8B-B14F-4D97-AF65-F5344CB8AC3E}">
        <p14:creationId xmlns:p14="http://schemas.microsoft.com/office/powerpoint/2010/main" val="187529579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E4D9D74-F848-A078-6EC5-8FF52AC86C08}"/>
              </a:ext>
            </a:extLst>
          </p:cNvPr>
          <p:cNvSpPr/>
          <p:nvPr/>
        </p:nvSpPr>
        <p:spPr>
          <a:xfrm>
            <a:off x="0" y="0"/>
            <a:ext cx="4354348" cy="6858000"/>
          </a:xfrm>
          <a:prstGeom prst="rect">
            <a:avLst/>
          </a:prstGeom>
          <a:solidFill>
            <a:schemeClr val="tx1">
              <a:alpha val="7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 name="Title 1">
            <a:extLst>
              <a:ext uri="{FF2B5EF4-FFF2-40B4-BE49-F238E27FC236}">
                <a16:creationId xmlns:a16="http://schemas.microsoft.com/office/drawing/2014/main" id="{94743DB5-7733-1F93-82A7-C0C12037846E}"/>
              </a:ext>
            </a:extLst>
          </p:cNvPr>
          <p:cNvSpPr>
            <a:spLocks noGrp="1"/>
          </p:cNvSpPr>
          <p:nvPr>
            <p:ph type="title"/>
          </p:nvPr>
        </p:nvSpPr>
        <p:spPr>
          <a:xfrm>
            <a:off x="508000" y="638582"/>
            <a:ext cx="3570793" cy="869670"/>
          </a:xfrm>
        </p:spPr>
        <p:txBody>
          <a:bodyPr wrap="square" anchor="t">
            <a:spAutoFit/>
          </a:body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FAC17C8B-9322-2D58-48B6-3B73A518A16A}"/>
              </a:ext>
            </a:extLst>
          </p:cNvPr>
          <p:cNvSpPr>
            <a:spLocks noGrp="1"/>
          </p:cNvSpPr>
          <p:nvPr>
            <p:ph type="body" sz="quarter" idx="10"/>
          </p:nvPr>
        </p:nvSpPr>
        <p:spPr>
          <a:xfrm>
            <a:off x="507495" y="2134134"/>
            <a:ext cx="3570793" cy="370840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3473766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E4D9D74-F848-A078-6EC5-8FF52AC86C08}"/>
              </a:ext>
            </a:extLst>
          </p:cNvPr>
          <p:cNvSpPr/>
          <p:nvPr/>
        </p:nvSpPr>
        <p:spPr>
          <a:xfrm>
            <a:off x="4354346" y="0"/>
            <a:ext cx="7837653" cy="6858000"/>
          </a:xfrm>
          <a:prstGeom prst="rect">
            <a:avLst/>
          </a:prstGeom>
          <a:solidFill>
            <a:schemeClr val="tx1">
              <a:alpha val="7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 name="Title 1">
            <a:extLst>
              <a:ext uri="{FF2B5EF4-FFF2-40B4-BE49-F238E27FC236}">
                <a16:creationId xmlns:a16="http://schemas.microsoft.com/office/drawing/2014/main" id="{94743DB5-7733-1F93-82A7-C0C12037846E}"/>
              </a:ext>
            </a:extLst>
          </p:cNvPr>
          <p:cNvSpPr>
            <a:spLocks noGrp="1"/>
          </p:cNvSpPr>
          <p:nvPr>
            <p:ph type="title"/>
          </p:nvPr>
        </p:nvSpPr>
        <p:spPr>
          <a:xfrm>
            <a:off x="508000" y="638582"/>
            <a:ext cx="3570793" cy="869670"/>
          </a:xfrm>
        </p:spPr>
        <p:txBody>
          <a:bodyPr wrap="square" anchor="t">
            <a:spAutoFit/>
          </a:body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FAC17C8B-9322-2D58-48B6-3B73A518A16A}"/>
              </a:ext>
            </a:extLst>
          </p:cNvPr>
          <p:cNvSpPr>
            <a:spLocks noGrp="1"/>
          </p:cNvSpPr>
          <p:nvPr>
            <p:ph type="body" sz="quarter" idx="10"/>
          </p:nvPr>
        </p:nvSpPr>
        <p:spPr>
          <a:xfrm>
            <a:off x="507495" y="2134134"/>
            <a:ext cx="3570793" cy="370840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 name="svg logo">
            <a:extLst>
              <a:ext uri="{FF2B5EF4-FFF2-40B4-BE49-F238E27FC236}">
                <a16:creationId xmlns:a16="http://schemas.microsoft.com/office/drawing/2014/main" id="{E7C05916-15C8-3FAB-7986-F9EF704E5043}"/>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42320" y="6420293"/>
            <a:ext cx="640080" cy="321292"/>
          </a:xfrm>
          <a:prstGeom prst="rect">
            <a:avLst/>
          </a:prstGeom>
        </p:spPr>
      </p:pic>
    </p:spTree>
    <p:extLst>
      <p:ext uri="{BB962C8B-B14F-4D97-AF65-F5344CB8AC3E}">
        <p14:creationId xmlns:p14="http://schemas.microsoft.com/office/powerpoint/2010/main" val="106510907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4_Custom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E4D9D74-F848-A078-6EC5-8FF52AC86C08}"/>
              </a:ext>
            </a:extLst>
          </p:cNvPr>
          <p:cNvSpPr/>
          <p:nvPr/>
        </p:nvSpPr>
        <p:spPr>
          <a:xfrm>
            <a:off x="7162908" y="0"/>
            <a:ext cx="5029091" cy="6858000"/>
          </a:xfrm>
          <a:prstGeom prst="rect">
            <a:avLst/>
          </a:prstGeom>
          <a:solidFill>
            <a:schemeClr val="tx1">
              <a:alpha val="7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 name="Title 1">
            <a:extLst>
              <a:ext uri="{FF2B5EF4-FFF2-40B4-BE49-F238E27FC236}">
                <a16:creationId xmlns:a16="http://schemas.microsoft.com/office/drawing/2014/main" id="{94743DB5-7733-1F93-82A7-C0C12037846E}"/>
              </a:ext>
            </a:extLst>
          </p:cNvPr>
          <p:cNvSpPr>
            <a:spLocks noGrp="1"/>
          </p:cNvSpPr>
          <p:nvPr>
            <p:ph type="title"/>
          </p:nvPr>
        </p:nvSpPr>
        <p:spPr>
          <a:xfrm>
            <a:off x="508000" y="638582"/>
            <a:ext cx="6197600" cy="480131"/>
          </a:xfrm>
        </p:spPr>
        <p:txBody>
          <a:bodyPr wrap="square" anchor="t">
            <a:spAutoFit/>
          </a:body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FAC17C8B-9322-2D58-48B6-3B73A518A16A}"/>
              </a:ext>
            </a:extLst>
          </p:cNvPr>
          <p:cNvSpPr>
            <a:spLocks noGrp="1"/>
          </p:cNvSpPr>
          <p:nvPr>
            <p:ph type="body" sz="quarter" idx="10"/>
          </p:nvPr>
        </p:nvSpPr>
        <p:spPr>
          <a:xfrm>
            <a:off x="507495" y="1714500"/>
            <a:ext cx="6197600" cy="370840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 name="svg logo">
            <a:extLst>
              <a:ext uri="{FF2B5EF4-FFF2-40B4-BE49-F238E27FC236}">
                <a16:creationId xmlns:a16="http://schemas.microsoft.com/office/drawing/2014/main" id="{E7C05916-15C8-3FAB-7986-F9EF704E5043}"/>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42320" y="6420293"/>
            <a:ext cx="640080" cy="321292"/>
          </a:xfrm>
          <a:prstGeom prst="rect">
            <a:avLst/>
          </a:prstGeom>
        </p:spPr>
      </p:pic>
    </p:spTree>
    <p:extLst>
      <p:ext uri="{BB962C8B-B14F-4D97-AF65-F5344CB8AC3E}">
        <p14:creationId xmlns:p14="http://schemas.microsoft.com/office/powerpoint/2010/main" val="39147417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1_Title Only">
    <p:spTree>
      <p:nvGrpSpPr>
        <p:cNvPr id="1" name=""/>
        <p:cNvGrpSpPr/>
        <p:nvPr/>
      </p:nvGrpSpPr>
      <p:grpSpPr>
        <a:xfrm>
          <a:off x="0" y="0"/>
          <a:ext cx="0" cy="0"/>
          <a:chOff x="0" y="0"/>
          <a:chExt cx="0" cy="0"/>
        </a:xfrm>
      </p:grpSpPr>
      <p:pic>
        <p:nvPicPr>
          <p:cNvPr id="3" name="Picture 2" descr="A black background with white text&#10;&#10;Description automatically generated">
            <a:extLst>
              <a:ext uri="{FF2B5EF4-FFF2-40B4-BE49-F238E27FC236}">
                <a16:creationId xmlns:a16="http://schemas.microsoft.com/office/drawing/2014/main" id="{CE124269-9A28-B0DD-48F2-674C5DC4C61D}"/>
              </a:ext>
            </a:extLst>
          </p:cNvPr>
          <p:cNvPicPr>
            <a:picLocks noChangeAspect="1"/>
          </p:cNvPicPr>
          <p:nvPr/>
        </p:nvPicPr>
        <p:blipFill rotWithShape="1">
          <a:blip r:embed="rId3">
            <a:extLst>
              <a:ext uri="{28A0092B-C50C-407E-A947-70E740481C1C}">
                <a14:useLocalDpi xmlns:a14="http://schemas.microsoft.com/office/drawing/2010/main" val="0"/>
              </a:ext>
            </a:extLst>
          </a:blip>
          <a:srcRect b="7869"/>
          <a:stretch/>
        </p:blipFill>
        <p:spPr>
          <a:xfrm>
            <a:off x="1524" y="0"/>
            <a:ext cx="12188952" cy="6318328"/>
          </a:xfrm>
          <a:prstGeom prst="rect">
            <a:avLst/>
          </a:prstGeom>
        </p:spPr>
      </p:pic>
      <p:sp>
        <p:nvSpPr>
          <p:cNvPr id="6" name="Do not remove" hidden="1">
            <a:extLst>
              <a:ext uri="{FF2B5EF4-FFF2-40B4-BE49-F238E27FC236}">
                <a16:creationId xmlns:a16="http://schemas.microsoft.com/office/drawing/2014/main" id="{214858CF-5C90-3096-4B8A-CE3A71C184D2}"/>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grpSp>
        <p:nvGrpSpPr>
          <p:cNvPr id="23" name="Group 22">
            <a:extLst>
              <a:ext uri="{FF2B5EF4-FFF2-40B4-BE49-F238E27FC236}">
                <a16:creationId xmlns:a16="http://schemas.microsoft.com/office/drawing/2014/main" id="{4722003F-79B4-AB21-877A-5E3D7659A331}"/>
              </a:ext>
            </a:extLst>
          </p:cNvPr>
          <p:cNvGrpSpPr/>
          <p:nvPr/>
        </p:nvGrpSpPr>
        <p:grpSpPr>
          <a:xfrm>
            <a:off x="9639073" y="94590"/>
            <a:ext cx="1203437" cy="6132474"/>
            <a:chOff x="9753494" y="94590"/>
            <a:chExt cx="1203437" cy="6132474"/>
          </a:xfrm>
          <a:solidFill>
            <a:srgbClr val="595959"/>
          </a:solidFill>
        </p:grpSpPr>
        <p:sp>
          <p:nvSpPr>
            <p:cNvPr id="24" name="Rectangle 23">
              <a:extLst>
                <a:ext uri="{FF2B5EF4-FFF2-40B4-BE49-F238E27FC236}">
                  <a16:creationId xmlns:a16="http://schemas.microsoft.com/office/drawing/2014/main" id="{DFC17962-DF73-81EE-6A17-069CF853C52A}"/>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5" name="Rectangle 24">
              <a:extLst>
                <a:ext uri="{FF2B5EF4-FFF2-40B4-BE49-F238E27FC236}">
                  <a16:creationId xmlns:a16="http://schemas.microsoft.com/office/drawing/2014/main" id="{A550CEDE-9477-4CF2-E834-8259E5FFF8BA}"/>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6" name="Rectangle 25">
              <a:extLst>
                <a:ext uri="{FF2B5EF4-FFF2-40B4-BE49-F238E27FC236}">
                  <a16:creationId xmlns:a16="http://schemas.microsoft.com/office/drawing/2014/main" id="{E5DA055D-6FF1-4000-737E-5A45FD8BE2B2}"/>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7" name="Rectangle 26">
              <a:extLst>
                <a:ext uri="{FF2B5EF4-FFF2-40B4-BE49-F238E27FC236}">
                  <a16:creationId xmlns:a16="http://schemas.microsoft.com/office/drawing/2014/main" id="{98B59D35-D78D-037E-8CC9-F0F770DAADA7}"/>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8" name="Rectangle 27">
              <a:extLst>
                <a:ext uri="{FF2B5EF4-FFF2-40B4-BE49-F238E27FC236}">
                  <a16:creationId xmlns:a16="http://schemas.microsoft.com/office/drawing/2014/main" id="{EA3C4B24-E2C2-B1BF-9B17-4B687FF206E4}"/>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9" name="Rectangle 28">
              <a:extLst>
                <a:ext uri="{FF2B5EF4-FFF2-40B4-BE49-F238E27FC236}">
                  <a16:creationId xmlns:a16="http://schemas.microsoft.com/office/drawing/2014/main" id="{9407BB89-209F-35D2-3F6E-1F4AEA334B6D}"/>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0" name="Rectangle 29">
              <a:extLst>
                <a:ext uri="{FF2B5EF4-FFF2-40B4-BE49-F238E27FC236}">
                  <a16:creationId xmlns:a16="http://schemas.microsoft.com/office/drawing/2014/main" id="{0F063282-C1E2-7A6B-79CF-73854CEB2E6F}"/>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1" name="Rectangle 30">
              <a:extLst>
                <a:ext uri="{FF2B5EF4-FFF2-40B4-BE49-F238E27FC236}">
                  <a16:creationId xmlns:a16="http://schemas.microsoft.com/office/drawing/2014/main" id="{4F4FFE0A-B7F0-5ABD-2815-09D07626C74E}"/>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2" name="Rectangle 31">
              <a:extLst>
                <a:ext uri="{FF2B5EF4-FFF2-40B4-BE49-F238E27FC236}">
                  <a16:creationId xmlns:a16="http://schemas.microsoft.com/office/drawing/2014/main" id="{1B87ABFC-2BE3-7158-A188-F4E6FFEC7066}"/>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3" name="Rectangle 32">
              <a:extLst>
                <a:ext uri="{FF2B5EF4-FFF2-40B4-BE49-F238E27FC236}">
                  <a16:creationId xmlns:a16="http://schemas.microsoft.com/office/drawing/2014/main" id="{3929CC96-8509-29EC-A7A5-85E8CEFF3F9A}"/>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4" name="Rectangle 33">
              <a:extLst>
                <a:ext uri="{FF2B5EF4-FFF2-40B4-BE49-F238E27FC236}">
                  <a16:creationId xmlns:a16="http://schemas.microsoft.com/office/drawing/2014/main" id="{7B76BCD0-BB1A-6007-2896-F2D0296D5CD4}"/>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5" name="Rectangle 34">
              <a:extLst>
                <a:ext uri="{FF2B5EF4-FFF2-40B4-BE49-F238E27FC236}">
                  <a16:creationId xmlns:a16="http://schemas.microsoft.com/office/drawing/2014/main" id="{DEFB1203-67C0-E117-A848-2C8FC906E90B}"/>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6" name="Rectangle 35">
              <a:extLst>
                <a:ext uri="{FF2B5EF4-FFF2-40B4-BE49-F238E27FC236}">
                  <a16:creationId xmlns:a16="http://schemas.microsoft.com/office/drawing/2014/main" id="{F9D9706C-277E-3825-E2AB-71D3E8861432}"/>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7" name="Rectangle 36">
              <a:extLst>
                <a:ext uri="{FF2B5EF4-FFF2-40B4-BE49-F238E27FC236}">
                  <a16:creationId xmlns:a16="http://schemas.microsoft.com/office/drawing/2014/main" id="{C0B6B76D-65C3-8F2E-A586-72B2E7FB075D}"/>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8" name="Rectangle 37">
              <a:extLst>
                <a:ext uri="{FF2B5EF4-FFF2-40B4-BE49-F238E27FC236}">
                  <a16:creationId xmlns:a16="http://schemas.microsoft.com/office/drawing/2014/main" id="{C887AB57-E140-81E6-9BCE-83888FA81E52}"/>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9" name="Rectangle 38">
              <a:extLst>
                <a:ext uri="{FF2B5EF4-FFF2-40B4-BE49-F238E27FC236}">
                  <a16:creationId xmlns:a16="http://schemas.microsoft.com/office/drawing/2014/main" id="{AB6DB640-99B4-A6A2-EBF9-BB838A7693A9}"/>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40" name="Rectangle 39">
              <a:extLst>
                <a:ext uri="{FF2B5EF4-FFF2-40B4-BE49-F238E27FC236}">
                  <a16:creationId xmlns:a16="http://schemas.microsoft.com/office/drawing/2014/main" id="{0EC0100C-6A49-44B0-11F5-A38812627097}"/>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
        <p:nvSpPr>
          <p:cNvPr id="4" name="Title 3">
            <a:extLst>
              <a:ext uri="{FF2B5EF4-FFF2-40B4-BE49-F238E27FC236}">
                <a16:creationId xmlns:a16="http://schemas.microsoft.com/office/drawing/2014/main" id="{D37F26FB-674E-FE41-68BB-D4D727762667}"/>
              </a:ext>
            </a:extLst>
          </p:cNvPr>
          <p:cNvSpPr>
            <a:spLocks noGrp="1"/>
          </p:cNvSpPr>
          <p:nvPr>
            <p:ph type="title"/>
          </p:nvPr>
        </p:nvSpPr>
        <p:spPr>
          <a:xfrm>
            <a:off x="506159" y="246888"/>
            <a:ext cx="8529891" cy="869670"/>
          </a:xfrm>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4822727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9441763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Obj" preserve="1">
  <p:cSld name="2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Content Placeholder 2"/>
          <p:cNvSpPr>
            <a:spLocks noGrp="1"/>
          </p:cNvSpPr>
          <p:nvPr>
            <p:ph sz="half" idx="1" hasCustomPrompt="1"/>
          </p:nvPr>
        </p:nvSpPr>
        <p:spPr>
          <a:xfrm>
            <a:off x="506159" y="1419225"/>
            <a:ext cx="5533961" cy="4714876"/>
          </a:xfrm>
        </p:spPr>
        <p:txBody>
          <a:bodyPr/>
          <a:lstStyle>
            <a:lvl1pPr>
              <a:defRPr b="0" i="0"/>
            </a:lvl1pPr>
            <a:lvl2pPr>
              <a:defRPr b="0" i="0"/>
            </a:lvl2pPr>
            <a:lvl3pPr>
              <a:defRPr b="0" i="0"/>
            </a:lvl3pPr>
            <a:lvl4pPr>
              <a:defRPr b="0" i="0"/>
            </a:lvl4pPr>
            <a:lvl5pPr>
              <a:defRPr b="0" i="0"/>
            </a:lvl5pPr>
          </a:lstStyle>
          <a:p>
            <a:pPr lvl="0"/>
            <a:r>
              <a:rPr dirty="0"/>
              <a:t>Click to add text or choose an icon below to insert other content</a:t>
            </a:r>
          </a:p>
          <a:p>
            <a:pPr lvl="1"/>
            <a:r>
              <a:rPr dirty="0"/>
              <a:t>Second level</a:t>
            </a:r>
          </a:p>
          <a:p>
            <a:pPr lvl="2"/>
            <a:r>
              <a:rPr dirty="0"/>
              <a:t>Third level</a:t>
            </a:r>
          </a:p>
          <a:p>
            <a:pPr lvl="3"/>
            <a:r>
              <a:rPr dirty="0"/>
              <a:t>Fourth level</a:t>
            </a:r>
          </a:p>
          <a:p>
            <a:pPr lvl="4"/>
            <a:r>
              <a:rPr dirty="0"/>
              <a:t>Fifth level</a:t>
            </a:r>
          </a:p>
        </p:txBody>
      </p:sp>
      <p:sp>
        <p:nvSpPr>
          <p:cNvPr id="4" name="Content Placeholder 3"/>
          <p:cNvSpPr>
            <a:spLocks noGrp="1"/>
          </p:cNvSpPr>
          <p:nvPr>
            <p:ph sz="half" idx="2" hasCustomPrompt="1"/>
          </p:nvPr>
        </p:nvSpPr>
        <p:spPr>
          <a:xfrm>
            <a:off x="6172200" y="1419225"/>
            <a:ext cx="5410200" cy="4714876"/>
          </a:xfrm>
        </p:spPr>
        <p:txBody>
          <a:bodyPr/>
          <a:lstStyle>
            <a:lvl1pPr>
              <a:defRPr b="0" i="0"/>
            </a:lvl1pPr>
            <a:lvl2pPr>
              <a:defRPr b="0" i="0"/>
            </a:lvl2pPr>
            <a:lvl3pPr>
              <a:defRPr b="0" i="0"/>
            </a:lvl3pPr>
            <a:lvl4pPr>
              <a:defRPr b="0" i="0"/>
            </a:lvl4pPr>
            <a:lvl5pPr>
              <a:defRPr b="0" i="0"/>
            </a:lvl5pPr>
          </a:lstStyle>
          <a:p>
            <a:pPr lvl="0"/>
            <a:r>
              <a:t>Click to add text or choose an icon below to insert other content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372677528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 preserve="1">
  <p:cSld name="Content w Outlines">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D266025-9E1B-4550-80B7-4233B95E453E}"/>
              </a:ext>
            </a:extLst>
          </p:cNvPr>
          <p:cNvSpPr/>
          <p:nvPr/>
        </p:nvSpPr>
        <p:spPr>
          <a:xfrm>
            <a:off x="0" y="1130021"/>
            <a:ext cx="12192000" cy="519457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sp>
        <p:nvSpPr>
          <p:cNvPr id="11" name="Rectangle 10">
            <a:extLst>
              <a:ext uri="{FF2B5EF4-FFF2-40B4-BE49-F238E27FC236}">
                <a16:creationId xmlns:a16="http://schemas.microsoft.com/office/drawing/2014/main" id="{7AC654FB-2923-4D8C-81B0-C376356E3083}"/>
              </a:ext>
            </a:extLst>
          </p:cNvPr>
          <p:cNvSpPr/>
          <p:nvPr/>
        </p:nvSpPr>
        <p:spPr>
          <a:xfrm>
            <a:off x="755737" y="1475752"/>
            <a:ext cx="10753030" cy="4313749"/>
          </a:xfrm>
          <a:prstGeom prst="rect">
            <a:avLst/>
          </a:prstGeom>
          <a:solidFill>
            <a:srgbClr val="FF6600"/>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12" name="Rectangle 11">
            <a:extLst>
              <a:ext uri="{FF2B5EF4-FFF2-40B4-BE49-F238E27FC236}">
                <a16:creationId xmlns:a16="http://schemas.microsoft.com/office/drawing/2014/main" id="{DDA706AB-1841-43B8-B8CA-8AD6FD12B33A}"/>
              </a:ext>
            </a:extLst>
          </p:cNvPr>
          <p:cNvSpPr/>
          <p:nvPr/>
        </p:nvSpPr>
        <p:spPr>
          <a:xfrm>
            <a:off x="632815" y="1603565"/>
            <a:ext cx="10753344" cy="4315968"/>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Content Placeholder 2"/>
          <p:cNvSpPr>
            <a:spLocks noGrp="1"/>
          </p:cNvSpPr>
          <p:nvPr>
            <p:ph idx="1" hasCustomPrompt="1"/>
          </p:nvPr>
        </p:nvSpPr>
        <p:spPr>
          <a:xfrm>
            <a:off x="765981" y="1861232"/>
            <a:ext cx="10431439" cy="3866747"/>
          </a:xfrm>
        </p:spPr>
        <p:txBody>
          <a:bodyPr/>
          <a:lstStyle>
            <a:lvl1pPr>
              <a:defRPr b="0" i="0"/>
            </a:lvl1pPr>
            <a:lvl2pPr>
              <a:defRPr b="0" i="0"/>
            </a:lvl2pPr>
            <a:lvl3pPr>
              <a:defRPr b="0" i="0"/>
            </a:lvl3pPr>
            <a:lvl4pPr>
              <a:defRPr b="0" i="0"/>
            </a:lvl4pPr>
            <a:lvl5pPr>
              <a:defRPr b="0" i="0"/>
            </a:lvl5pPr>
          </a:lstStyle>
          <a:p>
            <a:pPr lvl="0"/>
            <a:r>
              <a:t>Click to add text or choose an icon below to insert other content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43331080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Title Only w Gray Bkg">
    <p:spTree>
      <p:nvGrpSpPr>
        <p:cNvPr id="1" name=""/>
        <p:cNvGrpSpPr/>
        <p:nvPr/>
      </p:nvGrpSpPr>
      <p:grpSpPr>
        <a:xfrm>
          <a:off x="0" y="0"/>
          <a:ext cx="0" cy="0"/>
          <a:chOff x="0" y="0"/>
          <a:chExt cx="0" cy="0"/>
        </a:xfrm>
      </p:grpSpPr>
      <p:sp>
        <p:nvSpPr>
          <p:cNvPr id="6" name="Rectangle 5"/>
          <p:cNvSpPr/>
          <p:nvPr/>
        </p:nvSpPr>
        <p:spPr>
          <a:xfrm>
            <a:off x="0" y="1130021"/>
            <a:ext cx="12192000" cy="519457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8" name="Text Placeholder 7"/>
          <p:cNvSpPr>
            <a:spLocks noGrp="1"/>
          </p:cNvSpPr>
          <p:nvPr>
            <p:ph type="body" sz="quarter" idx="13" hasCustomPrompt="1"/>
          </p:nvPr>
        </p:nvSpPr>
        <p:spPr>
          <a:xfrm>
            <a:off x="525781" y="6333336"/>
            <a:ext cx="9658350" cy="239650"/>
          </a:xfrm>
        </p:spPr>
        <p:txBody>
          <a:bodyPr lIns="91440" rIns="91440" anchor="b">
            <a:normAutofit/>
          </a:bodyPr>
          <a:lstStyle>
            <a:lvl1pPr marL="0" indent="0">
              <a:lnSpc>
                <a:spcPct val="90000"/>
              </a:lnSpc>
              <a:spcBef>
                <a:spcPts val="0"/>
              </a:spcBef>
              <a:buNone/>
              <a:defRPr sz="600" b="0" i="0" baseline="0">
                <a:solidFill>
                  <a:srgbClr val="797979"/>
                </a:solidFill>
              </a:defRPr>
            </a:lvl1pPr>
            <a:lvl2pPr marL="0" indent="0">
              <a:spcBef>
                <a:spcPts val="0"/>
              </a:spcBef>
              <a:buNone/>
              <a:defRPr sz="600">
                <a:solidFill>
                  <a:srgbClr val="797979"/>
                </a:solidFill>
              </a:defRPr>
            </a:lvl2pPr>
            <a:lvl3pPr marL="0" indent="0">
              <a:spcBef>
                <a:spcPts val="0"/>
              </a:spcBef>
              <a:buNone/>
              <a:defRPr sz="600">
                <a:solidFill>
                  <a:srgbClr val="797979"/>
                </a:solidFill>
              </a:defRPr>
            </a:lvl3pPr>
            <a:lvl4pPr marL="0" indent="0">
              <a:spcBef>
                <a:spcPts val="0"/>
              </a:spcBef>
              <a:buNone/>
              <a:defRPr sz="600">
                <a:solidFill>
                  <a:srgbClr val="797979"/>
                </a:solidFill>
              </a:defRPr>
            </a:lvl4pPr>
            <a:lvl5pPr marL="0" indent="0">
              <a:spcBef>
                <a:spcPts val="0"/>
              </a:spcBef>
              <a:buNone/>
              <a:defRPr sz="600">
                <a:solidFill>
                  <a:srgbClr val="797979"/>
                </a:solidFill>
              </a:defRPr>
            </a:lvl5pPr>
            <a:lvl6pPr marL="0" indent="0">
              <a:spcBef>
                <a:spcPts val="0"/>
              </a:spcBef>
              <a:buNone/>
              <a:defRPr sz="600">
                <a:solidFill>
                  <a:srgbClr val="797979"/>
                </a:solidFill>
              </a:defRPr>
            </a:lvl6pPr>
            <a:lvl7pPr marL="0" indent="0">
              <a:spcBef>
                <a:spcPts val="0"/>
              </a:spcBef>
              <a:buNone/>
              <a:defRPr sz="600">
                <a:solidFill>
                  <a:srgbClr val="797979"/>
                </a:solidFill>
              </a:defRPr>
            </a:lvl7pPr>
            <a:lvl8pPr marL="0" indent="0">
              <a:spcBef>
                <a:spcPts val="0"/>
              </a:spcBef>
              <a:buNone/>
              <a:defRPr sz="600">
                <a:solidFill>
                  <a:srgbClr val="797979"/>
                </a:solidFill>
              </a:defRPr>
            </a:lvl8pPr>
            <a:lvl9pPr marL="0" indent="0">
              <a:spcBef>
                <a:spcPts val="0"/>
              </a:spcBef>
              <a:buNone/>
              <a:defRPr sz="600">
                <a:solidFill>
                  <a:srgbClr val="797979"/>
                </a:solidFill>
              </a:defRPr>
            </a:lvl9pPr>
          </a:lstStyle>
          <a:p>
            <a:pPr lvl="0"/>
            <a:r>
              <a:rPr dirty="0"/>
              <a:t>*Footnote/source info goes here. </a:t>
            </a:r>
          </a:p>
        </p:txBody>
      </p:sp>
    </p:spTree>
    <p:extLst>
      <p:ext uri="{BB962C8B-B14F-4D97-AF65-F5344CB8AC3E}">
        <p14:creationId xmlns:p14="http://schemas.microsoft.com/office/powerpoint/2010/main" val="80498192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Title with tabl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lvl1pPr>
              <a:defRPr b="0" i="0"/>
            </a:lvl1pPr>
          </a:lstStyle>
          <a:p>
            <a:r>
              <a:rPr lang="en-US"/>
              <a:t>Click to edit Master title style</a:t>
            </a:r>
            <a:endParaRPr/>
          </a:p>
        </p:txBody>
      </p:sp>
      <p:sp>
        <p:nvSpPr>
          <p:cNvPr id="7" name="Table Placeholder 6"/>
          <p:cNvSpPr>
            <a:spLocks noGrp="1"/>
          </p:cNvSpPr>
          <p:nvPr>
            <p:ph type="tbl" sz="quarter" idx="12"/>
          </p:nvPr>
        </p:nvSpPr>
        <p:spPr>
          <a:xfrm>
            <a:off x="609600" y="1524000"/>
            <a:ext cx="10972800" cy="4610099"/>
          </a:xfrm>
        </p:spPr>
        <p:txBody>
          <a:bodyPr rtlCol="0">
            <a:normAutofit/>
          </a:bodyPr>
          <a:lstStyle>
            <a:lvl1pPr>
              <a:buNone/>
              <a:defRPr b="0" i="0">
                <a:latin typeface="+mn-lt"/>
              </a:defRPr>
            </a:lvl1pPr>
          </a:lstStyle>
          <a:p>
            <a:pPr lvl="0"/>
            <a:r>
              <a:rPr lang="en-US"/>
              <a:t>Click icon to add table</a:t>
            </a:r>
            <a:endParaRPr/>
          </a:p>
        </p:txBody>
      </p:sp>
      <p:sp>
        <p:nvSpPr>
          <p:cNvPr id="11" name="Text Placeholder 7"/>
          <p:cNvSpPr>
            <a:spLocks noGrp="1"/>
          </p:cNvSpPr>
          <p:nvPr>
            <p:ph type="body" sz="quarter" idx="16" hasCustomPrompt="1"/>
          </p:nvPr>
        </p:nvSpPr>
        <p:spPr>
          <a:xfrm>
            <a:off x="550069" y="6333336"/>
            <a:ext cx="9634062" cy="239650"/>
          </a:xfrm>
        </p:spPr>
        <p:txBody>
          <a:bodyPr lIns="91440" rIns="91440" anchor="b">
            <a:normAutofit/>
          </a:bodyPr>
          <a:lstStyle>
            <a:lvl1pPr marL="0" indent="0">
              <a:lnSpc>
                <a:spcPct val="90000"/>
              </a:lnSpc>
              <a:spcBef>
                <a:spcPts val="0"/>
              </a:spcBef>
              <a:buNone/>
              <a:defRPr sz="600" b="0" i="0">
                <a:solidFill>
                  <a:srgbClr val="797979"/>
                </a:solidFill>
              </a:defRPr>
            </a:lvl1pPr>
            <a:lvl2pPr marL="0" indent="0">
              <a:spcBef>
                <a:spcPts val="0"/>
              </a:spcBef>
              <a:buNone/>
              <a:defRPr sz="600">
                <a:solidFill>
                  <a:srgbClr val="797979"/>
                </a:solidFill>
              </a:defRPr>
            </a:lvl2pPr>
            <a:lvl3pPr marL="0" indent="0">
              <a:spcBef>
                <a:spcPts val="0"/>
              </a:spcBef>
              <a:buNone/>
              <a:defRPr sz="600">
                <a:solidFill>
                  <a:srgbClr val="797979"/>
                </a:solidFill>
              </a:defRPr>
            </a:lvl3pPr>
            <a:lvl4pPr marL="0" indent="0">
              <a:spcBef>
                <a:spcPts val="0"/>
              </a:spcBef>
              <a:buNone/>
              <a:defRPr sz="600">
                <a:solidFill>
                  <a:srgbClr val="797979"/>
                </a:solidFill>
              </a:defRPr>
            </a:lvl4pPr>
            <a:lvl5pPr marL="0" indent="0">
              <a:spcBef>
                <a:spcPts val="0"/>
              </a:spcBef>
              <a:buNone/>
              <a:defRPr sz="600">
                <a:solidFill>
                  <a:srgbClr val="797979"/>
                </a:solidFill>
              </a:defRPr>
            </a:lvl5pPr>
            <a:lvl6pPr marL="0" indent="0">
              <a:spcBef>
                <a:spcPts val="0"/>
              </a:spcBef>
              <a:buNone/>
              <a:defRPr sz="600">
                <a:solidFill>
                  <a:srgbClr val="797979"/>
                </a:solidFill>
              </a:defRPr>
            </a:lvl6pPr>
            <a:lvl7pPr marL="0" indent="0">
              <a:spcBef>
                <a:spcPts val="0"/>
              </a:spcBef>
              <a:buNone/>
              <a:defRPr sz="600">
                <a:solidFill>
                  <a:srgbClr val="797979"/>
                </a:solidFill>
              </a:defRPr>
            </a:lvl7pPr>
            <a:lvl8pPr marL="0" indent="0">
              <a:spcBef>
                <a:spcPts val="0"/>
              </a:spcBef>
              <a:buNone/>
              <a:defRPr sz="600">
                <a:solidFill>
                  <a:srgbClr val="797979"/>
                </a:solidFill>
              </a:defRPr>
            </a:lvl8pPr>
            <a:lvl9pPr marL="0" indent="0">
              <a:spcBef>
                <a:spcPts val="0"/>
              </a:spcBef>
              <a:buNone/>
              <a:defRPr sz="600">
                <a:solidFill>
                  <a:srgbClr val="797979"/>
                </a:solidFill>
              </a:defRPr>
            </a:lvl9pPr>
          </a:lstStyle>
          <a:p>
            <a:pPr lvl="0"/>
            <a:r>
              <a:t>*Footnote/source info goes here. </a:t>
            </a:r>
          </a:p>
        </p:txBody>
      </p:sp>
    </p:spTree>
    <p:extLst>
      <p:ext uri="{BB962C8B-B14F-4D97-AF65-F5344CB8AC3E}">
        <p14:creationId xmlns:p14="http://schemas.microsoft.com/office/powerpoint/2010/main" val="173826655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p:cSld name="Illustrative Backgrounds">
    <p:bg>
      <p:bgRef idx="1001">
        <a:schemeClr val="bg1"/>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34D9152-4A2F-4ACE-9A46-E4916C90D64F}"/>
              </a:ext>
            </a:extLst>
          </p:cNvPr>
          <p:cNvSpPr txBox="1"/>
          <p:nvPr/>
        </p:nvSpPr>
        <p:spPr>
          <a:xfrm>
            <a:off x="609600" y="1554641"/>
            <a:ext cx="10972800" cy="3748719"/>
          </a:xfrm>
          <a:prstGeom prst="rect">
            <a:avLst/>
          </a:prstGeom>
          <a:noFill/>
        </p:spPr>
        <p:txBody>
          <a:bodyPr wrap="square" rtlCol="0">
            <a:spAutoFit/>
          </a:bodyPr>
          <a:lstStyle/>
          <a:p>
            <a:pPr algn="ctr">
              <a:lnSpc>
                <a:spcPct val="90000"/>
              </a:lnSpc>
            </a:pPr>
            <a:r>
              <a:rPr sz="8800">
                <a:solidFill>
                  <a:srgbClr val="FFFFFF"/>
                </a:solidFill>
              </a:rPr>
              <a:t>Content Layouts </a:t>
            </a:r>
            <a:br>
              <a:rPr sz="8800">
                <a:solidFill>
                  <a:srgbClr val="FFFFFF"/>
                </a:solidFill>
              </a:rPr>
            </a:br>
            <a:r>
              <a:rPr sz="8800">
                <a:solidFill>
                  <a:srgbClr val="FFFFFF"/>
                </a:solidFill>
              </a:rPr>
              <a:t>With Illustrative Backgrounds</a:t>
            </a:r>
          </a:p>
        </p:txBody>
      </p:sp>
    </p:spTree>
    <p:extLst>
      <p:ext uri="{BB962C8B-B14F-4D97-AF65-F5344CB8AC3E}">
        <p14:creationId xmlns:p14="http://schemas.microsoft.com/office/powerpoint/2010/main" val="492242097"/>
      </p:ext>
    </p:extLst>
  </p:cSld>
  <p:clrMapOvr>
    <a:overrideClrMapping bg1="dk1" tx1="lt1" bg2="dk2" tx2="lt2" accent1="accent1" accent2="accent2" accent3="accent3" accent4="accent4" accent5="accent5" accent6="accent6" hlink="hlink" folHlink="folHlink"/>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obj" preserve="1">
  <p:cSld name="Title and Content w Illustration">
    <p:spTree>
      <p:nvGrpSpPr>
        <p:cNvPr id="1" name=""/>
        <p:cNvGrpSpPr/>
        <p:nvPr/>
      </p:nvGrpSpPr>
      <p:grpSpPr>
        <a:xfrm>
          <a:off x="0" y="0"/>
          <a:ext cx="0" cy="0"/>
          <a:chOff x="0" y="0"/>
          <a:chExt cx="0" cy="0"/>
        </a:xfrm>
      </p:grpSpPr>
      <p:sp>
        <p:nvSpPr>
          <p:cNvPr id="8" name="Rectangle 7"/>
          <p:cNvSpPr/>
          <p:nvPr/>
        </p:nvSpPr>
        <p:spPr>
          <a:xfrm>
            <a:off x="0" y="1130021"/>
            <a:ext cx="12192000" cy="519457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pic>
        <p:nvPicPr>
          <p:cNvPr id="9" name="Picture 8"/>
          <p:cNvPicPr>
            <a:picLocks noChangeAspect="1"/>
          </p:cNvPicPr>
          <p:nvPr/>
        </p:nvPicPr>
        <p:blipFill>
          <a:blip r:embed="rId2" cstate="email">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a:ext>
            </a:extLst>
          </a:blip>
          <a:stretch>
            <a:fillRect/>
          </a:stretch>
        </p:blipFill>
        <p:spPr>
          <a:xfrm>
            <a:off x="0" y="1725837"/>
            <a:ext cx="6253708" cy="4598762"/>
          </a:xfrm>
          <a:prstGeom prst="rect">
            <a:avLst/>
          </a:prstGeom>
        </p:spPr>
      </p:pic>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Content Placeholder 2"/>
          <p:cNvSpPr>
            <a:spLocks noGrp="1"/>
          </p:cNvSpPr>
          <p:nvPr>
            <p:ph idx="1" hasCustomPrompt="1"/>
          </p:nvPr>
        </p:nvSpPr>
        <p:spPr/>
        <p:txBody>
          <a:bodyPr/>
          <a:lstStyle>
            <a:lvl1pPr>
              <a:defRPr b="0" i="0"/>
            </a:lvl1pPr>
            <a:lvl2pPr>
              <a:defRPr b="0" i="0"/>
            </a:lvl2pPr>
            <a:lvl3pPr>
              <a:defRPr b="0" i="0"/>
            </a:lvl3pPr>
            <a:lvl4pPr>
              <a:defRPr b="0" i="0"/>
            </a:lvl4pPr>
            <a:lvl5pPr>
              <a:defRPr b="0" i="0"/>
            </a:lvl5pPr>
          </a:lstStyle>
          <a:p>
            <a:pPr lvl="0"/>
            <a:r>
              <a:t>Click to add text or choose an icon below to insert other content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211531609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obj" preserve="1">
  <p:cSld name="Title and Content w Map">
    <p:spTree>
      <p:nvGrpSpPr>
        <p:cNvPr id="1" name=""/>
        <p:cNvGrpSpPr/>
        <p:nvPr/>
      </p:nvGrpSpPr>
      <p:grpSpPr>
        <a:xfrm>
          <a:off x="0" y="0"/>
          <a:ext cx="0" cy="0"/>
          <a:chOff x="0" y="0"/>
          <a:chExt cx="0" cy="0"/>
        </a:xfrm>
      </p:grpSpPr>
      <p:sp>
        <p:nvSpPr>
          <p:cNvPr id="8" name="Rectangle 7"/>
          <p:cNvSpPr/>
          <p:nvPr/>
        </p:nvSpPr>
        <p:spPr>
          <a:xfrm>
            <a:off x="0" y="1130021"/>
            <a:ext cx="12192000" cy="519457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pic>
        <p:nvPicPr>
          <p:cNvPr id="3282" name="Picture 3281" descr="A black and white image of a world map&#10;&#10;Description automatically generated with low confidence">
            <a:extLst>
              <a:ext uri="{FF2B5EF4-FFF2-40B4-BE49-F238E27FC236}">
                <a16:creationId xmlns:a16="http://schemas.microsoft.com/office/drawing/2014/main" id="{C5A3C60E-36A9-48A8-9533-08D59839BE3D}"/>
              </a:ext>
            </a:extLst>
          </p:cNvPr>
          <p:cNvPicPr>
            <a:picLocks noChangeAspect="1"/>
          </p:cNvPicPr>
          <p:nvPr/>
        </p:nvPicPr>
        <p:blipFill rotWithShape="1">
          <a:blip r:embed="rId2">
            <a:extLst>
              <a:ext uri="{28A0092B-C50C-407E-A947-70E740481C1C}">
                <a14:useLocalDpi xmlns:a14="http://schemas.microsoft.com/office/drawing/2010/main" val="0"/>
              </a:ext>
            </a:extLst>
          </a:blip>
          <a:srcRect b="-7"/>
          <a:stretch/>
        </p:blipFill>
        <p:spPr>
          <a:xfrm>
            <a:off x="0" y="1130021"/>
            <a:ext cx="12191999" cy="5194580"/>
          </a:xfrm>
          <a:prstGeom prst="rect">
            <a:avLst/>
          </a:prstGeom>
          <a:solidFill>
            <a:srgbClr val="EBEBEB"/>
          </a:solidFill>
        </p:spPr>
      </p:pic>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Content Placeholder 2" hidden="1"/>
          <p:cNvSpPr>
            <a:spLocks noGrp="1"/>
          </p:cNvSpPr>
          <p:nvPr>
            <p:ph idx="1" hasCustomPrompt="1"/>
          </p:nvPr>
        </p:nvSpPr>
        <p:spPr/>
        <p:txBody>
          <a:bodyPr/>
          <a:lstStyle>
            <a:lvl1pPr>
              <a:defRPr b="0" i="0"/>
            </a:lvl1pPr>
            <a:lvl2pPr>
              <a:defRPr b="0" i="0"/>
            </a:lvl2pPr>
            <a:lvl3pPr>
              <a:defRPr b="0" i="0"/>
            </a:lvl3pPr>
            <a:lvl4pPr>
              <a:defRPr b="0" i="0"/>
            </a:lvl4pPr>
            <a:lvl5pPr>
              <a:defRPr b="0" i="0"/>
            </a:lvl5pPr>
          </a:lstStyle>
          <a:p>
            <a:pPr lvl="0"/>
            <a:r>
              <a:t>Click to add text or choose an icon below to insert other content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210462383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obj" preserve="1">
  <p:cSld name="Title and Content w Big Blocks">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2C6FEC5-18A7-48A1-A37D-E3EB265FDA63}"/>
              </a:ext>
            </a:extLst>
          </p:cNvPr>
          <p:cNvSpPr/>
          <p:nvPr/>
        </p:nvSpPr>
        <p:spPr>
          <a:xfrm>
            <a:off x="0" y="1130021"/>
            <a:ext cx="12192000" cy="519457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pic>
        <p:nvPicPr>
          <p:cNvPr id="36" name="Graphic 35">
            <a:extLst>
              <a:ext uri="{FF2B5EF4-FFF2-40B4-BE49-F238E27FC236}">
                <a16:creationId xmlns:a16="http://schemas.microsoft.com/office/drawing/2014/main" id="{7D52D2EF-121D-48A6-8FB5-914013177D1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1"/>
          <a:stretch/>
        </p:blipFill>
        <p:spPr>
          <a:xfrm>
            <a:off x="0" y="1130772"/>
            <a:ext cx="12192000" cy="5194580"/>
          </a:xfrm>
          <a:prstGeom prst="rect">
            <a:avLst/>
          </a:prstGeom>
        </p:spPr>
      </p:pic>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Content Placeholder 2"/>
          <p:cNvSpPr>
            <a:spLocks noGrp="1"/>
          </p:cNvSpPr>
          <p:nvPr>
            <p:ph idx="1" hasCustomPrompt="1"/>
          </p:nvPr>
        </p:nvSpPr>
        <p:spPr/>
        <p:txBody>
          <a:bodyPr/>
          <a:lstStyle>
            <a:lvl1pPr>
              <a:defRPr b="0" i="0"/>
            </a:lvl1pPr>
            <a:lvl2pPr>
              <a:defRPr b="0" i="0"/>
            </a:lvl2pPr>
            <a:lvl3pPr>
              <a:defRPr b="0" i="0"/>
            </a:lvl3pPr>
            <a:lvl4pPr>
              <a:defRPr b="0" i="0"/>
            </a:lvl4pPr>
            <a:lvl5pPr>
              <a:defRPr b="0" i="0"/>
            </a:lvl5pPr>
          </a:lstStyle>
          <a:p>
            <a:pPr lvl="0"/>
            <a:r>
              <a:t>Click to add text or choose an icon below to insert other content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366641786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obj" preserve="1">
  <p:cSld name="Title and Content w Wire Globe">
    <p:spTree>
      <p:nvGrpSpPr>
        <p:cNvPr id="1" name=""/>
        <p:cNvGrpSpPr/>
        <p:nvPr/>
      </p:nvGrpSpPr>
      <p:grpSpPr>
        <a:xfrm>
          <a:off x="0" y="0"/>
          <a:ext cx="0" cy="0"/>
          <a:chOff x="0" y="0"/>
          <a:chExt cx="0" cy="0"/>
        </a:xfrm>
      </p:grpSpPr>
      <p:sp>
        <p:nvSpPr>
          <p:cNvPr id="8" name="Rectangle 7"/>
          <p:cNvSpPr/>
          <p:nvPr/>
        </p:nvSpPr>
        <p:spPr>
          <a:xfrm>
            <a:off x="0" y="1130021"/>
            <a:ext cx="12192000" cy="519457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pic>
        <p:nvPicPr>
          <p:cNvPr id="19" name="Picture 18" descr="A picture containing web, outdoor object&#10;&#10;Description automatically generated">
            <a:extLst>
              <a:ext uri="{FF2B5EF4-FFF2-40B4-BE49-F238E27FC236}">
                <a16:creationId xmlns:a16="http://schemas.microsoft.com/office/drawing/2014/main" id="{7DF020C5-9200-41B0-856A-631F6CEAD928}"/>
              </a:ext>
            </a:extLst>
          </p:cNvPr>
          <p:cNvPicPr>
            <a:picLocks noChangeAspect="1"/>
          </p:cNvPicPr>
          <p:nvPr/>
        </p:nvPicPr>
        <p:blipFill rotWithShape="1">
          <a:blip r:embed="rId2">
            <a:extLst>
              <a:ext uri="{28A0092B-C50C-407E-A947-70E740481C1C}">
                <a14:useLocalDpi xmlns:a14="http://schemas.microsoft.com/office/drawing/2010/main" val="0"/>
              </a:ext>
            </a:extLst>
          </a:blip>
          <a:srcRect r="11" b="2"/>
          <a:stretch/>
        </p:blipFill>
        <p:spPr>
          <a:xfrm>
            <a:off x="7642989" y="1130018"/>
            <a:ext cx="4549011" cy="5194581"/>
          </a:xfrm>
          <a:prstGeom prst="rect">
            <a:avLst/>
          </a:prstGeom>
        </p:spPr>
      </p:pic>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Content Placeholder 2"/>
          <p:cNvSpPr>
            <a:spLocks noGrp="1"/>
          </p:cNvSpPr>
          <p:nvPr>
            <p:ph idx="1" hasCustomPrompt="1"/>
          </p:nvPr>
        </p:nvSpPr>
        <p:spPr/>
        <p:txBody>
          <a:bodyPr/>
          <a:lstStyle>
            <a:lvl1pPr>
              <a:defRPr b="0" i="0"/>
            </a:lvl1pPr>
            <a:lvl2pPr>
              <a:defRPr b="0" i="0"/>
            </a:lvl2pPr>
            <a:lvl3pPr>
              <a:defRPr b="0" i="0"/>
            </a:lvl3pPr>
            <a:lvl4pPr>
              <a:defRPr b="0" i="0"/>
            </a:lvl4pPr>
            <a:lvl5pPr>
              <a:defRPr b="0" i="0"/>
            </a:lvl5pPr>
          </a:lstStyle>
          <a:p>
            <a:pPr lvl="0"/>
            <a:r>
              <a:t>Click to add text or choose an icon below to insert other content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1071714106"/>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 preserve="1">
  <p:cSld name="Title and Content w Rectangular Connections">
    <p:spTree>
      <p:nvGrpSpPr>
        <p:cNvPr id="1" name=""/>
        <p:cNvGrpSpPr/>
        <p:nvPr/>
      </p:nvGrpSpPr>
      <p:grpSpPr>
        <a:xfrm>
          <a:off x="0" y="0"/>
          <a:ext cx="0" cy="0"/>
          <a:chOff x="0" y="0"/>
          <a:chExt cx="0" cy="0"/>
        </a:xfrm>
      </p:grpSpPr>
      <p:sp>
        <p:nvSpPr>
          <p:cNvPr id="8" name="Rectangle 7"/>
          <p:cNvSpPr/>
          <p:nvPr/>
        </p:nvSpPr>
        <p:spPr>
          <a:xfrm>
            <a:off x="0" y="1130021"/>
            <a:ext cx="12192000" cy="519457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pic>
        <p:nvPicPr>
          <p:cNvPr id="10" name="Picture 9" descr="Diagram&#10;&#10;Description automatically generated">
            <a:extLst>
              <a:ext uri="{FF2B5EF4-FFF2-40B4-BE49-F238E27FC236}">
                <a16:creationId xmlns:a16="http://schemas.microsoft.com/office/drawing/2014/main" id="{B6596A50-2CBB-4E6C-985C-F16CB820F7F1}"/>
              </a:ext>
            </a:extLst>
          </p:cNvPr>
          <p:cNvPicPr>
            <a:picLocks noChangeAspect="1"/>
          </p:cNvPicPr>
          <p:nvPr/>
        </p:nvPicPr>
        <p:blipFill>
          <a:blip r:embed="rId2">
            <a:extLst>
              <a:ext uri="{28A0092B-C50C-407E-A947-70E740481C1C}">
                <a14:useLocalDpi xmlns:a14="http://schemas.microsoft.com/office/drawing/2010/main" val="0"/>
              </a:ext>
            </a:extLst>
          </a:blip>
          <a:srcRect t="16477" b="7777"/>
          <a:stretch/>
        </p:blipFill>
        <p:spPr>
          <a:xfrm>
            <a:off x="592" y="1130021"/>
            <a:ext cx="12190815" cy="5194580"/>
          </a:xfrm>
          <a:prstGeom prst="rect">
            <a:avLst/>
          </a:prstGeom>
        </p:spPr>
      </p:pic>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Content Placeholder 2"/>
          <p:cNvSpPr>
            <a:spLocks noGrp="1"/>
          </p:cNvSpPr>
          <p:nvPr>
            <p:ph idx="1" hasCustomPrompt="1"/>
          </p:nvPr>
        </p:nvSpPr>
        <p:spPr>
          <a:solidFill>
            <a:srgbClr val="EBEBEB"/>
          </a:solidFill>
        </p:spPr>
        <p:txBody>
          <a:bodyPr/>
          <a:lstStyle>
            <a:lvl1pPr>
              <a:defRPr b="0" i="0"/>
            </a:lvl1pPr>
            <a:lvl2pPr>
              <a:defRPr b="0" i="0"/>
            </a:lvl2pPr>
            <a:lvl3pPr>
              <a:defRPr b="0" i="0"/>
            </a:lvl3pPr>
            <a:lvl4pPr>
              <a:defRPr b="0" i="0"/>
            </a:lvl4pPr>
            <a:lvl5pPr>
              <a:defRPr b="0" i="0"/>
            </a:lvl5pPr>
          </a:lstStyle>
          <a:p>
            <a:pPr lvl="0"/>
            <a:r>
              <a:t>Click to add text or choose an icon below to insert other content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1981099212"/>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p:cSld name="Chart Layouts">
    <p:bg>
      <p:bgRef idx="1001">
        <a:schemeClr val="bg1"/>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34D9152-4A2F-4ACE-9A46-E4916C90D64F}"/>
              </a:ext>
            </a:extLst>
          </p:cNvPr>
          <p:cNvSpPr txBox="1"/>
          <p:nvPr/>
        </p:nvSpPr>
        <p:spPr>
          <a:xfrm>
            <a:off x="609600" y="2773436"/>
            <a:ext cx="10972800" cy="1311128"/>
          </a:xfrm>
          <a:prstGeom prst="rect">
            <a:avLst/>
          </a:prstGeom>
          <a:noFill/>
        </p:spPr>
        <p:txBody>
          <a:bodyPr wrap="square" rtlCol="0">
            <a:spAutoFit/>
          </a:bodyPr>
          <a:lstStyle/>
          <a:p>
            <a:pPr algn="ctr">
              <a:lnSpc>
                <a:spcPct val="90000"/>
              </a:lnSpc>
            </a:pPr>
            <a:r>
              <a:rPr sz="8800">
                <a:solidFill>
                  <a:srgbClr val="FFFFFF"/>
                </a:solidFill>
              </a:rPr>
              <a:t>Chart Layouts</a:t>
            </a:r>
          </a:p>
        </p:txBody>
      </p:sp>
    </p:spTree>
    <p:extLst>
      <p:ext uri="{BB962C8B-B14F-4D97-AF65-F5344CB8AC3E}">
        <p14:creationId xmlns:p14="http://schemas.microsoft.com/office/powerpoint/2010/main" val="2763861518"/>
      </p:ext>
    </p:extLst>
  </p:cSld>
  <p:clrMapOvr>
    <a:overrideClrMapping bg1="dk1" tx1="lt1" bg2="dk2" tx2="lt2" accent1="accent1" accent2="accent2" accent3="accent3" accent4="accent4" accent5="accent5" accent6="accent6" hlink="hlink" folHlink="folHlink"/>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Chart w Header">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975D68D-D158-2145-6100-0E9E135FC1E0}"/>
              </a:ext>
            </a:extLst>
          </p:cNvPr>
          <p:cNvSpPr/>
          <p:nvPr/>
        </p:nvSpPr>
        <p:spPr>
          <a:xfrm>
            <a:off x="0" y="1130021"/>
            <a:ext cx="12192000" cy="5194579"/>
          </a:xfrm>
          <a:prstGeom prst="rect">
            <a:avLst/>
          </a:prstGeom>
          <a:solidFill>
            <a:srgbClr val="EA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sp>
        <p:nvSpPr>
          <p:cNvPr id="3" name="Title 2"/>
          <p:cNvSpPr>
            <a:spLocks noGrp="1"/>
          </p:cNvSpPr>
          <p:nvPr>
            <p:ph type="title"/>
          </p:nvPr>
        </p:nvSpPr>
        <p:spPr/>
        <p:txBody>
          <a:bodyPr/>
          <a:lstStyle>
            <a:lvl1pPr>
              <a:defRPr b="0" i="0"/>
            </a:lvl1pPr>
          </a:lstStyle>
          <a:p>
            <a:r>
              <a:rPr lang="en-US"/>
              <a:t>Click to edit Master title style</a:t>
            </a:r>
            <a:endParaRPr dirty="0"/>
          </a:p>
        </p:txBody>
      </p:sp>
      <p:sp>
        <p:nvSpPr>
          <p:cNvPr id="19" name="Text Placeholder 13"/>
          <p:cNvSpPr>
            <a:spLocks noGrp="1"/>
          </p:cNvSpPr>
          <p:nvPr>
            <p:ph type="body" sz="quarter" idx="14" hasCustomPrompt="1"/>
          </p:nvPr>
        </p:nvSpPr>
        <p:spPr>
          <a:xfrm>
            <a:off x="609600" y="1419225"/>
            <a:ext cx="10972800" cy="406400"/>
          </a:xfrm>
          <a:solidFill>
            <a:srgbClr val="EBEBEB"/>
          </a:solidFill>
          <a:effectLst>
            <a:outerShdw dist="10160" dir="5400000" algn="t" rotWithShape="0">
              <a:prstClr val="black">
                <a:alpha val="40000"/>
              </a:prstClr>
            </a:outerShdw>
          </a:effectLst>
        </p:spPr>
        <p:txBody>
          <a:bodyPr lIns="0" anchor="ctr">
            <a:noAutofit/>
          </a:bodyPr>
          <a:lstStyle>
            <a:lvl1pPr marL="0" indent="0" algn="l">
              <a:lnSpc>
                <a:spcPct val="100000"/>
              </a:lnSpc>
              <a:spcBef>
                <a:spcPts val="0"/>
              </a:spcBef>
              <a:buNone/>
              <a:defRPr sz="1800" b="0" i="0"/>
            </a:lvl1pPr>
            <a:lvl2pPr marL="0" indent="0" algn="ctr">
              <a:lnSpc>
                <a:spcPct val="100000"/>
              </a:lnSpc>
              <a:spcBef>
                <a:spcPts val="0"/>
              </a:spcBef>
              <a:buNone/>
              <a:defRPr sz="1600"/>
            </a:lvl2pPr>
            <a:lvl3pPr marL="0" indent="0" algn="ctr">
              <a:lnSpc>
                <a:spcPct val="100000"/>
              </a:lnSpc>
              <a:spcBef>
                <a:spcPts val="0"/>
              </a:spcBef>
              <a:buNone/>
              <a:defRPr sz="1600"/>
            </a:lvl3pPr>
            <a:lvl4pPr marL="0" indent="0" algn="ctr">
              <a:lnSpc>
                <a:spcPct val="100000"/>
              </a:lnSpc>
              <a:spcBef>
                <a:spcPts val="0"/>
              </a:spcBef>
              <a:buNone/>
              <a:defRPr sz="1600"/>
            </a:lvl4pPr>
            <a:lvl5pPr marL="0" indent="0" algn="ctr">
              <a:lnSpc>
                <a:spcPct val="100000"/>
              </a:lnSpc>
              <a:spcBef>
                <a:spcPts val="0"/>
              </a:spcBef>
              <a:buNone/>
              <a:defRPr sz="1600"/>
            </a:lvl5pPr>
            <a:lvl6pPr marL="0" indent="0" algn="ctr">
              <a:lnSpc>
                <a:spcPct val="100000"/>
              </a:lnSpc>
              <a:spcBef>
                <a:spcPts val="0"/>
              </a:spcBef>
              <a:buNone/>
              <a:defRPr sz="1600"/>
            </a:lvl6pPr>
            <a:lvl7pPr marL="0" indent="0" algn="ctr">
              <a:lnSpc>
                <a:spcPct val="100000"/>
              </a:lnSpc>
              <a:spcBef>
                <a:spcPts val="0"/>
              </a:spcBef>
              <a:buNone/>
              <a:defRPr sz="1600"/>
            </a:lvl7pPr>
            <a:lvl8pPr marL="0" indent="0" algn="ctr">
              <a:lnSpc>
                <a:spcPct val="100000"/>
              </a:lnSpc>
              <a:spcBef>
                <a:spcPts val="0"/>
              </a:spcBef>
              <a:buNone/>
              <a:defRPr sz="1600"/>
            </a:lvl8pPr>
            <a:lvl9pPr marL="0" indent="0" algn="ctr">
              <a:lnSpc>
                <a:spcPct val="100000"/>
              </a:lnSpc>
              <a:spcBef>
                <a:spcPts val="0"/>
              </a:spcBef>
              <a:buNone/>
              <a:defRPr sz="1600"/>
            </a:lvl9pPr>
          </a:lstStyle>
          <a:p>
            <a:pPr lvl="0"/>
            <a:r>
              <a:rPr dirty="0"/>
              <a:t>Chart Header (1</a:t>
            </a:r>
            <a:r>
              <a:rPr lang="en-US" dirty="0"/>
              <a:t>8</a:t>
            </a:r>
            <a:r>
              <a:rPr dirty="0"/>
              <a:t> pt)</a:t>
            </a:r>
          </a:p>
        </p:txBody>
      </p:sp>
      <p:sp>
        <p:nvSpPr>
          <p:cNvPr id="4" name="Content Placeholder 3"/>
          <p:cNvSpPr>
            <a:spLocks noGrp="1"/>
          </p:cNvSpPr>
          <p:nvPr>
            <p:ph sz="quarter" idx="32" hasCustomPrompt="1"/>
          </p:nvPr>
        </p:nvSpPr>
        <p:spPr>
          <a:xfrm>
            <a:off x="506159" y="2012950"/>
            <a:ext cx="11076241" cy="4121150"/>
          </a:xfrm>
        </p:spPr>
        <p:txBody>
          <a:bodyPr/>
          <a:lstStyle>
            <a:lvl1pPr>
              <a:defRPr b="0" i="0"/>
            </a:lvl1pPr>
            <a:lvl2pPr>
              <a:defRPr b="0" i="0"/>
            </a:lvl2pPr>
            <a:lvl3pPr>
              <a:defRPr b="0" i="0"/>
            </a:lvl3pPr>
            <a:lvl4pPr>
              <a:defRPr b="0" i="0"/>
            </a:lvl4pPr>
            <a:lvl5pPr>
              <a:defRPr b="0" i="0"/>
            </a:lvl5pPr>
          </a:lstStyle>
          <a:p>
            <a:pPr lvl="0"/>
            <a:r>
              <a:rPr dirty="0"/>
              <a:t>Click to add text or choose an icon below to insert other content</a:t>
            </a:r>
          </a:p>
          <a:p>
            <a:pPr lvl="1"/>
            <a:r>
              <a:rPr dirty="0"/>
              <a:t>Second level</a:t>
            </a:r>
          </a:p>
          <a:p>
            <a:pPr lvl="2"/>
            <a:r>
              <a:rPr dirty="0"/>
              <a:t>Third level</a:t>
            </a:r>
          </a:p>
          <a:p>
            <a:pPr lvl="3"/>
            <a:r>
              <a:rPr dirty="0"/>
              <a:t>Fourth level</a:t>
            </a:r>
          </a:p>
          <a:p>
            <a:pPr lvl="4"/>
            <a:r>
              <a:rPr dirty="0"/>
              <a:t>Fifth level</a:t>
            </a:r>
          </a:p>
        </p:txBody>
      </p:sp>
      <p:sp>
        <p:nvSpPr>
          <p:cNvPr id="10" name="Text Placeholder 7"/>
          <p:cNvSpPr>
            <a:spLocks noGrp="1"/>
          </p:cNvSpPr>
          <p:nvPr>
            <p:ph type="body" sz="quarter" idx="13" hasCustomPrompt="1"/>
          </p:nvPr>
        </p:nvSpPr>
        <p:spPr>
          <a:xfrm>
            <a:off x="508000" y="6333336"/>
            <a:ext cx="9676131" cy="239650"/>
          </a:xfrm>
        </p:spPr>
        <p:txBody>
          <a:bodyPr lIns="91440" rIns="91440" anchor="b">
            <a:normAutofit/>
          </a:bodyPr>
          <a:lstStyle>
            <a:lvl1pPr marL="0" indent="0">
              <a:lnSpc>
                <a:spcPct val="90000"/>
              </a:lnSpc>
              <a:spcBef>
                <a:spcPts val="0"/>
              </a:spcBef>
              <a:buNone/>
              <a:defRPr sz="600" b="0" i="0">
                <a:solidFill>
                  <a:srgbClr val="797979"/>
                </a:solidFill>
              </a:defRPr>
            </a:lvl1pPr>
            <a:lvl2pPr marL="0" indent="0">
              <a:spcBef>
                <a:spcPts val="0"/>
              </a:spcBef>
              <a:buNone/>
              <a:defRPr sz="600">
                <a:solidFill>
                  <a:srgbClr val="797979"/>
                </a:solidFill>
              </a:defRPr>
            </a:lvl2pPr>
            <a:lvl3pPr marL="0" indent="0">
              <a:spcBef>
                <a:spcPts val="0"/>
              </a:spcBef>
              <a:buNone/>
              <a:defRPr sz="600">
                <a:solidFill>
                  <a:srgbClr val="797979"/>
                </a:solidFill>
              </a:defRPr>
            </a:lvl3pPr>
            <a:lvl4pPr marL="0" indent="0">
              <a:spcBef>
                <a:spcPts val="0"/>
              </a:spcBef>
              <a:buNone/>
              <a:defRPr sz="600">
                <a:solidFill>
                  <a:srgbClr val="797979"/>
                </a:solidFill>
              </a:defRPr>
            </a:lvl4pPr>
            <a:lvl5pPr marL="0" indent="0">
              <a:spcBef>
                <a:spcPts val="0"/>
              </a:spcBef>
              <a:buNone/>
              <a:defRPr sz="600">
                <a:solidFill>
                  <a:srgbClr val="797979"/>
                </a:solidFill>
              </a:defRPr>
            </a:lvl5pPr>
            <a:lvl6pPr marL="0" indent="0">
              <a:spcBef>
                <a:spcPts val="0"/>
              </a:spcBef>
              <a:buNone/>
              <a:defRPr sz="600">
                <a:solidFill>
                  <a:srgbClr val="797979"/>
                </a:solidFill>
              </a:defRPr>
            </a:lvl6pPr>
            <a:lvl7pPr marL="0" indent="0">
              <a:spcBef>
                <a:spcPts val="0"/>
              </a:spcBef>
              <a:buNone/>
              <a:defRPr sz="600">
                <a:solidFill>
                  <a:srgbClr val="797979"/>
                </a:solidFill>
              </a:defRPr>
            </a:lvl7pPr>
            <a:lvl8pPr marL="0" indent="0">
              <a:spcBef>
                <a:spcPts val="0"/>
              </a:spcBef>
              <a:buNone/>
              <a:defRPr sz="600">
                <a:solidFill>
                  <a:srgbClr val="797979"/>
                </a:solidFill>
              </a:defRPr>
            </a:lvl8pPr>
            <a:lvl9pPr marL="0" indent="0">
              <a:spcBef>
                <a:spcPts val="0"/>
              </a:spcBef>
              <a:buNone/>
              <a:defRPr sz="600">
                <a:solidFill>
                  <a:srgbClr val="797979"/>
                </a:solidFill>
              </a:defRPr>
            </a:lvl9pPr>
          </a:lstStyle>
          <a:p>
            <a:pPr lvl="0"/>
            <a:r>
              <a:t>*Footnote/source info goes here. </a:t>
            </a:r>
          </a:p>
        </p:txBody>
      </p:sp>
    </p:spTree>
    <p:extLst>
      <p:ext uri="{BB962C8B-B14F-4D97-AF65-F5344CB8AC3E}">
        <p14:creationId xmlns:p14="http://schemas.microsoft.com/office/powerpoint/2010/main" val="1924572274"/>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Chart or Table w Text">
    <p:spTree>
      <p:nvGrpSpPr>
        <p:cNvPr id="1" name=""/>
        <p:cNvGrpSpPr/>
        <p:nvPr/>
      </p:nvGrpSpPr>
      <p:grpSpPr>
        <a:xfrm>
          <a:off x="0" y="0"/>
          <a:ext cx="0" cy="0"/>
          <a:chOff x="0" y="0"/>
          <a:chExt cx="0" cy="0"/>
        </a:xfrm>
      </p:grpSpPr>
      <p:sp>
        <p:nvSpPr>
          <p:cNvPr id="13" name="Rectangle 12"/>
          <p:cNvSpPr/>
          <p:nvPr/>
        </p:nvSpPr>
        <p:spPr>
          <a:xfrm>
            <a:off x="1" y="1130021"/>
            <a:ext cx="7632192" cy="519457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sp>
        <p:nvSpPr>
          <p:cNvPr id="3" name="Title 2"/>
          <p:cNvSpPr>
            <a:spLocks noGrp="1"/>
          </p:cNvSpPr>
          <p:nvPr>
            <p:ph type="title"/>
          </p:nvPr>
        </p:nvSpPr>
        <p:spPr/>
        <p:txBody>
          <a:bodyPr/>
          <a:lstStyle>
            <a:lvl1pPr>
              <a:defRPr b="0" i="0"/>
            </a:lvl1pPr>
          </a:lstStyle>
          <a:p>
            <a:r>
              <a:rPr lang="en-US"/>
              <a:t>Click to edit Master title style</a:t>
            </a:r>
            <a:endParaRPr/>
          </a:p>
        </p:txBody>
      </p:sp>
      <p:sp>
        <p:nvSpPr>
          <p:cNvPr id="19" name="Text Placeholder 13"/>
          <p:cNvSpPr>
            <a:spLocks noGrp="1"/>
          </p:cNvSpPr>
          <p:nvPr>
            <p:ph type="body" sz="quarter" idx="14" hasCustomPrompt="1"/>
          </p:nvPr>
        </p:nvSpPr>
        <p:spPr>
          <a:xfrm>
            <a:off x="609600" y="1419225"/>
            <a:ext cx="6721772" cy="406400"/>
          </a:xfrm>
          <a:solidFill>
            <a:srgbClr val="EBEBEB"/>
          </a:solidFill>
          <a:effectLst>
            <a:outerShdw dist="10160" dir="5400000" algn="t" rotWithShape="0">
              <a:prstClr val="black">
                <a:alpha val="40000"/>
              </a:prstClr>
            </a:outerShdw>
          </a:effectLst>
        </p:spPr>
        <p:txBody>
          <a:bodyPr vert="horz" lIns="0" tIns="45720" rIns="91440" bIns="45720" rtlCol="0" anchor="ctr">
            <a:noAutofit/>
          </a:bodyPr>
          <a:lstStyle>
            <a:lvl1pPr>
              <a:defRPr sz="1800" dirty="0"/>
            </a:lvl1pPr>
          </a:lstStyle>
          <a:p>
            <a:pPr marL="0" lvl="0" indent="0">
              <a:spcBef>
                <a:spcPts val="0"/>
              </a:spcBef>
              <a:buNone/>
            </a:pPr>
            <a:r>
              <a:rPr dirty="0"/>
              <a:t>Chart Header (1</a:t>
            </a:r>
            <a:r>
              <a:rPr lang="en-US" dirty="0"/>
              <a:t>8</a:t>
            </a:r>
            <a:r>
              <a:rPr dirty="0"/>
              <a:t> pt)</a:t>
            </a:r>
          </a:p>
        </p:txBody>
      </p:sp>
      <p:sp>
        <p:nvSpPr>
          <p:cNvPr id="5" name="Content Placeholder 4"/>
          <p:cNvSpPr>
            <a:spLocks noGrp="1"/>
          </p:cNvSpPr>
          <p:nvPr>
            <p:ph sz="quarter" idx="32" hasCustomPrompt="1"/>
          </p:nvPr>
        </p:nvSpPr>
        <p:spPr>
          <a:xfrm>
            <a:off x="506159" y="2021686"/>
            <a:ext cx="6825213" cy="4134471"/>
          </a:xfrm>
        </p:spPr>
        <p:txBody>
          <a:bodyPr/>
          <a:lstStyle>
            <a:lvl1pPr>
              <a:defRPr b="0" i="0"/>
            </a:lvl1pPr>
            <a:lvl2pPr>
              <a:defRPr b="0" i="0"/>
            </a:lvl2pPr>
            <a:lvl3pPr>
              <a:defRPr b="0" i="0"/>
            </a:lvl3pPr>
            <a:lvl4pPr>
              <a:defRPr b="0" i="0"/>
            </a:lvl4pPr>
            <a:lvl5pPr>
              <a:defRPr b="0" i="0"/>
            </a:lvl5pPr>
          </a:lstStyle>
          <a:p>
            <a:pPr lvl="0"/>
            <a:r>
              <a:rPr dirty="0"/>
              <a:t>Click to add text or choose an icon below to insert other content</a:t>
            </a:r>
          </a:p>
          <a:p>
            <a:pPr lvl="1"/>
            <a:r>
              <a:rPr dirty="0"/>
              <a:t>Second level</a:t>
            </a:r>
          </a:p>
          <a:p>
            <a:pPr lvl="2"/>
            <a:r>
              <a:rPr dirty="0"/>
              <a:t>Third level</a:t>
            </a:r>
          </a:p>
          <a:p>
            <a:pPr lvl="3"/>
            <a:r>
              <a:rPr dirty="0"/>
              <a:t>Fourth level</a:t>
            </a:r>
          </a:p>
          <a:p>
            <a:pPr lvl="4"/>
            <a:r>
              <a:rPr dirty="0"/>
              <a:t>Fifth level</a:t>
            </a:r>
          </a:p>
        </p:txBody>
      </p:sp>
      <p:sp>
        <p:nvSpPr>
          <p:cNvPr id="17" name="Text Placeholder 4"/>
          <p:cNvSpPr>
            <a:spLocks noGrp="1"/>
          </p:cNvSpPr>
          <p:nvPr>
            <p:ph type="body" sz="quarter" idx="33" hasCustomPrompt="1"/>
          </p:nvPr>
        </p:nvSpPr>
        <p:spPr>
          <a:xfrm>
            <a:off x="8145128" y="2021686"/>
            <a:ext cx="3538873" cy="4134471"/>
          </a:xfrm>
        </p:spPr>
        <p:txBody>
          <a:bodyPr/>
          <a:lstStyle>
            <a:lvl1pPr marL="0" indent="0">
              <a:buFont typeface="Arial" panose="020B0604020202020204" pitchFamily="34" charset="0"/>
              <a:buChar char="​"/>
              <a:defRPr b="0" i="0"/>
            </a:lvl1pPr>
            <a:lvl2pPr marL="228600">
              <a:defRPr b="0" i="0"/>
            </a:lvl2pPr>
            <a:lvl3pPr marL="548640" indent="-228600">
              <a:defRPr b="0" i="0"/>
            </a:lvl3pPr>
            <a:lvl4pPr marL="868680">
              <a:defRPr b="0" i="0"/>
            </a:lvl4pPr>
            <a:lvl5pPr marL="1188720">
              <a:defRPr b="0" i="0"/>
            </a:lvl5pPr>
          </a:lstStyle>
          <a:p>
            <a:pPr lvl="0"/>
            <a:r>
              <a:rPr dirty="0"/>
              <a:t>Click to add text</a:t>
            </a:r>
          </a:p>
          <a:p>
            <a:pPr lvl="1"/>
            <a:r>
              <a:rPr dirty="0"/>
              <a:t>Second level</a:t>
            </a:r>
          </a:p>
          <a:p>
            <a:pPr lvl="2"/>
            <a:r>
              <a:rPr dirty="0"/>
              <a:t>Third level</a:t>
            </a:r>
          </a:p>
          <a:p>
            <a:pPr lvl="3"/>
            <a:r>
              <a:rPr dirty="0"/>
              <a:t>Fourth level</a:t>
            </a:r>
          </a:p>
          <a:p>
            <a:pPr lvl="4"/>
            <a:r>
              <a:rPr dirty="0"/>
              <a:t>Fifth level</a:t>
            </a:r>
          </a:p>
        </p:txBody>
      </p:sp>
      <p:sp>
        <p:nvSpPr>
          <p:cNvPr id="11" name="Text Placeholder 7"/>
          <p:cNvSpPr>
            <a:spLocks noGrp="1"/>
          </p:cNvSpPr>
          <p:nvPr>
            <p:ph type="body" sz="quarter" idx="13" hasCustomPrompt="1"/>
          </p:nvPr>
        </p:nvSpPr>
        <p:spPr>
          <a:xfrm>
            <a:off x="550069" y="6333336"/>
            <a:ext cx="9634062" cy="239650"/>
          </a:xfrm>
        </p:spPr>
        <p:txBody>
          <a:bodyPr lIns="91440" rIns="91440" anchor="b">
            <a:normAutofit/>
          </a:bodyPr>
          <a:lstStyle>
            <a:lvl1pPr marL="0" indent="0">
              <a:lnSpc>
                <a:spcPct val="90000"/>
              </a:lnSpc>
              <a:spcBef>
                <a:spcPts val="0"/>
              </a:spcBef>
              <a:buNone/>
              <a:defRPr sz="600" b="0" i="0">
                <a:solidFill>
                  <a:srgbClr val="797979"/>
                </a:solidFill>
              </a:defRPr>
            </a:lvl1pPr>
            <a:lvl2pPr marL="0" indent="0">
              <a:spcBef>
                <a:spcPts val="0"/>
              </a:spcBef>
              <a:buNone/>
              <a:defRPr sz="600">
                <a:solidFill>
                  <a:srgbClr val="797979"/>
                </a:solidFill>
              </a:defRPr>
            </a:lvl2pPr>
            <a:lvl3pPr marL="0" indent="0">
              <a:spcBef>
                <a:spcPts val="0"/>
              </a:spcBef>
              <a:buNone/>
              <a:defRPr sz="600">
                <a:solidFill>
                  <a:srgbClr val="797979"/>
                </a:solidFill>
              </a:defRPr>
            </a:lvl3pPr>
            <a:lvl4pPr marL="0" indent="0">
              <a:spcBef>
                <a:spcPts val="0"/>
              </a:spcBef>
              <a:buNone/>
              <a:defRPr sz="600">
                <a:solidFill>
                  <a:srgbClr val="797979"/>
                </a:solidFill>
              </a:defRPr>
            </a:lvl4pPr>
            <a:lvl5pPr marL="0" indent="0">
              <a:spcBef>
                <a:spcPts val="0"/>
              </a:spcBef>
              <a:buNone/>
              <a:defRPr sz="600">
                <a:solidFill>
                  <a:srgbClr val="797979"/>
                </a:solidFill>
              </a:defRPr>
            </a:lvl5pPr>
            <a:lvl6pPr marL="0" indent="0">
              <a:spcBef>
                <a:spcPts val="0"/>
              </a:spcBef>
              <a:buNone/>
              <a:defRPr sz="600">
                <a:solidFill>
                  <a:srgbClr val="797979"/>
                </a:solidFill>
              </a:defRPr>
            </a:lvl6pPr>
            <a:lvl7pPr marL="0" indent="0">
              <a:spcBef>
                <a:spcPts val="0"/>
              </a:spcBef>
              <a:buNone/>
              <a:defRPr sz="600">
                <a:solidFill>
                  <a:srgbClr val="797979"/>
                </a:solidFill>
              </a:defRPr>
            </a:lvl7pPr>
            <a:lvl8pPr marL="0" indent="0">
              <a:spcBef>
                <a:spcPts val="0"/>
              </a:spcBef>
              <a:buNone/>
              <a:defRPr sz="600">
                <a:solidFill>
                  <a:srgbClr val="797979"/>
                </a:solidFill>
              </a:defRPr>
            </a:lvl8pPr>
            <a:lvl9pPr marL="0" indent="0">
              <a:spcBef>
                <a:spcPts val="0"/>
              </a:spcBef>
              <a:buNone/>
              <a:defRPr sz="600">
                <a:solidFill>
                  <a:srgbClr val="797979"/>
                </a:solidFill>
              </a:defRPr>
            </a:lvl9pPr>
          </a:lstStyle>
          <a:p>
            <a:pPr lvl="0"/>
            <a:r>
              <a:t>*Footnote/source info goes here. </a:t>
            </a:r>
          </a:p>
        </p:txBody>
      </p:sp>
    </p:spTree>
    <p:extLst>
      <p:ext uri="{BB962C8B-B14F-4D97-AF65-F5344CB8AC3E}">
        <p14:creationId xmlns:p14="http://schemas.microsoft.com/office/powerpoint/2010/main" val="276256568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Side by Side Chart and Text">
    <p:spTree>
      <p:nvGrpSpPr>
        <p:cNvPr id="1" name=""/>
        <p:cNvGrpSpPr/>
        <p:nvPr/>
      </p:nvGrpSpPr>
      <p:grpSpPr>
        <a:xfrm>
          <a:off x="0" y="0"/>
          <a:ext cx="0" cy="0"/>
          <a:chOff x="0" y="0"/>
          <a:chExt cx="0" cy="0"/>
        </a:xfrm>
      </p:grpSpPr>
      <p:sp>
        <p:nvSpPr>
          <p:cNvPr id="24" name="Rectangle 23"/>
          <p:cNvSpPr/>
          <p:nvPr/>
        </p:nvSpPr>
        <p:spPr>
          <a:xfrm>
            <a:off x="1" y="1130021"/>
            <a:ext cx="6110855" cy="519457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sp>
        <p:nvSpPr>
          <p:cNvPr id="3" name="Title 2"/>
          <p:cNvSpPr>
            <a:spLocks noGrp="1"/>
          </p:cNvSpPr>
          <p:nvPr>
            <p:ph type="title"/>
          </p:nvPr>
        </p:nvSpPr>
        <p:spPr/>
        <p:txBody>
          <a:bodyPr/>
          <a:lstStyle>
            <a:lvl1pPr>
              <a:defRPr b="0" i="0"/>
            </a:lvl1pPr>
          </a:lstStyle>
          <a:p>
            <a:r>
              <a:rPr lang="en-US"/>
              <a:t>Click to edit Master title style</a:t>
            </a:r>
            <a:endParaRPr/>
          </a:p>
        </p:txBody>
      </p:sp>
      <p:sp>
        <p:nvSpPr>
          <p:cNvPr id="19" name="Text Placeholder 13"/>
          <p:cNvSpPr>
            <a:spLocks noGrp="1"/>
          </p:cNvSpPr>
          <p:nvPr>
            <p:ph type="body" sz="quarter" idx="14" hasCustomPrompt="1"/>
          </p:nvPr>
        </p:nvSpPr>
        <p:spPr>
          <a:xfrm>
            <a:off x="609600" y="1419225"/>
            <a:ext cx="4987636" cy="402336"/>
          </a:xfrm>
          <a:solidFill>
            <a:srgbClr val="EBEBEB"/>
          </a:solidFill>
          <a:effectLst>
            <a:outerShdw dist="10160" dir="5400000" algn="t" rotWithShape="0">
              <a:prstClr val="black">
                <a:alpha val="40000"/>
              </a:prstClr>
            </a:outerShdw>
          </a:effectLst>
        </p:spPr>
        <p:txBody>
          <a:bodyPr vert="horz" lIns="0" tIns="45720" rIns="91440" bIns="45720" rtlCol="0" anchor="ctr">
            <a:noAutofit/>
          </a:bodyPr>
          <a:lstStyle>
            <a:lvl1pPr>
              <a:defRPr sz="1800" dirty="0"/>
            </a:lvl1pPr>
          </a:lstStyle>
          <a:p>
            <a:pPr marL="0" lvl="0" indent="0">
              <a:spcBef>
                <a:spcPts val="0"/>
              </a:spcBef>
              <a:buNone/>
            </a:pPr>
            <a:r>
              <a:rPr dirty="0"/>
              <a:t>Chart Header (1</a:t>
            </a:r>
            <a:r>
              <a:rPr lang="en-US" dirty="0"/>
              <a:t>6</a:t>
            </a:r>
            <a:r>
              <a:rPr dirty="0"/>
              <a:t> pt)</a:t>
            </a:r>
          </a:p>
        </p:txBody>
      </p:sp>
      <p:sp>
        <p:nvSpPr>
          <p:cNvPr id="4" name="Content Placeholder 3"/>
          <p:cNvSpPr>
            <a:spLocks noGrp="1"/>
          </p:cNvSpPr>
          <p:nvPr>
            <p:ph sz="quarter" idx="32" hasCustomPrompt="1"/>
          </p:nvPr>
        </p:nvSpPr>
        <p:spPr>
          <a:xfrm>
            <a:off x="500980" y="2012950"/>
            <a:ext cx="5096258" cy="4121150"/>
          </a:xfrm>
        </p:spPr>
        <p:txBody>
          <a:bodyPr/>
          <a:lstStyle>
            <a:lvl1pPr>
              <a:defRPr b="0" i="0"/>
            </a:lvl1pPr>
            <a:lvl2pPr>
              <a:defRPr b="0" i="0"/>
            </a:lvl2pPr>
            <a:lvl3pPr>
              <a:defRPr b="0" i="0"/>
            </a:lvl3pPr>
            <a:lvl4pPr>
              <a:defRPr b="0" i="0"/>
            </a:lvl4pPr>
            <a:lvl5pPr>
              <a:defRPr b="0" i="0"/>
            </a:lvl5pPr>
          </a:lstStyle>
          <a:p>
            <a:pPr lvl="0"/>
            <a:r>
              <a:rPr dirty="0"/>
              <a:t>Click to add text or choose an icon below to insert other content</a:t>
            </a:r>
          </a:p>
          <a:p>
            <a:pPr lvl="1"/>
            <a:r>
              <a:rPr dirty="0"/>
              <a:t>Second level</a:t>
            </a:r>
          </a:p>
          <a:p>
            <a:pPr lvl="2"/>
            <a:r>
              <a:rPr dirty="0"/>
              <a:t>Third level</a:t>
            </a:r>
          </a:p>
          <a:p>
            <a:pPr lvl="3"/>
            <a:r>
              <a:rPr dirty="0"/>
              <a:t>Fourth level</a:t>
            </a:r>
          </a:p>
          <a:p>
            <a:pPr lvl="4"/>
            <a:r>
              <a:rPr dirty="0"/>
              <a:t>Fifth level</a:t>
            </a:r>
          </a:p>
        </p:txBody>
      </p:sp>
      <p:sp>
        <p:nvSpPr>
          <p:cNvPr id="5" name="Text Placeholder 4"/>
          <p:cNvSpPr>
            <a:spLocks noGrp="1"/>
          </p:cNvSpPr>
          <p:nvPr>
            <p:ph type="body" sz="quarter" idx="33" hasCustomPrompt="1"/>
          </p:nvPr>
        </p:nvSpPr>
        <p:spPr>
          <a:xfrm>
            <a:off x="6587744" y="2012950"/>
            <a:ext cx="5096256" cy="4121148"/>
          </a:xfrm>
        </p:spPr>
        <p:txBody>
          <a:bodyPr/>
          <a:lstStyle>
            <a:lvl1pPr>
              <a:defRPr b="0" i="0"/>
            </a:lvl1pPr>
            <a:lvl2pPr>
              <a:defRPr b="0" i="0"/>
            </a:lvl2pPr>
            <a:lvl3pPr>
              <a:defRPr b="0" i="0"/>
            </a:lvl3pPr>
            <a:lvl4pPr>
              <a:defRPr b="0" i="0"/>
            </a:lvl4pPr>
            <a:lvl5pPr>
              <a:defRPr b="0" i="0"/>
            </a:lvl5pPr>
          </a:lstStyle>
          <a:p>
            <a:pPr lvl="0"/>
            <a:r>
              <a:t>Click to add text</a:t>
            </a:r>
          </a:p>
          <a:p>
            <a:pPr lvl="1"/>
            <a:r>
              <a:t>Second level</a:t>
            </a:r>
          </a:p>
          <a:p>
            <a:pPr lvl="2"/>
            <a:r>
              <a:t>Third level</a:t>
            </a:r>
          </a:p>
          <a:p>
            <a:pPr lvl="3"/>
            <a:r>
              <a:t>Fourth level</a:t>
            </a:r>
          </a:p>
          <a:p>
            <a:pPr lvl="4"/>
            <a:r>
              <a:t>Fifth level</a:t>
            </a:r>
          </a:p>
        </p:txBody>
      </p:sp>
      <p:sp>
        <p:nvSpPr>
          <p:cNvPr id="11" name="Text Placeholder 7"/>
          <p:cNvSpPr>
            <a:spLocks noGrp="1"/>
          </p:cNvSpPr>
          <p:nvPr>
            <p:ph type="body" sz="quarter" idx="13" hasCustomPrompt="1"/>
          </p:nvPr>
        </p:nvSpPr>
        <p:spPr>
          <a:xfrm>
            <a:off x="550069" y="6333336"/>
            <a:ext cx="9634062" cy="239650"/>
          </a:xfrm>
        </p:spPr>
        <p:txBody>
          <a:bodyPr lIns="91440" rIns="91440" anchor="b">
            <a:normAutofit/>
          </a:bodyPr>
          <a:lstStyle>
            <a:lvl1pPr marL="0" indent="0">
              <a:lnSpc>
                <a:spcPct val="90000"/>
              </a:lnSpc>
              <a:spcBef>
                <a:spcPts val="0"/>
              </a:spcBef>
              <a:buNone/>
              <a:defRPr sz="600" b="0" i="0">
                <a:solidFill>
                  <a:srgbClr val="797979"/>
                </a:solidFill>
              </a:defRPr>
            </a:lvl1pPr>
            <a:lvl2pPr marL="0" indent="0">
              <a:spcBef>
                <a:spcPts val="0"/>
              </a:spcBef>
              <a:buNone/>
              <a:defRPr sz="600">
                <a:solidFill>
                  <a:srgbClr val="797979"/>
                </a:solidFill>
              </a:defRPr>
            </a:lvl2pPr>
            <a:lvl3pPr marL="0" indent="0">
              <a:spcBef>
                <a:spcPts val="0"/>
              </a:spcBef>
              <a:buNone/>
              <a:defRPr sz="600">
                <a:solidFill>
                  <a:srgbClr val="797979"/>
                </a:solidFill>
              </a:defRPr>
            </a:lvl3pPr>
            <a:lvl4pPr marL="0" indent="0">
              <a:spcBef>
                <a:spcPts val="0"/>
              </a:spcBef>
              <a:buNone/>
              <a:defRPr sz="600">
                <a:solidFill>
                  <a:srgbClr val="797979"/>
                </a:solidFill>
              </a:defRPr>
            </a:lvl4pPr>
            <a:lvl5pPr marL="0" indent="0">
              <a:spcBef>
                <a:spcPts val="0"/>
              </a:spcBef>
              <a:buNone/>
              <a:defRPr sz="600">
                <a:solidFill>
                  <a:srgbClr val="797979"/>
                </a:solidFill>
              </a:defRPr>
            </a:lvl5pPr>
            <a:lvl6pPr marL="0" indent="0">
              <a:spcBef>
                <a:spcPts val="0"/>
              </a:spcBef>
              <a:buNone/>
              <a:defRPr sz="600">
                <a:solidFill>
                  <a:srgbClr val="797979"/>
                </a:solidFill>
              </a:defRPr>
            </a:lvl6pPr>
            <a:lvl7pPr marL="0" indent="0">
              <a:spcBef>
                <a:spcPts val="0"/>
              </a:spcBef>
              <a:buNone/>
              <a:defRPr sz="600">
                <a:solidFill>
                  <a:srgbClr val="797979"/>
                </a:solidFill>
              </a:defRPr>
            </a:lvl7pPr>
            <a:lvl8pPr marL="0" indent="0">
              <a:spcBef>
                <a:spcPts val="0"/>
              </a:spcBef>
              <a:buNone/>
              <a:defRPr sz="600">
                <a:solidFill>
                  <a:srgbClr val="797979"/>
                </a:solidFill>
              </a:defRPr>
            </a:lvl8pPr>
            <a:lvl9pPr marL="0" indent="0">
              <a:spcBef>
                <a:spcPts val="0"/>
              </a:spcBef>
              <a:buNone/>
              <a:defRPr sz="600">
                <a:solidFill>
                  <a:srgbClr val="797979"/>
                </a:solidFill>
              </a:defRPr>
            </a:lvl9pPr>
          </a:lstStyle>
          <a:p>
            <a:pPr lvl="0"/>
            <a:r>
              <a:t>*Footnote/source info goes here. </a:t>
            </a:r>
          </a:p>
        </p:txBody>
      </p:sp>
    </p:spTree>
    <p:extLst>
      <p:ext uri="{BB962C8B-B14F-4D97-AF65-F5344CB8AC3E}">
        <p14:creationId xmlns:p14="http://schemas.microsoft.com/office/powerpoint/2010/main" val="30597221"/>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Side by Side Charts on Gray Bkg">
    <p:spTree>
      <p:nvGrpSpPr>
        <p:cNvPr id="1" name=""/>
        <p:cNvGrpSpPr/>
        <p:nvPr/>
      </p:nvGrpSpPr>
      <p:grpSpPr>
        <a:xfrm>
          <a:off x="0" y="0"/>
          <a:ext cx="0" cy="0"/>
          <a:chOff x="0" y="0"/>
          <a:chExt cx="0" cy="0"/>
        </a:xfrm>
      </p:grpSpPr>
      <p:sp>
        <p:nvSpPr>
          <p:cNvPr id="33" name="Rectangle 32"/>
          <p:cNvSpPr/>
          <p:nvPr/>
        </p:nvSpPr>
        <p:spPr>
          <a:xfrm>
            <a:off x="6096000" y="1130021"/>
            <a:ext cx="6096000" cy="5194579"/>
          </a:xfrm>
          <a:prstGeom prst="rect">
            <a:avLst/>
          </a:prstGeom>
          <a:solidFill>
            <a:srgbClr val="EA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sp>
        <p:nvSpPr>
          <p:cNvPr id="24" name="Rectangle 23"/>
          <p:cNvSpPr/>
          <p:nvPr/>
        </p:nvSpPr>
        <p:spPr>
          <a:xfrm>
            <a:off x="0" y="1130021"/>
            <a:ext cx="6096000" cy="519457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b="0" i="0">
              <a:latin typeface="+mn-lt"/>
            </a:endParaRPr>
          </a:p>
        </p:txBody>
      </p:sp>
      <p:sp>
        <p:nvSpPr>
          <p:cNvPr id="3" name="Title 2"/>
          <p:cNvSpPr>
            <a:spLocks noGrp="1"/>
          </p:cNvSpPr>
          <p:nvPr>
            <p:ph type="title"/>
          </p:nvPr>
        </p:nvSpPr>
        <p:spPr/>
        <p:txBody>
          <a:bodyPr/>
          <a:lstStyle>
            <a:lvl1pPr>
              <a:defRPr b="0" i="0"/>
            </a:lvl1pPr>
          </a:lstStyle>
          <a:p>
            <a:r>
              <a:rPr lang="en-US"/>
              <a:t>Click to edit Master title style</a:t>
            </a:r>
            <a:endParaRPr dirty="0"/>
          </a:p>
        </p:txBody>
      </p:sp>
      <p:sp>
        <p:nvSpPr>
          <p:cNvPr id="19" name="Text Placeholder 13"/>
          <p:cNvSpPr>
            <a:spLocks noGrp="1"/>
          </p:cNvSpPr>
          <p:nvPr>
            <p:ph type="body" sz="quarter" idx="14" hasCustomPrompt="1"/>
          </p:nvPr>
        </p:nvSpPr>
        <p:spPr>
          <a:xfrm>
            <a:off x="609600" y="1420114"/>
            <a:ext cx="4987636" cy="402336"/>
          </a:xfrm>
          <a:solidFill>
            <a:srgbClr val="EBEBEB"/>
          </a:solidFill>
          <a:effectLst>
            <a:outerShdw dist="10160" dir="5400000" algn="t" rotWithShape="0">
              <a:prstClr val="black">
                <a:alpha val="40000"/>
              </a:prstClr>
            </a:outerShdw>
          </a:effectLst>
        </p:spPr>
        <p:txBody>
          <a:bodyPr vert="horz" lIns="0" tIns="45720" rIns="91440" bIns="45720" rtlCol="0" anchor="ctr">
            <a:noAutofit/>
          </a:bodyPr>
          <a:lstStyle>
            <a:lvl1pPr>
              <a:defRPr sz="1800" dirty="0"/>
            </a:lvl1pPr>
          </a:lstStyle>
          <a:p>
            <a:pPr marL="0" lvl="0" indent="0">
              <a:spcBef>
                <a:spcPts val="0"/>
              </a:spcBef>
              <a:buNone/>
            </a:pPr>
            <a:r>
              <a:rPr dirty="0"/>
              <a:t>Header (1</a:t>
            </a:r>
            <a:r>
              <a:rPr lang="en-US" dirty="0"/>
              <a:t>8</a:t>
            </a:r>
            <a:r>
              <a:rPr dirty="0"/>
              <a:t> pt)</a:t>
            </a:r>
          </a:p>
        </p:txBody>
      </p:sp>
      <p:sp>
        <p:nvSpPr>
          <p:cNvPr id="10" name="Content Placeholder 9"/>
          <p:cNvSpPr>
            <a:spLocks noGrp="1"/>
          </p:cNvSpPr>
          <p:nvPr>
            <p:ph sz="quarter" idx="18" hasCustomPrompt="1"/>
          </p:nvPr>
        </p:nvSpPr>
        <p:spPr>
          <a:xfrm>
            <a:off x="500980" y="2012950"/>
            <a:ext cx="5096258" cy="4121151"/>
          </a:xfrm>
        </p:spPr>
        <p:txBody>
          <a:bodyPr>
            <a:normAutofit/>
          </a:bodyPr>
          <a:lstStyle>
            <a:lvl1pPr>
              <a:defRPr sz="2000" b="0" i="0"/>
            </a:lvl1pPr>
            <a:lvl2pPr>
              <a:defRPr sz="1800" b="0" i="0"/>
            </a:lvl2pPr>
            <a:lvl3pPr>
              <a:defRPr sz="1600" b="0" i="0"/>
            </a:lvl3pPr>
            <a:lvl4pPr>
              <a:defRPr sz="1400" b="0" i="0"/>
            </a:lvl4pPr>
            <a:lvl5pPr>
              <a:defRPr sz="1400" b="0" i="0"/>
            </a:lvl5pPr>
          </a:lstStyle>
          <a:p>
            <a:pPr lvl="0"/>
            <a:r>
              <a:rPr dirty="0"/>
              <a:t>Click to add text or choose an icon below to insert other content</a:t>
            </a:r>
          </a:p>
          <a:p>
            <a:pPr lvl="1"/>
            <a:r>
              <a:rPr dirty="0"/>
              <a:t>Second level</a:t>
            </a:r>
          </a:p>
          <a:p>
            <a:pPr lvl="2"/>
            <a:r>
              <a:rPr dirty="0"/>
              <a:t>Third level</a:t>
            </a:r>
          </a:p>
          <a:p>
            <a:pPr lvl="3"/>
            <a:r>
              <a:rPr dirty="0"/>
              <a:t>Fourth level</a:t>
            </a:r>
          </a:p>
          <a:p>
            <a:pPr lvl="4"/>
            <a:r>
              <a:rPr dirty="0"/>
              <a:t>Fifth level</a:t>
            </a:r>
          </a:p>
        </p:txBody>
      </p:sp>
      <p:sp>
        <p:nvSpPr>
          <p:cNvPr id="23" name="Text Placeholder 13"/>
          <p:cNvSpPr>
            <a:spLocks noGrp="1"/>
          </p:cNvSpPr>
          <p:nvPr>
            <p:ph type="body" sz="quarter" idx="19" hasCustomPrompt="1"/>
          </p:nvPr>
        </p:nvSpPr>
        <p:spPr>
          <a:xfrm>
            <a:off x="6477000" y="1420114"/>
            <a:ext cx="5207000" cy="402336"/>
          </a:xfrm>
          <a:solidFill>
            <a:srgbClr val="EBEBEB"/>
          </a:solidFill>
          <a:effectLst>
            <a:outerShdw dist="10160" dir="5400000" algn="t" rotWithShape="0">
              <a:prstClr val="black">
                <a:alpha val="40000"/>
              </a:prstClr>
            </a:outerShdw>
          </a:effectLst>
        </p:spPr>
        <p:txBody>
          <a:bodyPr vert="horz" lIns="0" tIns="45720" rIns="91440" bIns="45720" rtlCol="0" anchor="ctr">
            <a:noAutofit/>
          </a:bodyPr>
          <a:lstStyle>
            <a:lvl1pPr>
              <a:defRPr sz="1800" dirty="0"/>
            </a:lvl1pPr>
          </a:lstStyle>
          <a:p>
            <a:pPr marL="0" lvl="0" indent="0">
              <a:spcBef>
                <a:spcPts val="0"/>
              </a:spcBef>
              <a:buNone/>
            </a:pPr>
            <a:r>
              <a:rPr dirty="0"/>
              <a:t>Header (1</a:t>
            </a:r>
            <a:r>
              <a:rPr lang="en-US" dirty="0"/>
              <a:t>8</a:t>
            </a:r>
            <a:r>
              <a:rPr dirty="0"/>
              <a:t> pt)</a:t>
            </a:r>
          </a:p>
        </p:txBody>
      </p:sp>
      <p:sp>
        <p:nvSpPr>
          <p:cNvPr id="4" name="Content Placeholder 3"/>
          <p:cNvSpPr>
            <a:spLocks noGrp="1"/>
          </p:cNvSpPr>
          <p:nvPr>
            <p:ph sz="quarter" idx="17" hasCustomPrompt="1"/>
          </p:nvPr>
        </p:nvSpPr>
        <p:spPr>
          <a:xfrm>
            <a:off x="6400800" y="2012950"/>
            <a:ext cx="5283200" cy="4121150"/>
          </a:xfrm>
        </p:spPr>
        <p:txBody>
          <a:bodyPr>
            <a:normAutofit/>
          </a:bodyPr>
          <a:lstStyle>
            <a:lvl1pPr>
              <a:defRPr sz="2000" b="0" i="0"/>
            </a:lvl1pPr>
            <a:lvl2pPr>
              <a:defRPr sz="1800" b="0" i="0"/>
            </a:lvl2pPr>
            <a:lvl3pPr>
              <a:defRPr sz="1600" b="0" i="0"/>
            </a:lvl3pPr>
            <a:lvl4pPr>
              <a:defRPr sz="1400" b="0" i="0"/>
            </a:lvl4pPr>
            <a:lvl5pPr>
              <a:defRPr sz="1400" b="0" i="0"/>
            </a:lvl5pPr>
          </a:lstStyle>
          <a:p>
            <a:pPr lvl="0"/>
            <a:r>
              <a:rPr dirty="0"/>
              <a:t>Click to add text or choose an icon below to insert other content</a:t>
            </a:r>
          </a:p>
          <a:p>
            <a:pPr lvl="1"/>
            <a:r>
              <a:rPr dirty="0"/>
              <a:t>Second level</a:t>
            </a:r>
          </a:p>
          <a:p>
            <a:pPr lvl="2"/>
            <a:r>
              <a:rPr dirty="0"/>
              <a:t>Third level</a:t>
            </a:r>
          </a:p>
          <a:p>
            <a:pPr lvl="3"/>
            <a:r>
              <a:rPr dirty="0"/>
              <a:t>Fourth level</a:t>
            </a:r>
          </a:p>
          <a:p>
            <a:pPr lvl="4"/>
            <a:r>
              <a:rPr dirty="0"/>
              <a:t>Fifth level</a:t>
            </a:r>
          </a:p>
        </p:txBody>
      </p:sp>
      <p:sp>
        <p:nvSpPr>
          <p:cNvPr id="14" name="Text Placeholder 7"/>
          <p:cNvSpPr>
            <a:spLocks noGrp="1"/>
          </p:cNvSpPr>
          <p:nvPr>
            <p:ph type="body" sz="quarter" idx="13" hasCustomPrompt="1"/>
          </p:nvPr>
        </p:nvSpPr>
        <p:spPr>
          <a:xfrm>
            <a:off x="550069" y="6333336"/>
            <a:ext cx="9634062" cy="239650"/>
          </a:xfrm>
        </p:spPr>
        <p:txBody>
          <a:bodyPr lIns="91440" rIns="91440" anchor="b">
            <a:normAutofit/>
          </a:bodyPr>
          <a:lstStyle>
            <a:lvl1pPr marL="0" indent="0">
              <a:lnSpc>
                <a:spcPct val="90000"/>
              </a:lnSpc>
              <a:spcBef>
                <a:spcPts val="0"/>
              </a:spcBef>
              <a:buNone/>
              <a:defRPr sz="600" b="0" i="0">
                <a:solidFill>
                  <a:srgbClr val="797979"/>
                </a:solidFill>
              </a:defRPr>
            </a:lvl1pPr>
            <a:lvl2pPr marL="0" indent="0">
              <a:spcBef>
                <a:spcPts val="0"/>
              </a:spcBef>
              <a:buNone/>
              <a:defRPr sz="600">
                <a:solidFill>
                  <a:srgbClr val="797979"/>
                </a:solidFill>
              </a:defRPr>
            </a:lvl2pPr>
            <a:lvl3pPr marL="0" indent="0">
              <a:spcBef>
                <a:spcPts val="0"/>
              </a:spcBef>
              <a:buNone/>
              <a:defRPr sz="600">
                <a:solidFill>
                  <a:srgbClr val="797979"/>
                </a:solidFill>
              </a:defRPr>
            </a:lvl3pPr>
            <a:lvl4pPr marL="0" indent="0">
              <a:spcBef>
                <a:spcPts val="0"/>
              </a:spcBef>
              <a:buNone/>
              <a:defRPr sz="600">
                <a:solidFill>
                  <a:srgbClr val="797979"/>
                </a:solidFill>
              </a:defRPr>
            </a:lvl4pPr>
            <a:lvl5pPr marL="0" indent="0">
              <a:spcBef>
                <a:spcPts val="0"/>
              </a:spcBef>
              <a:buNone/>
              <a:defRPr sz="600">
                <a:solidFill>
                  <a:srgbClr val="797979"/>
                </a:solidFill>
              </a:defRPr>
            </a:lvl5pPr>
            <a:lvl6pPr marL="0" indent="0">
              <a:spcBef>
                <a:spcPts val="0"/>
              </a:spcBef>
              <a:buNone/>
              <a:defRPr sz="600">
                <a:solidFill>
                  <a:srgbClr val="797979"/>
                </a:solidFill>
              </a:defRPr>
            </a:lvl6pPr>
            <a:lvl7pPr marL="0" indent="0">
              <a:spcBef>
                <a:spcPts val="0"/>
              </a:spcBef>
              <a:buNone/>
              <a:defRPr sz="600">
                <a:solidFill>
                  <a:srgbClr val="797979"/>
                </a:solidFill>
              </a:defRPr>
            </a:lvl7pPr>
            <a:lvl8pPr marL="0" indent="0">
              <a:spcBef>
                <a:spcPts val="0"/>
              </a:spcBef>
              <a:buNone/>
              <a:defRPr sz="600">
                <a:solidFill>
                  <a:srgbClr val="797979"/>
                </a:solidFill>
              </a:defRPr>
            </a:lvl8pPr>
            <a:lvl9pPr marL="0" indent="0">
              <a:spcBef>
                <a:spcPts val="0"/>
              </a:spcBef>
              <a:buNone/>
              <a:defRPr sz="600">
                <a:solidFill>
                  <a:srgbClr val="797979"/>
                </a:solidFill>
              </a:defRPr>
            </a:lvl9pPr>
          </a:lstStyle>
          <a:p>
            <a:pPr lvl="0"/>
            <a:r>
              <a:t>*Footnote/source info goes here. </a:t>
            </a:r>
          </a:p>
        </p:txBody>
      </p:sp>
    </p:spTree>
    <p:extLst>
      <p:ext uri="{BB962C8B-B14F-4D97-AF65-F5344CB8AC3E}">
        <p14:creationId xmlns:p14="http://schemas.microsoft.com/office/powerpoint/2010/main" val="212140134"/>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Content w Illustration Bkg">
    <p:spTree>
      <p:nvGrpSpPr>
        <p:cNvPr id="1" name=""/>
        <p:cNvGrpSpPr/>
        <p:nvPr/>
      </p:nvGrpSpPr>
      <p:grpSpPr>
        <a:xfrm>
          <a:off x="0" y="0"/>
          <a:ext cx="0" cy="0"/>
          <a:chOff x="0" y="0"/>
          <a:chExt cx="0" cy="0"/>
        </a:xfrm>
      </p:grpSpPr>
      <p:sp>
        <p:nvSpPr>
          <p:cNvPr id="24" name="Rectangle 23"/>
          <p:cNvSpPr/>
          <p:nvPr/>
        </p:nvSpPr>
        <p:spPr>
          <a:xfrm>
            <a:off x="0" y="1130021"/>
            <a:ext cx="12192000" cy="519457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pic>
        <p:nvPicPr>
          <p:cNvPr id="12" name="Picture 11"/>
          <p:cNvPicPr>
            <a:picLocks noChangeAspect="1"/>
          </p:cNvPicPr>
          <p:nvPr/>
        </p:nvPicPr>
        <p:blipFill rotWithShape="1">
          <a:blip r:embed="rId2" cstate="email">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a:ext>
            </a:extLst>
          </a:blip>
          <a:srcRect l="36016" t="-1189" r="-2466" b="1189"/>
          <a:stretch/>
        </p:blipFill>
        <p:spPr>
          <a:xfrm>
            <a:off x="7673" y="1725837"/>
            <a:ext cx="4155554" cy="4598762"/>
          </a:xfrm>
          <a:prstGeom prst="rect">
            <a:avLst/>
          </a:prstGeom>
        </p:spPr>
      </p:pic>
      <p:sp>
        <p:nvSpPr>
          <p:cNvPr id="3" name="Title 2"/>
          <p:cNvSpPr>
            <a:spLocks noGrp="1"/>
          </p:cNvSpPr>
          <p:nvPr>
            <p:ph type="title"/>
          </p:nvPr>
        </p:nvSpPr>
        <p:spPr/>
        <p:txBody>
          <a:bodyPr/>
          <a:lstStyle>
            <a:lvl1pPr>
              <a:defRPr b="0" i="0"/>
            </a:lvl1pPr>
          </a:lstStyle>
          <a:p>
            <a:r>
              <a:rPr lang="en-US"/>
              <a:t>Click to edit Master title style</a:t>
            </a:r>
            <a:endParaRPr/>
          </a:p>
        </p:txBody>
      </p:sp>
      <p:sp>
        <p:nvSpPr>
          <p:cNvPr id="19" name="Text Placeholder 13"/>
          <p:cNvSpPr>
            <a:spLocks noGrp="1"/>
          </p:cNvSpPr>
          <p:nvPr>
            <p:ph type="body" sz="quarter" idx="14" hasCustomPrompt="1"/>
          </p:nvPr>
        </p:nvSpPr>
        <p:spPr>
          <a:xfrm>
            <a:off x="3393440" y="1420115"/>
            <a:ext cx="8290560" cy="402336"/>
          </a:xfrm>
          <a:solidFill>
            <a:srgbClr val="EBEBEB"/>
          </a:solidFill>
          <a:effectLst>
            <a:outerShdw dist="10160" dir="5400000" algn="t" rotWithShape="0">
              <a:prstClr val="black">
                <a:alpha val="40000"/>
              </a:prstClr>
            </a:outerShdw>
          </a:effectLst>
        </p:spPr>
        <p:txBody>
          <a:bodyPr vert="horz" lIns="0" tIns="45720" rIns="91440" bIns="45720" rtlCol="0" anchor="ctr">
            <a:noAutofit/>
          </a:bodyPr>
          <a:lstStyle>
            <a:lvl1pPr>
              <a:defRPr sz="1800" dirty="0"/>
            </a:lvl1pPr>
          </a:lstStyle>
          <a:p>
            <a:pPr marL="0" lvl="0" indent="0">
              <a:spcBef>
                <a:spcPts val="0"/>
              </a:spcBef>
              <a:buNone/>
            </a:pPr>
            <a:r>
              <a:rPr dirty="0"/>
              <a:t>Chart Header (1</a:t>
            </a:r>
            <a:r>
              <a:rPr lang="en-US" dirty="0"/>
              <a:t>8</a:t>
            </a:r>
            <a:r>
              <a:rPr dirty="0"/>
              <a:t> pt)</a:t>
            </a:r>
          </a:p>
        </p:txBody>
      </p:sp>
      <p:sp>
        <p:nvSpPr>
          <p:cNvPr id="5" name="Content Placeholder 4"/>
          <p:cNvSpPr>
            <a:spLocks noGrp="1"/>
          </p:cNvSpPr>
          <p:nvPr>
            <p:ph sz="quarter" idx="32" hasCustomPrompt="1"/>
          </p:nvPr>
        </p:nvSpPr>
        <p:spPr>
          <a:xfrm>
            <a:off x="3280229" y="2012950"/>
            <a:ext cx="8403771" cy="4121151"/>
          </a:xfrm>
        </p:spPr>
        <p:txBody>
          <a:bodyPr/>
          <a:lstStyle>
            <a:lvl1pPr>
              <a:defRPr b="0" i="0"/>
            </a:lvl1pPr>
            <a:lvl2pPr>
              <a:defRPr b="0" i="0"/>
            </a:lvl2pPr>
            <a:lvl3pPr>
              <a:defRPr b="0" i="0"/>
            </a:lvl3pPr>
            <a:lvl4pPr>
              <a:defRPr b="0" i="0"/>
            </a:lvl4pPr>
            <a:lvl5pPr>
              <a:defRPr b="0" i="0"/>
            </a:lvl5pPr>
          </a:lstStyle>
          <a:p>
            <a:pPr lvl="0"/>
            <a:r>
              <a:rPr dirty="0"/>
              <a:t>Click to add text or choose an icon below to insert other content</a:t>
            </a:r>
          </a:p>
          <a:p>
            <a:pPr lvl="1"/>
            <a:r>
              <a:rPr dirty="0"/>
              <a:t>Second level</a:t>
            </a:r>
          </a:p>
          <a:p>
            <a:pPr lvl="2"/>
            <a:r>
              <a:rPr dirty="0"/>
              <a:t>Third level</a:t>
            </a:r>
          </a:p>
          <a:p>
            <a:pPr lvl="3"/>
            <a:r>
              <a:rPr dirty="0"/>
              <a:t>Fourth level</a:t>
            </a:r>
          </a:p>
          <a:p>
            <a:pPr lvl="4"/>
            <a:r>
              <a:rPr dirty="0"/>
              <a:t>Fifth level</a:t>
            </a:r>
          </a:p>
        </p:txBody>
      </p:sp>
      <p:sp>
        <p:nvSpPr>
          <p:cNvPr id="11" name="Text Placeholder 7"/>
          <p:cNvSpPr>
            <a:spLocks noGrp="1"/>
          </p:cNvSpPr>
          <p:nvPr>
            <p:ph type="body" sz="quarter" idx="13" hasCustomPrompt="1"/>
          </p:nvPr>
        </p:nvSpPr>
        <p:spPr>
          <a:xfrm>
            <a:off x="550069" y="6333336"/>
            <a:ext cx="9634062" cy="239650"/>
          </a:xfrm>
        </p:spPr>
        <p:txBody>
          <a:bodyPr lIns="91440" rIns="91440" anchor="b">
            <a:normAutofit/>
          </a:bodyPr>
          <a:lstStyle>
            <a:lvl1pPr marL="0" indent="0">
              <a:lnSpc>
                <a:spcPct val="90000"/>
              </a:lnSpc>
              <a:spcBef>
                <a:spcPts val="0"/>
              </a:spcBef>
              <a:buNone/>
              <a:defRPr sz="600" b="0" i="0">
                <a:solidFill>
                  <a:srgbClr val="797979"/>
                </a:solidFill>
              </a:defRPr>
            </a:lvl1pPr>
            <a:lvl2pPr marL="0" indent="0">
              <a:spcBef>
                <a:spcPts val="0"/>
              </a:spcBef>
              <a:buNone/>
              <a:defRPr sz="600">
                <a:solidFill>
                  <a:srgbClr val="797979"/>
                </a:solidFill>
              </a:defRPr>
            </a:lvl2pPr>
            <a:lvl3pPr marL="0" indent="0">
              <a:spcBef>
                <a:spcPts val="0"/>
              </a:spcBef>
              <a:buNone/>
              <a:defRPr sz="600">
                <a:solidFill>
                  <a:srgbClr val="797979"/>
                </a:solidFill>
              </a:defRPr>
            </a:lvl3pPr>
            <a:lvl4pPr marL="0" indent="0">
              <a:spcBef>
                <a:spcPts val="0"/>
              </a:spcBef>
              <a:buNone/>
              <a:defRPr sz="600">
                <a:solidFill>
                  <a:srgbClr val="797979"/>
                </a:solidFill>
              </a:defRPr>
            </a:lvl4pPr>
            <a:lvl5pPr marL="0" indent="0">
              <a:spcBef>
                <a:spcPts val="0"/>
              </a:spcBef>
              <a:buNone/>
              <a:defRPr sz="600">
                <a:solidFill>
                  <a:srgbClr val="797979"/>
                </a:solidFill>
              </a:defRPr>
            </a:lvl5pPr>
            <a:lvl6pPr marL="0" indent="0">
              <a:spcBef>
                <a:spcPts val="0"/>
              </a:spcBef>
              <a:buNone/>
              <a:defRPr sz="600">
                <a:solidFill>
                  <a:srgbClr val="797979"/>
                </a:solidFill>
              </a:defRPr>
            </a:lvl6pPr>
            <a:lvl7pPr marL="0" indent="0">
              <a:spcBef>
                <a:spcPts val="0"/>
              </a:spcBef>
              <a:buNone/>
              <a:defRPr sz="600">
                <a:solidFill>
                  <a:srgbClr val="797979"/>
                </a:solidFill>
              </a:defRPr>
            </a:lvl7pPr>
            <a:lvl8pPr marL="0" indent="0">
              <a:spcBef>
                <a:spcPts val="0"/>
              </a:spcBef>
              <a:buNone/>
              <a:defRPr sz="600">
                <a:solidFill>
                  <a:srgbClr val="797979"/>
                </a:solidFill>
              </a:defRPr>
            </a:lvl8pPr>
            <a:lvl9pPr marL="0" indent="0">
              <a:spcBef>
                <a:spcPts val="0"/>
              </a:spcBef>
              <a:buNone/>
              <a:defRPr sz="600">
                <a:solidFill>
                  <a:srgbClr val="797979"/>
                </a:solidFill>
              </a:defRPr>
            </a:lvl9pPr>
          </a:lstStyle>
          <a:p>
            <a:pPr lvl="0"/>
            <a:r>
              <a:t>*Footnote/source info goes here. </a:t>
            </a:r>
          </a:p>
        </p:txBody>
      </p:sp>
    </p:spTree>
    <p:extLst>
      <p:ext uri="{BB962C8B-B14F-4D97-AF65-F5344CB8AC3E}">
        <p14:creationId xmlns:p14="http://schemas.microsoft.com/office/powerpoint/2010/main" val="240941414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p:cSld name="Boxed Text Layouts">
    <p:bg>
      <p:bgRef idx="1001">
        <a:schemeClr val="bg1"/>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34D9152-4A2F-4ACE-9A46-E4916C90D64F}"/>
              </a:ext>
            </a:extLst>
          </p:cNvPr>
          <p:cNvSpPr txBox="1"/>
          <p:nvPr/>
        </p:nvSpPr>
        <p:spPr>
          <a:xfrm>
            <a:off x="609600" y="2773436"/>
            <a:ext cx="10972800" cy="1311128"/>
          </a:xfrm>
          <a:prstGeom prst="rect">
            <a:avLst/>
          </a:prstGeom>
          <a:noFill/>
        </p:spPr>
        <p:txBody>
          <a:bodyPr wrap="square" rtlCol="0">
            <a:spAutoFit/>
          </a:bodyPr>
          <a:lstStyle/>
          <a:p>
            <a:pPr algn="ctr">
              <a:lnSpc>
                <a:spcPct val="90000"/>
              </a:lnSpc>
            </a:pPr>
            <a:r>
              <a:rPr sz="8800">
                <a:solidFill>
                  <a:srgbClr val="FFFFFF"/>
                </a:solidFill>
              </a:rPr>
              <a:t>Boxed Text Layouts</a:t>
            </a:r>
          </a:p>
        </p:txBody>
      </p:sp>
    </p:spTree>
    <p:extLst>
      <p:ext uri="{BB962C8B-B14F-4D97-AF65-F5344CB8AC3E}">
        <p14:creationId xmlns:p14="http://schemas.microsoft.com/office/powerpoint/2010/main" val="2344131438"/>
      </p:ext>
    </p:extLst>
  </p:cSld>
  <p:clrMapOvr>
    <a:overrideClrMapping bg1="dk1" tx1="lt1" bg2="dk2" tx2="lt2" accent1="accent1" accent2="accent2" accent3="accent3" accent4="accent4" accent5="accent5" accent6="accent6" hlink="hlink" folHlink="folHlink"/>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2 Interlocking Text Column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74A9FBB-76DB-4F80-915D-6F321B85EC5D}"/>
              </a:ext>
            </a:extLst>
          </p:cNvPr>
          <p:cNvSpPr/>
          <p:nvPr/>
        </p:nvSpPr>
        <p:spPr>
          <a:xfrm>
            <a:off x="0" y="1130021"/>
            <a:ext cx="12192000" cy="5194579"/>
          </a:xfrm>
          <a:prstGeom prst="rect">
            <a:avLst/>
          </a:prstGeom>
          <a:solidFill>
            <a:srgbClr val="EBEBE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228600" tIns="182880" rIns="182880" rtlCol="0" anchor="t" anchorCtr="0"/>
          <a:lstStyle/>
          <a:p>
            <a:pPr>
              <a:lnSpc>
                <a:spcPct val="90000"/>
              </a:lnSpc>
            </a:pPr>
            <a:endParaRPr sz="2000">
              <a:solidFill>
                <a:schemeClr val="tx1"/>
              </a:solidFill>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0" name="Text Placeholder 13"/>
          <p:cNvSpPr>
            <a:spLocks noGrp="1"/>
          </p:cNvSpPr>
          <p:nvPr>
            <p:ph type="body" sz="quarter" idx="14" hasCustomPrompt="1"/>
          </p:nvPr>
        </p:nvSpPr>
        <p:spPr>
          <a:xfrm>
            <a:off x="609600" y="1714500"/>
            <a:ext cx="5355679" cy="553998"/>
          </a:xfrm>
          <a:solidFill>
            <a:schemeClr val="bg2"/>
          </a:solidFill>
        </p:spPr>
        <p:txBody>
          <a:bodyPr lIns="182880" tIns="137160" rIns="182880" bIns="137160" anchor="ctr">
            <a:sp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rPr lang="en-US" dirty="0"/>
              <a:t>Header text</a:t>
            </a:r>
          </a:p>
        </p:txBody>
      </p:sp>
      <p:sp>
        <p:nvSpPr>
          <p:cNvPr id="8" name="Text Placeholder 7"/>
          <p:cNvSpPr>
            <a:spLocks noGrp="1"/>
          </p:cNvSpPr>
          <p:nvPr>
            <p:ph type="body" sz="quarter" idx="49" hasCustomPrompt="1"/>
          </p:nvPr>
        </p:nvSpPr>
        <p:spPr>
          <a:xfrm>
            <a:off x="609600" y="2268498"/>
            <a:ext cx="5355679" cy="3484601"/>
          </a:xfrm>
          <a:solidFill>
            <a:srgbClr val="FFFFFF"/>
          </a:solidFill>
          <a:ln>
            <a:noFill/>
          </a:ln>
        </p:spPr>
        <p:txBody>
          <a:bodyPr lIns="182880" tIns="274320" rIns="182880" anchor="t" anchorCtr="0">
            <a:noAutofit/>
          </a:bodyPr>
          <a:lstStyle>
            <a:lvl1pPr marL="182880" indent="-182880">
              <a:defRPr sz="1600" b="0" i="0">
                <a:solidFill>
                  <a:srgbClr val="000000"/>
                </a:solidFill>
              </a:defRPr>
            </a:lvl1pPr>
            <a:lvl2pPr marL="463550" indent="-228600">
              <a:defRPr sz="1600" b="0" i="0">
                <a:solidFill>
                  <a:srgbClr val="000000"/>
                </a:solidFill>
              </a:defRPr>
            </a:lvl2pPr>
            <a:lvl3pPr marL="682625" indent="-182563">
              <a:defRPr sz="1600" b="0" i="0">
                <a:solidFill>
                  <a:srgbClr val="000000"/>
                </a:solidFill>
              </a:defRPr>
            </a:lvl3pPr>
            <a:lvl4pPr marL="1143000" indent="-182880">
              <a:defRPr sz="1600" b="0" i="0">
                <a:solidFill>
                  <a:srgbClr val="000000"/>
                </a:solidFill>
              </a:defRPr>
            </a:lvl4pPr>
            <a:lvl5pPr marL="1463040" indent="-182880">
              <a:defRPr sz="1600" b="0" i="0">
                <a:solidFill>
                  <a:srgbClr val="000000"/>
                </a:solidFill>
              </a:defRPr>
            </a:lvl5pPr>
          </a:lstStyle>
          <a:p>
            <a:pPr lvl="0"/>
            <a:r>
              <a:rPr dirty="0"/>
              <a:t>Click to add text</a:t>
            </a:r>
          </a:p>
          <a:p>
            <a:pPr lvl="1"/>
            <a:r>
              <a:rPr dirty="0"/>
              <a:t>Second level</a:t>
            </a:r>
          </a:p>
          <a:p>
            <a:pPr lvl="2"/>
            <a:r>
              <a:rPr dirty="0"/>
              <a:t>Third level</a:t>
            </a:r>
          </a:p>
          <a:p>
            <a:pPr lvl="3"/>
            <a:r>
              <a:rPr dirty="0"/>
              <a:t>Fourth level</a:t>
            </a:r>
          </a:p>
          <a:p>
            <a:pPr lvl="4"/>
            <a:r>
              <a:rPr dirty="0"/>
              <a:t>Fifth level</a:t>
            </a:r>
          </a:p>
        </p:txBody>
      </p:sp>
      <p:sp>
        <p:nvSpPr>
          <p:cNvPr id="31" name="Text Placeholder 13"/>
          <p:cNvSpPr>
            <a:spLocks noGrp="1"/>
          </p:cNvSpPr>
          <p:nvPr>
            <p:ph type="body" sz="quarter" idx="48" hasCustomPrompt="1"/>
          </p:nvPr>
        </p:nvSpPr>
        <p:spPr>
          <a:xfrm>
            <a:off x="6226720" y="1714500"/>
            <a:ext cx="5355681" cy="553998"/>
          </a:xfrm>
          <a:solidFill>
            <a:schemeClr val="bg2"/>
          </a:solidFill>
        </p:spPr>
        <p:txBody>
          <a:bodyPr lIns="182880" tIns="137160" rIns="182880" bIns="137160" anchor="ctr">
            <a:sp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rPr lang="en-US" dirty="0"/>
              <a:t>Header text</a:t>
            </a:r>
          </a:p>
        </p:txBody>
      </p:sp>
      <p:sp>
        <p:nvSpPr>
          <p:cNvPr id="35" name="Text Placeholder 7"/>
          <p:cNvSpPr>
            <a:spLocks noGrp="1"/>
          </p:cNvSpPr>
          <p:nvPr>
            <p:ph type="body" sz="quarter" idx="50" hasCustomPrompt="1"/>
          </p:nvPr>
        </p:nvSpPr>
        <p:spPr>
          <a:xfrm>
            <a:off x="6226720" y="2268498"/>
            <a:ext cx="5355681" cy="3484601"/>
          </a:xfrm>
          <a:solidFill>
            <a:srgbClr val="FFFFFF"/>
          </a:solidFill>
          <a:ln>
            <a:noFill/>
          </a:ln>
        </p:spPr>
        <p:txBody>
          <a:bodyPr lIns="182880" tIns="274320" rIns="182880" anchor="t" anchorCtr="0">
            <a:noAutofit/>
          </a:bodyPr>
          <a:lstStyle>
            <a:lvl1pPr marL="182880" indent="-182880">
              <a:defRPr sz="1600" b="0" i="0">
                <a:solidFill>
                  <a:srgbClr val="000000"/>
                </a:solidFill>
              </a:defRPr>
            </a:lvl1pPr>
            <a:lvl2pPr marL="463550" indent="-228600">
              <a:defRPr sz="1600" b="0" i="0">
                <a:solidFill>
                  <a:srgbClr val="000000"/>
                </a:solidFill>
              </a:defRPr>
            </a:lvl2pPr>
            <a:lvl3pPr marL="682625" indent="-182563">
              <a:defRPr sz="1600" b="0" i="0">
                <a:solidFill>
                  <a:srgbClr val="000000"/>
                </a:solidFill>
              </a:defRPr>
            </a:lvl3pPr>
            <a:lvl4pPr marL="1143000" indent="-182880">
              <a:defRPr sz="1600" b="0" i="0">
                <a:solidFill>
                  <a:srgbClr val="000000"/>
                </a:solidFill>
              </a:defRPr>
            </a:lvl4pPr>
            <a:lvl5pPr marL="1463040" indent="-182880">
              <a:defRPr sz="1600" b="0" i="0">
                <a:solidFill>
                  <a:srgbClr val="000000"/>
                </a:solidFill>
              </a:defRPr>
            </a:lvl5pPr>
          </a:lstStyle>
          <a:p>
            <a:pPr lvl="0"/>
            <a:r>
              <a:t>Click to add text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3627910393"/>
      </p:ext>
    </p:extLst>
  </p:cSld>
  <p:clrMapOvr>
    <a:masterClrMapping/>
  </p:clrMapOvr>
  <p:extLst>
    <p:ext uri="{DCECCB84-F9BA-43D5-87BE-67443E8EF086}">
      <p15:sldGuideLst xmlns:p15="http://schemas.microsoft.com/office/powerpoint/2012/main"/>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3 Interlocking Text Column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635E1FE-0BE3-4491-ABDE-9729AAEE37AB}"/>
              </a:ext>
            </a:extLst>
          </p:cNvPr>
          <p:cNvSpPr/>
          <p:nvPr/>
        </p:nvSpPr>
        <p:spPr>
          <a:xfrm>
            <a:off x="0" y="1130021"/>
            <a:ext cx="12192000" cy="5194579"/>
          </a:xfrm>
          <a:prstGeom prst="rect">
            <a:avLst/>
          </a:prstGeom>
          <a:solidFill>
            <a:srgbClr val="EAEAE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228600" tIns="182880" rIns="182880" rtlCol="0" anchor="t" anchorCtr="0"/>
          <a:lstStyle/>
          <a:p>
            <a:pPr>
              <a:lnSpc>
                <a:spcPct val="90000"/>
              </a:lnSpc>
            </a:pPr>
            <a:endParaRPr sz="2000">
              <a:solidFill>
                <a:schemeClr val="tx1"/>
              </a:solidFill>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41" name="Text Placeholder 13"/>
          <p:cNvSpPr>
            <a:spLocks noGrp="1"/>
          </p:cNvSpPr>
          <p:nvPr>
            <p:ph type="body" sz="quarter" idx="14" hasCustomPrompt="1"/>
          </p:nvPr>
        </p:nvSpPr>
        <p:spPr>
          <a:xfrm>
            <a:off x="609600" y="1714500"/>
            <a:ext cx="3483306" cy="553998"/>
          </a:xfrm>
          <a:solidFill>
            <a:schemeClr val="bg2"/>
          </a:solidFill>
        </p:spPr>
        <p:txBody>
          <a:bodyPr lIns="182880" tIns="137160" rIns="182880" bIns="137160" anchor="t" anchorCtr="0">
            <a:sp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rPr lang="en-US" dirty="0"/>
              <a:t>Header text</a:t>
            </a:r>
          </a:p>
        </p:txBody>
      </p:sp>
      <p:sp>
        <p:nvSpPr>
          <p:cNvPr id="36" name="Text Placeholder 7"/>
          <p:cNvSpPr>
            <a:spLocks noGrp="1"/>
          </p:cNvSpPr>
          <p:nvPr>
            <p:ph type="body" sz="quarter" idx="50" hasCustomPrompt="1"/>
          </p:nvPr>
        </p:nvSpPr>
        <p:spPr>
          <a:xfrm>
            <a:off x="609600" y="2268498"/>
            <a:ext cx="3483306" cy="3484601"/>
          </a:xfrm>
          <a:solidFill>
            <a:srgbClr val="FFFFFF"/>
          </a:solidFill>
          <a:ln>
            <a:noFill/>
          </a:ln>
        </p:spPr>
        <p:txBody>
          <a:bodyPr lIns="182880" tIns="274320" rIns="182880" anchor="t" anchorCtr="0">
            <a:noAutofit/>
          </a:bodyPr>
          <a:lstStyle>
            <a:lvl1pPr marL="182880" indent="-182880">
              <a:defRPr sz="1600" b="0" i="0">
                <a:solidFill>
                  <a:srgbClr val="000000"/>
                </a:solidFill>
              </a:defRPr>
            </a:lvl1pPr>
            <a:lvl2pPr marL="463550" indent="-228600">
              <a:defRPr sz="1600" b="0" i="0">
                <a:solidFill>
                  <a:srgbClr val="000000"/>
                </a:solidFill>
              </a:defRPr>
            </a:lvl2pPr>
            <a:lvl3pPr marL="682625" indent="-182563">
              <a:defRPr sz="1600" b="0" i="0">
                <a:solidFill>
                  <a:srgbClr val="000000"/>
                </a:solidFill>
              </a:defRPr>
            </a:lvl3pPr>
            <a:lvl4pPr marL="1143000" indent="-182880">
              <a:defRPr sz="1600" b="0" i="0">
                <a:solidFill>
                  <a:srgbClr val="000000"/>
                </a:solidFill>
              </a:defRPr>
            </a:lvl4pPr>
            <a:lvl5pPr marL="1463040" indent="-182880">
              <a:defRPr sz="1600" b="0" i="0">
                <a:solidFill>
                  <a:srgbClr val="000000"/>
                </a:solidFill>
              </a:defRPr>
            </a:lvl5pPr>
          </a:lstStyle>
          <a:p>
            <a:pPr lvl="0"/>
            <a:r>
              <a:rPr dirty="0"/>
              <a:t>Click to add text</a:t>
            </a:r>
          </a:p>
          <a:p>
            <a:pPr lvl="1"/>
            <a:r>
              <a:rPr dirty="0"/>
              <a:t>Second level</a:t>
            </a:r>
          </a:p>
          <a:p>
            <a:pPr lvl="2"/>
            <a:r>
              <a:rPr dirty="0"/>
              <a:t>Third level</a:t>
            </a:r>
          </a:p>
          <a:p>
            <a:pPr lvl="3"/>
            <a:r>
              <a:rPr dirty="0"/>
              <a:t>Fourth level</a:t>
            </a:r>
          </a:p>
          <a:p>
            <a:pPr lvl="4"/>
            <a:r>
              <a:rPr dirty="0"/>
              <a:t>Fifth level</a:t>
            </a:r>
          </a:p>
        </p:txBody>
      </p:sp>
      <p:sp>
        <p:nvSpPr>
          <p:cNvPr id="42" name="Text Placeholder 13"/>
          <p:cNvSpPr>
            <a:spLocks noGrp="1"/>
          </p:cNvSpPr>
          <p:nvPr>
            <p:ph type="body" sz="quarter" idx="53" hasCustomPrompt="1"/>
          </p:nvPr>
        </p:nvSpPr>
        <p:spPr>
          <a:xfrm>
            <a:off x="4354347" y="1714500"/>
            <a:ext cx="3483306" cy="553998"/>
          </a:xfrm>
          <a:solidFill>
            <a:schemeClr val="bg2"/>
          </a:solidFill>
        </p:spPr>
        <p:txBody>
          <a:bodyPr lIns="182880" tIns="137160" rIns="182880" bIns="137160" anchor="t" anchorCtr="0">
            <a:sp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rPr lang="en-US" dirty="0"/>
              <a:t>Header text</a:t>
            </a:r>
          </a:p>
        </p:txBody>
      </p:sp>
      <p:sp>
        <p:nvSpPr>
          <p:cNvPr id="39" name="Text Placeholder 7"/>
          <p:cNvSpPr>
            <a:spLocks noGrp="1"/>
          </p:cNvSpPr>
          <p:nvPr>
            <p:ph type="body" sz="quarter" idx="51" hasCustomPrompt="1"/>
          </p:nvPr>
        </p:nvSpPr>
        <p:spPr>
          <a:xfrm>
            <a:off x="4354347" y="2268498"/>
            <a:ext cx="3483306" cy="3484601"/>
          </a:xfrm>
          <a:solidFill>
            <a:srgbClr val="FFFFFF"/>
          </a:solidFill>
          <a:ln>
            <a:noFill/>
          </a:ln>
        </p:spPr>
        <p:txBody>
          <a:bodyPr lIns="182880" tIns="274320" rIns="182880" anchor="t" anchorCtr="0">
            <a:noAutofit/>
          </a:bodyPr>
          <a:lstStyle>
            <a:lvl1pPr marL="182880" indent="-182880">
              <a:defRPr sz="1600" b="0" i="0">
                <a:solidFill>
                  <a:srgbClr val="000000"/>
                </a:solidFill>
              </a:defRPr>
            </a:lvl1pPr>
            <a:lvl2pPr marL="463550" indent="-228600">
              <a:defRPr sz="1600" b="0" i="0">
                <a:solidFill>
                  <a:srgbClr val="000000"/>
                </a:solidFill>
              </a:defRPr>
            </a:lvl2pPr>
            <a:lvl3pPr marL="682625" indent="-182563">
              <a:defRPr sz="1600" b="0" i="0">
                <a:solidFill>
                  <a:srgbClr val="000000"/>
                </a:solidFill>
              </a:defRPr>
            </a:lvl3pPr>
            <a:lvl4pPr marL="1143000" indent="-182880">
              <a:defRPr sz="1600" b="0" i="0">
                <a:solidFill>
                  <a:srgbClr val="000000"/>
                </a:solidFill>
              </a:defRPr>
            </a:lvl4pPr>
            <a:lvl5pPr marL="1463040" indent="-182880">
              <a:defRPr sz="1600" b="0" i="0">
                <a:solidFill>
                  <a:srgbClr val="000000"/>
                </a:solidFill>
              </a:defRPr>
            </a:lvl5pPr>
          </a:lstStyle>
          <a:p>
            <a:pPr lvl="0"/>
            <a:r>
              <a:t>Click to add text</a:t>
            </a:r>
          </a:p>
          <a:p>
            <a:pPr lvl="1"/>
            <a:r>
              <a:t>Second level</a:t>
            </a:r>
          </a:p>
          <a:p>
            <a:pPr lvl="2"/>
            <a:r>
              <a:t>Third level</a:t>
            </a:r>
          </a:p>
          <a:p>
            <a:pPr lvl="3"/>
            <a:r>
              <a:t>Fourth level</a:t>
            </a:r>
          </a:p>
          <a:p>
            <a:pPr lvl="4"/>
            <a:r>
              <a:t>Fifth level</a:t>
            </a:r>
          </a:p>
        </p:txBody>
      </p:sp>
      <p:sp>
        <p:nvSpPr>
          <p:cNvPr id="44" name="Text Placeholder 13"/>
          <p:cNvSpPr>
            <a:spLocks noGrp="1"/>
          </p:cNvSpPr>
          <p:nvPr>
            <p:ph type="body" sz="quarter" idx="54" hasCustomPrompt="1"/>
          </p:nvPr>
        </p:nvSpPr>
        <p:spPr>
          <a:xfrm>
            <a:off x="8099094" y="1714500"/>
            <a:ext cx="3483306" cy="553998"/>
          </a:xfrm>
          <a:solidFill>
            <a:schemeClr val="bg2"/>
          </a:solidFill>
        </p:spPr>
        <p:txBody>
          <a:bodyPr lIns="182880" tIns="137160" rIns="182880" bIns="137160" anchor="t" anchorCtr="0">
            <a:sp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rPr lang="en-US" dirty="0"/>
              <a:t>Header text</a:t>
            </a:r>
          </a:p>
        </p:txBody>
      </p:sp>
      <p:sp>
        <p:nvSpPr>
          <p:cNvPr id="40" name="Text Placeholder 7"/>
          <p:cNvSpPr>
            <a:spLocks noGrp="1"/>
          </p:cNvSpPr>
          <p:nvPr>
            <p:ph type="body" sz="quarter" idx="52" hasCustomPrompt="1"/>
          </p:nvPr>
        </p:nvSpPr>
        <p:spPr>
          <a:xfrm>
            <a:off x="8099094" y="2268498"/>
            <a:ext cx="3483306" cy="3484601"/>
          </a:xfrm>
          <a:solidFill>
            <a:srgbClr val="FFFFFF"/>
          </a:solidFill>
          <a:ln>
            <a:noFill/>
          </a:ln>
        </p:spPr>
        <p:txBody>
          <a:bodyPr lIns="182880" tIns="274320" rIns="182880" anchor="t" anchorCtr="0">
            <a:noAutofit/>
          </a:bodyPr>
          <a:lstStyle>
            <a:lvl1pPr marL="182880" indent="-182880">
              <a:defRPr sz="1600" b="0" i="0">
                <a:solidFill>
                  <a:srgbClr val="000000"/>
                </a:solidFill>
              </a:defRPr>
            </a:lvl1pPr>
            <a:lvl2pPr marL="463550" indent="-228600">
              <a:defRPr sz="1600" b="0" i="0">
                <a:solidFill>
                  <a:srgbClr val="000000"/>
                </a:solidFill>
              </a:defRPr>
            </a:lvl2pPr>
            <a:lvl3pPr marL="682625" indent="-182563">
              <a:defRPr sz="1600" b="0" i="0">
                <a:solidFill>
                  <a:srgbClr val="000000"/>
                </a:solidFill>
              </a:defRPr>
            </a:lvl3pPr>
            <a:lvl4pPr marL="1143000" indent="-182880">
              <a:defRPr sz="1600" b="0" i="0">
                <a:solidFill>
                  <a:srgbClr val="000000"/>
                </a:solidFill>
              </a:defRPr>
            </a:lvl4pPr>
            <a:lvl5pPr marL="1463040" indent="-182880">
              <a:defRPr sz="1600" b="0" i="0">
                <a:solidFill>
                  <a:srgbClr val="000000"/>
                </a:solidFill>
              </a:defRPr>
            </a:lvl5pPr>
          </a:lstStyle>
          <a:p>
            <a:pPr lvl="0"/>
            <a:r>
              <a:rPr dirty="0"/>
              <a:t>Click to add text</a:t>
            </a:r>
          </a:p>
          <a:p>
            <a:pPr lvl="1"/>
            <a:r>
              <a:rPr dirty="0"/>
              <a:t>Second level</a:t>
            </a:r>
          </a:p>
          <a:p>
            <a:pPr lvl="2"/>
            <a:r>
              <a:rPr dirty="0"/>
              <a:t>Third level</a:t>
            </a:r>
          </a:p>
          <a:p>
            <a:pPr lvl="3"/>
            <a:r>
              <a:rPr dirty="0"/>
              <a:t>Fourth level</a:t>
            </a:r>
          </a:p>
          <a:p>
            <a:pPr lvl="4"/>
            <a:r>
              <a:rPr dirty="0"/>
              <a:t>Fifth level</a:t>
            </a:r>
          </a:p>
        </p:txBody>
      </p:sp>
    </p:spTree>
    <p:extLst>
      <p:ext uri="{BB962C8B-B14F-4D97-AF65-F5344CB8AC3E}">
        <p14:creationId xmlns:p14="http://schemas.microsoft.com/office/powerpoint/2010/main" val="3681288806"/>
      </p:ext>
    </p:extLst>
  </p:cSld>
  <p:clrMapOvr>
    <a:masterClrMapping/>
  </p:clrMapOvr>
  <p:extLst>
    <p:ext uri="{DCECCB84-F9BA-43D5-87BE-67443E8EF086}">
      <p15:sldGuideLst xmlns:p15="http://schemas.microsoft.com/office/powerpoint/2012/main"/>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4 Interlocking Text Column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0406130-1F7C-4610-B6F8-CFAD474A07CF}"/>
              </a:ext>
            </a:extLst>
          </p:cNvPr>
          <p:cNvSpPr/>
          <p:nvPr/>
        </p:nvSpPr>
        <p:spPr>
          <a:xfrm>
            <a:off x="0" y="1130021"/>
            <a:ext cx="12192000" cy="5194579"/>
          </a:xfrm>
          <a:prstGeom prst="rect">
            <a:avLst/>
          </a:prstGeom>
          <a:solidFill>
            <a:srgbClr val="EAEAE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228600" tIns="182880" rIns="182880" rtlCol="0" anchor="t" anchorCtr="0"/>
          <a:lstStyle/>
          <a:p>
            <a:pPr>
              <a:lnSpc>
                <a:spcPct val="90000"/>
              </a:lnSpc>
            </a:pPr>
            <a:endParaRPr sz="2000">
              <a:solidFill>
                <a:schemeClr val="tx1"/>
              </a:solidFill>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45" name="Text Placeholder 13"/>
          <p:cNvSpPr>
            <a:spLocks noGrp="1"/>
          </p:cNvSpPr>
          <p:nvPr>
            <p:ph type="body" sz="quarter" idx="53" hasCustomPrompt="1"/>
          </p:nvPr>
        </p:nvSpPr>
        <p:spPr>
          <a:xfrm>
            <a:off x="609599" y="1714500"/>
            <a:ext cx="2547119" cy="553998"/>
          </a:xfrm>
          <a:solidFill>
            <a:schemeClr val="bg2"/>
          </a:solidFill>
        </p:spPr>
        <p:txBody>
          <a:bodyPr lIns="182880" tIns="137160" rIns="182880" bIns="137160" anchor="ctr">
            <a:sp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rPr dirty="0"/>
              <a:t>Header </a:t>
            </a:r>
            <a:r>
              <a:rPr lang="en-US" dirty="0"/>
              <a:t>text</a:t>
            </a:r>
            <a:endParaRPr dirty="0"/>
          </a:p>
        </p:txBody>
      </p:sp>
      <p:sp>
        <p:nvSpPr>
          <p:cNvPr id="73" name="Text Placeholder 7"/>
          <p:cNvSpPr>
            <a:spLocks noGrp="1"/>
          </p:cNvSpPr>
          <p:nvPr>
            <p:ph type="body" sz="quarter" idx="50" hasCustomPrompt="1"/>
          </p:nvPr>
        </p:nvSpPr>
        <p:spPr bwMode="white">
          <a:xfrm>
            <a:off x="609599" y="2268498"/>
            <a:ext cx="2547119" cy="3484601"/>
          </a:xfrm>
          <a:solidFill>
            <a:srgbClr val="FFFFFF"/>
          </a:solidFill>
          <a:ln>
            <a:noFill/>
          </a:ln>
        </p:spPr>
        <p:txBody>
          <a:bodyPr lIns="182880" tIns="182880" rIns="182880" anchor="t" anchorCtr="0">
            <a:noAutofit/>
          </a:bodyPr>
          <a:lstStyle>
            <a:lvl1pPr marL="182880" indent="-182880">
              <a:defRPr sz="1600" b="0" i="0">
                <a:solidFill>
                  <a:srgbClr val="000000"/>
                </a:solidFill>
              </a:defRPr>
            </a:lvl1pPr>
            <a:lvl2pPr marL="463550" indent="-228600">
              <a:defRPr sz="1600" b="0" i="0">
                <a:solidFill>
                  <a:srgbClr val="000000"/>
                </a:solidFill>
              </a:defRPr>
            </a:lvl2pPr>
            <a:lvl3pPr marL="682625" indent="-182563">
              <a:defRPr sz="1600" b="0" i="0">
                <a:solidFill>
                  <a:srgbClr val="000000"/>
                </a:solidFill>
              </a:defRPr>
            </a:lvl3pPr>
            <a:lvl4pPr marL="1143000" indent="-182880">
              <a:defRPr sz="1100"/>
            </a:lvl4pPr>
            <a:lvl5pPr marL="1463040" indent="-182880">
              <a:defRPr sz="1100"/>
            </a:lvl5pPr>
          </a:lstStyle>
          <a:p>
            <a:pPr lvl="0"/>
            <a:r>
              <a:rPr dirty="0"/>
              <a:t>Click to add text</a:t>
            </a:r>
          </a:p>
          <a:p>
            <a:pPr lvl="1"/>
            <a:r>
              <a:rPr dirty="0"/>
              <a:t>Second level</a:t>
            </a:r>
          </a:p>
          <a:p>
            <a:pPr lvl="2"/>
            <a:r>
              <a:rPr dirty="0"/>
              <a:t>Third level</a:t>
            </a:r>
          </a:p>
        </p:txBody>
      </p:sp>
      <p:sp>
        <p:nvSpPr>
          <p:cNvPr id="75" name="Text Placeholder 13"/>
          <p:cNvSpPr>
            <a:spLocks noGrp="1"/>
          </p:cNvSpPr>
          <p:nvPr>
            <p:ph type="body" sz="quarter" idx="54" hasCustomPrompt="1"/>
          </p:nvPr>
        </p:nvSpPr>
        <p:spPr>
          <a:xfrm>
            <a:off x="3397188" y="1714500"/>
            <a:ext cx="2568091" cy="553998"/>
          </a:xfrm>
          <a:solidFill>
            <a:schemeClr val="bg2"/>
          </a:solidFill>
        </p:spPr>
        <p:txBody>
          <a:bodyPr lIns="182880" tIns="137160" rIns="182880" bIns="137160" anchor="ctr">
            <a:sp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rPr dirty="0"/>
              <a:t>Header </a:t>
            </a:r>
            <a:r>
              <a:rPr lang="en-US" dirty="0"/>
              <a:t>text</a:t>
            </a:r>
            <a:endParaRPr dirty="0"/>
          </a:p>
        </p:txBody>
      </p:sp>
      <p:sp>
        <p:nvSpPr>
          <p:cNvPr id="78" name="Text Placeholder 7"/>
          <p:cNvSpPr>
            <a:spLocks noGrp="1"/>
          </p:cNvSpPr>
          <p:nvPr>
            <p:ph type="body" sz="quarter" idx="57" hasCustomPrompt="1"/>
          </p:nvPr>
        </p:nvSpPr>
        <p:spPr bwMode="white">
          <a:xfrm>
            <a:off x="3397188" y="2268498"/>
            <a:ext cx="2568091" cy="3484601"/>
          </a:xfrm>
          <a:solidFill>
            <a:srgbClr val="FFFFFF"/>
          </a:solidFill>
          <a:ln>
            <a:noFill/>
          </a:ln>
        </p:spPr>
        <p:txBody>
          <a:bodyPr lIns="182880" tIns="182880" rIns="182880" anchor="t" anchorCtr="0">
            <a:noAutofit/>
          </a:bodyPr>
          <a:lstStyle>
            <a:lvl1pPr marL="182880" indent="-182880">
              <a:defRPr sz="1600" b="0" i="0">
                <a:solidFill>
                  <a:srgbClr val="000000"/>
                </a:solidFill>
              </a:defRPr>
            </a:lvl1pPr>
            <a:lvl2pPr marL="463550" indent="-228600">
              <a:defRPr sz="1600" b="0" i="0">
                <a:solidFill>
                  <a:srgbClr val="000000"/>
                </a:solidFill>
              </a:defRPr>
            </a:lvl2pPr>
            <a:lvl3pPr marL="682625" indent="-182563">
              <a:defRPr sz="1600" b="0" i="0">
                <a:solidFill>
                  <a:srgbClr val="000000"/>
                </a:solidFill>
              </a:defRPr>
            </a:lvl3pPr>
            <a:lvl4pPr marL="1143000" indent="-182880">
              <a:defRPr sz="1100"/>
            </a:lvl4pPr>
            <a:lvl5pPr marL="1463040" indent="-182880">
              <a:defRPr sz="1100"/>
            </a:lvl5pPr>
          </a:lstStyle>
          <a:p>
            <a:pPr lvl="0"/>
            <a:r>
              <a:t>Click to add text</a:t>
            </a:r>
          </a:p>
          <a:p>
            <a:pPr lvl="1"/>
            <a:r>
              <a:t>Second level</a:t>
            </a:r>
          </a:p>
          <a:p>
            <a:pPr lvl="2"/>
            <a:r>
              <a:t>Third level</a:t>
            </a:r>
          </a:p>
        </p:txBody>
      </p:sp>
      <p:sp>
        <p:nvSpPr>
          <p:cNvPr id="76" name="Text Placeholder 13"/>
          <p:cNvSpPr>
            <a:spLocks noGrp="1"/>
          </p:cNvSpPr>
          <p:nvPr>
            <p:ph type="body" sz="quarter" idx="55" hasCustomPrompt="1"/>
          </p:nvPr>
        </p:nvSpPr>
        <p:spPr>
          <a:xfrm>
            <a:off x="6226721" y="1714500"/>
            <a:ext cx="2547118" cy="553998"/>
          </a:xfrm>
          <a:solidFill>
            <a:schemeClr val="bg2"/>
          </a:solidFill>
        </p:spPr>
        <p:txBody>
          <a:bodyPr lIns="182880" tIns="137160" rIns="182880" bIns="137160" anchor="ctr">
            <a:sp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rPr dirty="0"/>
              <a:t>Header </a:t>
            </a:r>
            <a:r>
              <a:rPr lang="en-US" dirty="0"/>
              <a:t>text</a:t>
            </a:r>
            <a:endParaRPr dirty="0"/>
          </a:p>
        </p:txBody>
      </p:sp>
      <p:sp>
        <p:nvSpPr>
          <p:cNvPr id="79" name="Text Placeholder 7"/>
          <p:cNvSpPr>
            <a:spLocks noGrp="1"/>
          </p:cNvSpPr>
          <p:nvPr>
            <p:ph type="body" sz="quarter" idx="58" hasCustomPrompt="1"/>
          </p:nvPr>
        </p:nvSpPr>
        <p:spPr bwMode="white">
          <a:xfrm>
            <a:off x="6226721" y="2268498"/>
            <a:ext cx="2547118" cy="3484601"/>
          </a:xfrm>
          <a:solidFill>
            <a:srgbClr val="FFFFFF"/>
          </a:solidFill>
          <a:ln>
            <a:noFill/>
          </a:ln>
        </p:spPr>
        <p:txBody>
          <a:bodyPr lIns="182880" tIns="182880" rIns="182880" anchor="t" anchorCtr="0">
            <a:noAutofit/>
          </a:bodyPr>
          <a:lstStyle>
            <a:lvl1pPr marL="182880" indent="-182880">
              <a:defRPr sz="1600" b="0" i="0">
                <a:solidFill>
                  <a:srgbClr val="000000"/>
                </a:solidFill>
              </a:defRPr>
            </a:lvl1pPr>
            <a:lvl2pPr marL="463550" indent="-228600">
              <a:defRPr sz="1600" b="0" i="0">
                <a:solidFill>
                  <a:srgbClr val="000000"/>
                </a:solidFill>
              </a:defRPr>
            </a:lvl2pPr>
            <a:lvl3pPr marL="682625" indent="-182563">
              <a:defRPr sz="1600" b="0" i="0">
                <a:solidFill>
                  <a:srgbClr val="000000"/>
                </a:solidFill>
              </a:defRPr>
            </a:lvl3pPr>
            <a:lvl4pPr marL="1143000" indent="-182880">
              <a:defRPr sz="1100"/>
            </a:lvl4pPr>
            <a:lvl5pPr marL="1463040" indent="-182880">
              <a:defRPr sz="1100"/>
            </a:lvl5pPr>
          </a:lstStyle>
          <a:p>
            <a:pPr lvl="0"/>
            <a:r>
              <a:t>Click to add text</a:t>
            </a:r>
          </a:p>
          <a:p>
            <a:pPr lvl="1"/>
            <a:r>
              <a:t>Second level</a:t>
            </a:r>
          </a:p>
          <a:p>
            <a:pPr lvl="2"/>
            <a:r>
              <a:t>Third level</a:t>
            </a:r>
          </a:p>
        </p:txBody>
      </p:sp>
      <p:sp>
        <p:nvSpPr>
          <p:cNvPr id="81" name="Text Placeholder 13"/>
          <p:cNvSpPr>
            <a:spLocks noGrp="1"/>
          </p:cNvSpPr>
          <p:nvPr>
            <p:ph type="body" sz="quarter" idx="60" hasCustomPrompt="1"/>
          </p:nvPr>
        </p:nvSpPr>
        <p:spPr>
          <a:xfrm>
            <a:off x="9035281" y="1714500"/>
            <a:ext cx="2547119" cy="553998"/>
          </a:xfrm>
          <a:solidFill>
            <a:schemeClr val="bg2"/>
          </a:solidFill>
        </p:spPr>
        <p:txBody>
          <a:bodyPr lIns="182880" tIns="137160" rIns="182880" bIns="137160" anchor="ctr">
            <a:sp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rPr dirty="0"/>
              <a:t>Header </a:t>
            </a:r>
            <a:r>
              <a:rPr lang="en-US" dirty="0"/>
              <a:t>text</a:t>
            </a:r>
            <a:endParaRPr dirty="0"/>
          </a:p>
        </p:txBody>
      </p:sp>
      <p:sp>
        <p:nvSpPr>
          <p:cNvPr id="80" name="Text Placeholder 7"/>
          <p:cNvSpPr>
            <a:spLocks noGrp="1"/>
          </p:cNvSpPr>
          <p:nvPr>
            <p:ph type="body" sz="quarter" idx="59" hasCustomPrompt="1"/>
          </p:nvPr>
        </p:nvSpPr>
        <p:spPr bwMode="white">
          <a:xfrm>
            <a:off x="9035281" y="2268498"/>
            <a:ext cx="2547119" cy="3484601"/>
          </a:xfrm>
          <a:solidFill>
            <a:srgbClr val="FFFFFF"/>
          </a:solidFill>
          <a:ln>
            <a:noFill/>
          </a:ln>
        </p:spPr>
        <p:txBody>
          <a:bodyPr lIns="182880" tIns="182880" rIns="182880" anchor="t" anchorCtr="0">
            <a:noAutofit/>
          </a:bodyPr>
          <a:lstStyle>
            <a:lvl1pPr marL="182880" indent="-182880">
              <a:defRPr sz="1600" b="0" i="0">
                <a:solidFill>
                  <a:srgbClr val="000000"/>
                </a:solidFill>
              </a:defRPr>
            </a:lvl1pPr>
            <a:lvl2pPr marL="463550" indent="-228600">
              <a:defRPr sz="1600" b="0" i="0">
                <a:solidFill>
                  <a:srgbClr val="000000"/>
                </a:solidFill>
              </a:defRPr>
            </a:lvl2pPr>
            <a:lvl3pPr marL="682625" indent="-182563">
              <a:defRPr sz="1600" b="0" i="0">
                <a:solidFill>
                  <a:srgbClr val="000000"/>
                </a:solidFill>
              </a:defRPr>
            </a:lvl3pPr>
            <a:lvl4pPr marL="1143000" indent="-182880">
              <a:defRPr sz="1100"/>
            </a:lvl4pPr>
            <a:lvl5pPr marL="1463040" indent="-182880">
              <a:defRPr sz="1100"/>
            </a:lvl5pPr>
          </a:lstStyle>
          <a:p>
            <a:pPr lvl="0"/>
            <a:r>
              <a:t>Click to add text</a:t>
            </a:r>
          </a:p>
          <a:p>
            <a:pPr lvl="1"/>
            <a:r>
              <a:t>Second level</a:t>
            </a:r>
          </a:p>
          <a:p>
            <a:pPr lvl="2"/>
            <a:r>
              <a:t>Third level</a:t>
            </a:r>
          </a:p>
        </p:txBody>
      </p:sp>
    </p:spTree>
    <p:extLst>
      <p:ext uri="{BB962C8B-B14F-4D97-AF65-F5344CB8AC3E}">
        <p14:creationId xmlns:p14="http://schemas.microsoft.com/office/powerpoint/2010/main" val="1802720795"/>
      </p:ext>
    </p:extLst>
  </p:cSld>
  <p:clrMapOvr>
    <a:masterClrMapping/>
  </p:clrMapOvr>
  <p:extLst>
    <p:ext uri="{DCECCB84-F9BA-43D5-87BE-67443E8EF086}">
      <p15:sldGuideLst xmlns:p15="http://schemas.microsoft.com/office/powerpoint/2012/main"/>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3_4 Interlocking Text Column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0406130-1F7C-4610-B6F8-CFAD474A07CF}"/>
              </a:ext>
            </a:extLst>
          </p:cNvPr>
          <p:cNvSpPr/>
          <p:nvPr/>
        </p:nvSpPr>
        <p:spPr>
          <a:xfrm>
            <a:off x="0" y="1130021"/>
            <a:ext cx="12192000" cy="5194579"/>
          </a:xfrm>
          <a:prstGeom prst="rect">
            <a:avLst/>
          </a:prstGeom>
          <a:solidFill>
            <a:srgbClr val="EAEAE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228600" tIns="182880" rIns="182880" rtlCol="0" anchor="t" anchorCtr="0"/>
          <a:lstStyle/>
          <a:p>
            <a:pPr>
              <a:lnSpc>
                <a:spcPct val="90000"/>
              </a:lnSpc>
            </a:pPr>
            <a:endParaRPr sz="2000">
              <a:solidFill>
                <a:schemeClr val="tx1"/>
              </a:solidFill>
            </a:endParaRPr>
          </a:p>
        </p:txBody>
      </p:sp>
      <p:sp>
        <p:nvSpPr>
          <p:cNvPr id="2" name="Title 1"/>
          <p:cNvSpPr>
            <a:spLocks noGrp="1"/>
          </p:cNvSpPr>
          <p:nvPr>
            <p:ph type="title"/>
          </p:nvPr>
        </p:nvSpPr>
        <p:spPr/>
        <p:txBody>
          <a:bodyPr/>
          <a:lstStyle>
            <a:lvl1pPr>
              <a:defRPr b="0" i="0"/>
            </a:lvl1pPr>
          </a:lstStyle>
          <a:p>
            <a:r>
              <a:rPr lang="en-US"/>
              <a:t>Click to edit Master title style</a:t>
            </a:r>
            <a:endParaRPr dirty="0"/>
          </a:p>
        </p:txBody>
      </p:sp>
      <p:sp>
        <p:nvSpPr>
          <p:cNvPr id="73" name="Text Placeholder 7"/>
          <p:cNvSpPr>
            <a:spLocks noGrp="1"/>
          </p:cNvSpPr>
          <p:nvPr>
            <p:ph type="body" sz="quarter" idx="50" hasCustomPrompt="1"/>
          </p:nvPr>
        </p:nvSpPr>
        <p:spPr bwMode="white">
          <a:xfrm>
            <a:off x="609599" y="1714500"/>
            <a:ext cx="5355679" cy="4038600"/>
          </a:xfrm>
          <a:solidFill>
            <a:srgbClr val="FFFFFF"/>
          </a:solidFill>
          <a:ln>
            <a:noFill/>
          </a:ln>
          <a:effectLst>
            <a:outerShdw dist="38100" dir="5400000" algn="t" rotWithShape="0">
              <a:schemeClr val="tx2"/>
            </a:outerShdw>
          </a:effectLst>
        </p:spPr>
        <p:txBody>
          <a:bodyPr lIns="228600" tIns="274320" rIns="228600" anchor="t" anchorCtr="0">
            <a:noAutofit/>
          </a:bodyPr>
          <a:lstStyle>
            <a:lvl1pPr marL="0" indent="0">
              <a:spcAft>
                <a:spcPts val="1200"/>
              </a:spcAft>
              <a:buNone/>
              <a:defRPr sz="1800" b="0" i="0">
                <a:solidFill>
                  <a:srgbClr val="FF6600"/>
                </a:solidFill>
              </a:defRPr>
            </a:lvl1pPr>
            <a:lvl2pPr marL="177800" indent="-177800">
              <a:spcBef>
                <a:spcPts val="600"/>
              </a:spcBef>
              <a:defRPr sz="1400" b="0" i="0">
                <a:solidFill>
                  <a:srgbClr val="000000"/>
                </a:solidFill>
              </a:defRPr>
            </a:lvl2pPr>
            <a:lvl3pPr marL="342900" indent="-165100">
              <a:defRPr sz="1400" b="0" i="0">
                <a:solidFill>
                  <a:srgbClr val="000000"/>
                </a:solidFill>
              </a:defRPr>
            </a:lvl3pPr>
            <a:lvl4pPr marL="1143000" indent="-182880">
              <a:defRPr sz="1100"/>
            </a:lvl4pPr>
            <a:lvl5pPr marL="1463040" indent="-182880">
              <a:defRPr sz="1100"/>
            </a:lvl5pPr>
          </a:lstStyle>
          <a:p>
            <a:pPr lvl="0"/>
            <a:r>
              <a:rPr dirty="0"/>
              <a:t>Click to add text</a:t>
            </a:r>
          </a:p>
          <a:p>
            <a:pPr lvl="1"/>
            <a:r>
              <a:rPr lang="en-US" dirty="0"/>
              <a:t>Bulleted text</a:t>
            </a:r>
            <a:endParaRPr dirty="0"/>
          </a:p>
          <a:p>
            <a:pPr lvl="2"/>
            <a:r>
              <a:rPr dirty="0"/>
              <a:t>Third level</a:t>
            </a:r>
          </a:p>
        </p:txBody>
      </p:sp>
      <p:sp>
        <p:nvSpPr>
          <p:cNvPr id="3" name="Text Placeholder 7">
            <a:extLst>
              <a:ext uri="{FF2B5EF4-FFF2-40B4-BE49-F238E27FC236}">
                <a16:creationId xmlns:a16="http://schemas.microsoft.com/office/drawing/2014/main" id="{4A3C0D89-FF68-988D-2B9A-807BF12E8BE1}"/>
              </a:ext>
            </a:extLst>
          </p:cNvPr>
          <p:cNvSpPr>
            <a:spLocks noGrp="1"/>
          </p:cNvSpPr>
          <p:nvPr>
            <p:ph type="body" sz="quarter" idx="51" hasCustomPrompt="1"/>
          </p:nvPr>
        </p:nvSpPr>
        <p:spPr bwMode="white">
          <a:xfrm>
            <a:off x="6226721" y="1714500"/>
            <a:ext cx="5355679" cy="4038600"/>
          </a:xfrm>
          <a:solidFill>
            <a:srgbClr val="FFFFFF"/>
          </a:solidFill>
          <a:ln>
            <a:noFill/>
          </a:ln>
          <a:effectLst>
            <a:outerShdw dist="38100" dir="5400000" algn="t" rotWithShape="0">
              <a:schemeClr val="tx2"/>
            </a:outerShdw>
          </a:effectLst>
        </p:spPr>
        <p:txBody>
          <a:bodyPr lIns="228600" tIns="274320" rIns="228600" anchor="t" anchorCtr="0">
            <a:noAutofit/>
          </a:bodyPr>
          <a:lstStyle>
            <a:lvl1pPr marL="0" indent="0">
              <a:spcAft>
                <a:spcPts val="1200"/>
              </a:spcAft>
              <a:buNone/>
              <a:defRPr sz="1800" b="0" i="0">
                <a:solidFill>
                  <a:srgbClr val="FF6600"/>
                </a:solidFill>
              </a:defRPr>
            </a:lvl1pPr>
            <a:lvl2pPr marL="177800" indent="-177800">
              <a:spcBef>
                <a:spcPts val="600"/>
              </a:spcBef>
              <a:defRPr sz="1400" b="0" i="0">
                <a:solidFill>
                  <a:srgbClr val="000000"/>
                </a:solidFill>
              </a:defRPr>
            </a:lvl2pPr>
            <a:lvl3pPr marL="342900" indent="-165100">
              <a:defRPr sz="1400" b="0" i="0">
                <a:solidFill>
                  <a:srgbClr val="000000"/>
                </a:solidFill>
              </a:defRPr>
            </a:lvl3pPr>
            <a:lvl4pPr marL="1143000" indent="-182880">
              <a:defRPr sz="1100"/>
            </a:lvl4pPr>
            <a:lvl5pPr marL="1463040" indent="-182880">
              <a:defRPr sz="1100"/>
            </a:lvl5pPr>
          </a:lstStyle>
          <a:p>
            <a:pPr lvl="0"/>
            <a:r>
              <a:rPr dirty="0"/>
              <a:t>Click to add text</a:t>
            </a:r>
          </a:p>
          <a:p>
            <a:pPr lvl="1"/>
            <a:r>
              <a:rPr lang="en-US" dirty="0"/>
              <a:t>Bulleted text</a:t>
            </a:r>
            <a:endParaRPr dirty="0"/>
          </a:p>
          <a:p>
            <a:pPr lvl="2"/>
            <a:r>
              <a:rPr dirty="0"/>
              <a:t>Third level</a:t>
            </a:r>
          </a:p>
        </p:txBody>
      </p:sp>
    </p:spTree>
    <p:extLst>
      <p:ext uri="{BB962C8B-B14F-4D97-AF65-F5344CB8AC3E}">
        <p14:creationId xmlns:p14="http://schemas.microsoft.com/office/powerpoint/2010/main" val="4244448822"/>
      </p:ext>
    </p:extLst>
  </p:cSld>
  <p:clrMapOvr>
    <a:masterClrMapping/>
  </p:clrMapOvr>
  <p:extLst>
    <p:ext uri="{DCECCB84-F9BA-43D5-87BE-67443E8EF086}">
      <p15:sldGuideLst xmlns:p15="http://schemas.microsoft.com/office/powerpoint/2012/main"/>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2_4 Interlocking Text Column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0406130-1F7C-4610-B6F8-CFAD474A07CF}"/>
              </a:ext>
            </a:extLst>
          </p:cNvPr>
          <p:cNvSpPr/>
          <p:nvPr/>
        </p:nvSpPr>
        <p:spPr>
          <a:xfrm>
            <a:off x="0" y="1130021"/>
            <a:ext cx="12192000" cy="5194579"/>
          </a:xfrm>
          <a:prstGeom prst="rect">
            <a:avLst/>
          </a:prstGeom>
          <a:solidFill>
            <a:srgbClr val="EAEAE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228600" tIns="182880" rIns="182880" rtlCol="0" anchor="t" anchorCtr="0"/>
          <a:lstStyle/>
          <a:p>
            <a:pPr>
              <a:lnSpc>
                <a:spcPct val="90000"/>
              </a:lnSpc>
            </a:pPr>
            <a:endParaRPr sz="2000">
              <a:solidFill>
                <a:schemeClr val="tx1"/>
              </a:solidFill>
            </a:endParaRPr>
          </a:p>
        </p:txBody>
      </p:sp>
      <p:sp>
        <p:nvSpPr>
          <p:cNvPr id="2" name="Title 1"/>
          <p:cNvSpPr>
            <a:spLocks noGrp="1"/>
          </p:cNvSpPr>
          <p:nvPr>
            <p:ph type="title"/>
          </p:nvPr>
        </p:nvSpPr>
        <p:spPr/>
        <p:txBody>
          <a:bodyPr/>
          <a:lstStyle>
            <a:lvl1pPr>
              <a:defRPr b="0" i="0"/>
            </a:lvl1pPr>
          </a:lstStyle>
          <a:p>
            <a:r>
              <a:rPr lang="en-US"/>
              <a:t>Click to edit Master title style</a:t>
            </a:r>
            <a:endParaRPr dirty="0"/>
          </a:p>
        </p:txBody>
      </p:sp>
      <p:sp>
        <p:nvSpPr>
          <p:cNvPr id="73" name="Text Placeholder 7"/>
          <p:cNvSpPr>
            <a:spLocks noGrp="1"/>
          </p:cNvSpPr>
          <p:nvPr>
            <p:ph type="body" sz="quarter" idx="50" hasCustomPrompt="1"/>
          </p:nvPr>
        </p:nvSpPr>
        <p:spPr bwMode="white">
          <a:xfrm>
            <a:off x="609600" y="1714500"/>
            <a:ext cx="3483306" cy="4038600"/>
          </a:xfrm>
          <a:solidFill>
            <a:srgbClr val="FFFFFF"/>
          </a:solidFill>
          <a:ln>
            <a:noFill/>
          </a:ln>
          <a:effectLst>
            <a:outerShdw dist="38100" dir="5400000" algn="t" rotWithShape="0">
              <a:schemeClr val="tx2"/>
            </a:outerShdw>
          </a:effectLst>
        </p:spPr>
        <p:txBody>
          <a:bodyPr lIns="228600" tIns="274320" rIns="228600" anchor="t" anchorCtr="0">
            <a:noAutofit/>
          </a:bodyPr>
          <a:lstStyle>
            <a:lvl1pPr marL="0" indent="0">
              <a:spcAft>
                <a:spcPts val="1200"/>
              </a:spcAft>
              <a:buNone/>
              <a:defRPr sz="1800" b="0" i="0">
                <a:solidFill>
                  <a:srgbClr val="FF6600"/>
                </a:solidFill>
              </a:defRPr>
            </a:lvl1pPr>
            <a:lvl2pPr marL="177800" indent="-177800">
              <a:spcBef>
                <a:spcPts val="600"/>
              </a:spcBef>
              <a:defRPr sz="1600" b="0" i="0">
                <a:solidFill>
                  <a:srgbClr val="000000"/>
                </a:solidFill>
              </a:defRPr>
            </a:lvl2pPr>
            <a:lvl3pPr marL="342900" indent="-165100">
              <a:defRPr sz="1600" b="0" i="0">
                <a:solidFill>
                  <a:srgbClr val="000000"/>
                </a:solidFill>
              </a:defRPr>
            </a:lvl3pPr>
            <a:lvl4pPr marL="1143000" indent="-182880">
              <a:defRPr sz="1100"/>
            </a:lvl4pPr>
            <a:lvl5pPr marL="1463040" indent="-182880">
              <a:defRPr sz="1100"/>
            </a:lvl5pPr>
          </a:lstStyle>
          <a:p>
            <a:pPr lvl="0"/>
            <a:r>
              <a:rPr dirty="0"/>
              <a:t>Click to add text</a:t>
            </a:r>
          </a:p>
          <a:p>
            <a:pPr lvl="1"/>
            <a:r>
              <a:rPr lang="en-US" dirty="0"/>
              <a:t>Bulleted text</a:t>
            </a:r>
            <a:endParaRPr dirty="0"/>
          </a:p>
          <a:p>
            <a:pPr lvl="2"/>
            <a:r>
              <a:rPr dirty="0"/>
              <a:t>Third level</a:t>
            </a:r>
          </a:p>
        </p:txBody>
      </p:sp>
      <p:sp>
        <p:nvSpPr>
          <p:cNvPr id="3" name="Text Placeholder 7">
            <a:extLst>
              <a:ext uri="{FF2B5EF4-FFF2-40B4-BE49-F238E27FC236}">
                <a16:creationId xmlns:a16="http://schemas.microsoft.com/office/drawing/2014/main" id="{EA7E3BB6-56E7-BD54-461B-295C33572EAC}"/>
              </a:ext>
            </a:extLst>
          </p:cNvPr>
          <p:cNvSpPr>
            <a:spLocks noGrp="1"/>
          </p:cNvSpPr>
          <p:nvPr>
            <p:ph type="body" sz="quarter" idx="51" hasCustomPrompt="1"/>
          </p:nvPr>
        </p:nvSpPr>
        <p:spPr bwMode="white">
          <a:xfrm>
            <a:off x="4354347" y="1714500"/>
            <a:ext cx="3483306" cy="4038600"/>
          </a:xfrm>
          <a:solidFill>
            <a:srgbClr val="FFFFFF"/>
          </a:solidFill>
          <a:ln>
            <a:noFill/>
          </a:ln>
          <a:effectLst>
            <a:outerShdw dist="38100" dir="5400000" algn="t" rotWithShape="0">
              <a:schemeClr val="tx2"/>
            </a:outerShdw>
          </a:effectLst>
        </p:spPr>
        <p:txBody>
          <a:bodyPr lIns="228600" tIns="274320" rIns="228600" anchor="t" anchorCtr="0">
            <a:noAutofit/>
          </a:bodyPr>
          <a:lstStyle>
            <a:lvl1pPr marL="0" indent="0">
              <a:spcAft>
                <a:spcPts val="1200"/>
              </a:spcAft>
              <a:buNone/>
              <a:defRPr sz="1800" b="0" i="0">
                <a:solidFill>
                  <a:srgbClr val="FF6600"/>
                </a:solidFill>
              </a:defRPr>
            </a:lvl1pPr>
            <a:lvl2pPr marL="177800" indent="-177800">
              <a:spcBef>
                <a:spcPts val="600"/>
              </a:spcBef>
              <a:defRPr sz="1600" b="0" i="0">
                <a:solidFill>
                  <a:srgbClr val="000000"/>
                </a:solidFill>
              </a:defRPr>
            </a:lvl2pPr>
            <a:lvl3pPr marL="342900" indent="-165100">
              <a:defRPr sz="1600" b="0" i="0">
                <a:solidFill>
                  <a:srgbClr val="000000"/>
                </a:solidFill>
              </a:defRPr>
            </a:lvl3pPr>
            <a:lvl4pPr marL="1143000" indent="-182880">
              <a:defRPr sz="1100"/>
            </a:lvl4pPr>
            <a:lvl5pPr marL="1463040" indent="-182880">
              <a:defRPr sz="1100"/>
            </a:lvl5pPr>
          </a:lstStyle>
          <a:p>
            <a:pPr lvl="0"/>
            <a:r>
              <a:rPr dirty="0"/>
              <a:t>Click to add text</a:t>
            </a:r>
          </a:p>
          <a:p>
            <a:pPr lvl="1"/>
            <a:r>
              <a:rPr lang="en-US" dirty="0"/>
              <a:t>Bulleted text</a:t>
            </a:r>
            <a:endParaRPr dirty="0"/>
          </a:p>
          <a:p>
            <a:pPr lvl="2"/>
            <a:r>
              <a:rPr dirty="0"/>
              <a:t>Third level</a:t>
            </a:r>
          </a:p>
        </p:txBody>
      </p:sp>
      <p:sp>
        <p:nvSpPr>
          <p:cNvPr id="4" name="Text Placeholder 7">
            <a:extLst>
              <a:ext uri="{FF2B5EF4-FFF2-40B4-BE49-F238E27FC236}">
                <a16:creationId xmlns:a16="http://schemas.microsoft.com/office/drawing/2014/main" id="{539DCB74-3452-4F98-7DEE-0EA00029CE7C}"/>
              </a:ext>
            </a:extLst>
          </p:cNvPr>
          <p:cNvSpPr>
            <a:spLocks noGrp="1"/>
          </p:cNvSpPr>
          <p:nvPr>
            <p:ph type="body" sz="quarter" idx="52" hasCustomPrompt="1"/>
          </p:nvPr>
        </p:nvSpPr>
        <p:spPr bwMode="white">
          <a:xfrm>
            <a:off x="8099094" y="1714500"/>
            <a:ext cx="3483306" cy="4038600"/>
          </a:xfrm>
          <a:solidFill>
            <a:srgbClr val="FFFFFF"/>
          </a:solidFill>
          <a:ln>
            <a:noFill/>
          </a:ln>
          <a:effectLst>
            <a:outerShdw dist="38100" dir="5400000" algn="t" rotWithShape="0">
              <a:schemeClr val="tx2"/>
            </a:outerShdw>
          </a:effectLst>
        </p:spPr>
        <p:txBody>
          <a:bodyPr lIns="228600" tIns="274320" rIns="228600" anchor="t" anchorCtr="0">
            <a:noAutofit/>
          </a:bodyPr>
          <a:lstStyle>
            <a:lvl1pPr marL="0" indent="0">
              <a:spcAft>
                <a:spcPts val="1200"/>
              </a:spcAft>
              <a:buNone/>
              <a:defRPr sz="1800" b="0" i="0">
                <a:solidFill>
                  <a:srgbClr val="FF6600"/>
                </a:solidFill>
              </a:defRPr>
            </a:lvl1pPr>
            <a:lvl2pPr marL="177800" indent="-177800">
              <a:spcBef>
                <a:spcPts val="600"/>
              </a:spcBef>
              <a:defRPr sz="1600" b="0" i="0">
                <a:solidFill>
                  <a:srgbClr val="000000"/>
                </a:solidFill>
              </a:defRPr>
            </a:lvl2pPr>
            <a:lvl3pPr marL="342900" indent="-165100">
              <a:defRPr sz="1600" b="0" i="0">
                <a:solidFill>
                  <a:srgbClr val="000000"/>
                </a:solidFill>
              </a:defRPr>
            </a:lvl3pPr>
            <a:lvl4pPr marL="1143000" indent="-182880">
              <a:defRPr sz="1100"/>
            </a:lvl4pPr>
            <a:lvl5pPr marL="1463040" indent="-182880">
              <a:defRPr sz="1100"/>
            </a:lvl5pPr>
          </a:lstStyle>
          <a:p>
            <a:pPr lvl="0"/>
            <a:r>
              <a:rPr dirty="0"/>
              <a:t>Click to add text</a:t>
            </a:r>
          </a:p>
          <a:p>
            <a:pPr lvl="1"/>
            <a:r>
              <a:rPr lang="en-US" dirty="0"/>
              <a:t>Bulleted text</a:t>
            </a:r>
            <a:endParaRPr dirty="0"/>
          </a:p>
          <a:p>
            <a:pPr lvl="2"/>
            <a:r>
              <a:rPr dirty="0"/>
              <a:t>Third level</a:t>
            </a:r>
          </a:p>
        </p:txBody>
      </p:sp>
    </p:spTree>
    <p:extLst>
      <p:ext uri="{BB962C8B-B14F-4D97-AF65-F5344CB8AC3E}">
        <p14:creationId xmlns:p14="http://schemas.microsoft.com/office/powerpoint/2010/main" val="2507758353"/>
      </p:ext>
    </p:extLst>
  </p:cSld>
  <p:clrMapOvr>
    <a:masterClrMapping/>
  </p:clrMapOvr>
  <p:extLst>
    <p:ext uri="{DCECCB84-F9BA-43D5-87BE-67443E8EF086}">
      <p15:sldGuideLst xmlns:p15="http://schemas.microsoft.com/office/powerpoint/2012/main"/>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1_4 Interlocking Text Column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0406130-1F7C-4610-B6F8-CFAD474A07CF}"/>
              </a:ext>
            </a:extLst>
          </p:cNvPr>
          <p:cNvSpPr/>
          <p:nvPr/>
        </p:nvSpPr>
        <p:spPr>
          <a:xfrm>
            <a:off x="0" y="1130021"/>
            <a:ext cx="12192000" cy="5194579"/>
          </a:xfrm>
          <a:prstGeom prst="rect">
            <a:avLst/>
          </a:prstGeom>
          <a:solidFill>
            <a:srgbClr val="EAEAE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228600" tIns="182880" rIns="182880" rtlCol="0" anchor="t" anchorCtr="0"/>
          <a:lstStyle/>
          <a:p>
            <a:pPr>
              <a:lnSpc>
                <a:spcPct val="90000"/>
              </a:lnSpc>
            </a:pPr>
            <a:endParaRPr sz="2000">
              <a:solidFill>
                <a:schemeClr val="tx1"/>
              </a:solidFill>
            </a:endParaRPr>
          </a:p>
        </p:txBody>
      </p:sp>
      <p:sp>
        <p:nvSpPr>
          <p:cNvPr id="2" name="Title 1"/>
          <p:cNvSpPr>
            <a:spLocks noGrp="1"/>
          </p:cNvSpPr>
          <p:nvPr>
            <p:ph type="title"/>
          </p:nvPr>
        </p:nvSpPr>
        <p:spPr/>
        <p:txBody>
          <a:bodyPr/>
          <a:lstStyle>
            <a:lvl1pPr>
              <a:defRPr b="0" i="0"/>
            </a:lvl1pPr>
          </a:lstStyle>
          <a:p>
            <a:r>
              <a:rPr lang="en-US"/>
              <a:t>Click to edit Master title style</a:t>
            </a:r>
            <a:endParaRPr dirty="0"/>
          </a:p>
        </p:txBody>
      </p:sp>
      <p:sp>
        <p:nvSpPr>
          <p:cNvPr id="73" name="Text Placeholder 7"/>
          <p:cNvSpPr>
            <a:spLocks noGrp="1"/>
          </p:cNvSpPr>
          <p:nvPr>
            <p:ph type="body" sz="quarter" idx="50" hasCustomPrompt="1"/>
          </p:nvPr>
        </p:nvSpPr>
        <p:spPr bwMode="white">
          <a:xfrm>
            <a:off x="609600" y="1714500"/>
            <a:ext cx="2515660" cy="4038600"/>
          </a:xfrm>
          <a:solidFill>
            <a:srgbClr val="FFFFFF"/>
          </a:solidFill>
          <a:ln>
            <a:noFill/>
          </a:ln>
          <a:effectLst>
            <a:outerShdw dist="38100" dir="5400000" algn="t" rotWithShape="0">
              <a:schemeClr val="tx2"/>
            </a:outerShdw>
          </a:effectLst>
        </p:spPr>
        <p:txBody>
          <a:bodyPr lIns="228600" tIns="274320" rIns="228600" anchor="t" anchorCtr="0">
            <a:noAutofit/>
          </a:bodyPr>
          <a:lstStyle>
            <a:lvl1pPr marL="0" indent="0">
              <a:spcAft>
                <a:spcPts val="1200"/>
              </a:spcAft>
              <a:buNone/>
              <a:defRPr sz="1800" b="0" i="0">
                <a:solidFill>
                  <a:srgbClr val="FF6600"/>
                </a:solidFill>
              </a:defRPr>
            </a:lvl1pPr>
            <a:lvl2pPr marL="177800" indent="-177800">
              <a:spcBef>
                <a:spcPts val="600"/>
              </a:spcBef>
              <a:defRPr sz="1600" b="0" i="0">
                <a:solidFill>
                  <a:srgbClr val="000000"/>
                </a:solidFill>
              </a:defRPr>
            </a:lvl2pPr>
            <a:lvl3pPr marL="342900" indent="-165100">
              <a:defRPr sz="1600" b="0" i="0">
                <a:solidFill>
                  <a:srgbClr val="000000"/>
                </a:solidFill>
              </a:defRPr>
            </a:lvl3pPr>
            <a:lvl4pPr marL="1143000" indent="-182880">
              <a:defRPr sz="1100"/>
            </a:lvl4pPr>
            <a:lvl5pPr marL="1463040" indent="-182880">
              <a:defRPr sz="1100"/>
            </a:lvl5pPr>
          </a:lstStyle>
          <a:p>
            <a:pPr lvl="0"/>
            <a:r>
              <a:rPr dirty="0"/>
              <a:t>Click to add text</a:t>
            </a:r>
          </a:p>
          <a:p>
            <a:pPr lvl="1"/>
            <a:r>
              <a:rPr lang="en-US" dirty="0"/>
              <a:t>Bulleted text</a:t>
            </a:r>
            <a:endParaRPr dirty="0"/>
          </a:p>
          <a:p>
            <a:pPr lvl="2"/>
            <a:r>
              <a:rPr dirty="0"/>
              <a:t>Third level</a:t>
            </a:r>
          </a:p>
        </p:txBody>
      </p:sp>
      <p:sp>
        <p:nvSpPr>
          <p:cNvPr id="3" name="Text Placeholder 7">
            <a:extLst>
              <a:ext uri="{FF2B5EF4-FFF2-40B4-BE49-F238E27FC236}">
                <a16:creationId xmlns:a16="http://schemas.microsoft.com/office/drawing/2014/main" id="{C1333B91-3224-0A61-3CCF-44FD884AB3D1}"/>
              </a:ext>
            </a:extLst>
          </p:cNvPr>
          <p:cNvSpPr>
            <a:spLocks noGrp="1"/>
          </p:cNvSpPr>
          <p:nvPr>
            <p:ph type="body" sz="quarter" idx="51" hasCustomPrompt="1"/>
          </p:nvPr>
        </p:nvSpPr>
        <p:spPr bwMode="white">
          <a:xfrm>
            <a:off x="3428647" y="1714500"/>
            <a:ext cx="2515660" cy="4038600"/>
          </a:xfrm>
          <a:solidFill>
            <a:srgbClr val="FFFFFF"/>
          </a:solidFill>
          <a:ln>
            <a:noFill/>
          </a:ln>
          <a:effectLst>
            <a:outerShdw dist="38100" dir="5400000" algn="t" rotWithShape="0">
              <a:schemeClr val="tx2"/>
            </a:outerShdw>
          </a:effectLst>
        </p:spPr>
        <p:txBody>
          <a:bodyPr lIns="228600" tIns="274320" rIns="228600" anchor="t" anchorCtr="0">
            <a:noAutofit/>
          </a:bodyPr>
          <a:lstStyle>
            <a:lvl1pPr marL="0" indent="0">
              <a:spcAft>
                <a:spcPts val="1200"/>
              </a:spcAft>
              <a:buNone/>
              <a:defRPr sz="1800" b="0" i="0">
                <a:solidFill>
                  <a:srgbClr val="FF6600"/>
                </a:solidFill>
              </a:defRPr>
            </a:lvl1pPr>
            <a:lvl2pPr marL="177800" indent="-177800">
              <a:spcBef>
                <a:spcPts val="600"/>
              </a:spcBef>
              <a:defRPr sz="1600" b="0" i="0">
                <a:solidFill>
                  <a:srgbClr val="000000"/>
                </a:solidFill>
              </a:defRPr>
            </a:lvl2pPr>
            <a:lvl3pPr marL="342900" indent="-165100">
              <a:defRPr sz="1600" b="0" i="0">
                <a:solidFill>
                  <a:srgbClr val="000000"/>
                </a:solidFill>
              </a:defRPr>
            </a:lvl3pPr>
            <a:lvl4pPr marL="1143000" indent="-182880">
              <a:defRPr sz="1100"/>
            </a:lvl4pPr>
            <a:lvl5pPr marL="1463040" indent="-182880">
              <a:defRPr sz="1100"/>
            </a:lvl5pPr>
          </a:lstStyle>
          <a:p>
            <a:pPr lvl="0"/>
            <a:r>
              <a:rPr dirty="0"/>
              <a:t>Click to add text</a:t>
            </a:r>
          </a:p>
          <a:p>
            <a:pPr lvl="1"/>
            <a:r>
              <a:rPr lang="en-US" dirty="0"/>
              <a:t>Bulleted text</a:t>
            </a:r>
            <a:endParaRPr dirty="0"/>
          </a:p>
          <a:p>
            <a:pPr lvl="2"/>
            <a:r>
              <a:rPr dirty="0"/>
              <a:t>Third level</a:t>
            </a:r>
          </a:p>
        </p:txBody>
      </p:sp>
      <p:sp>
        <p:nvSpPr>
          <p:cNvPr id="4" name="Text Placeholder 7">
            <a:extLst>
              <a:ext uri="{FF2B5EF4-FFF2-40B4-BE49-F238E27FC236}">
                <a16:creationId xmlns:a16="http://schemas.microsoft.com/office/drawing/2014/main" id="{82EC86C7-459F-8A92-8B20-4553E6F786E4}"/>
              </a:ext>
            </a:extLst>
          </p:cNvPr>
          <p:cNvSpPr>
            <a:spLocks noGrp="1"/>
          </p:cNvSpPr>
          <p:nvPr>
            <p:ph type="body" sz="quarter" idx="52" hasCustomPrompt="1"/>
          </p:nvPr>
        </p:nvSpPr>
        <p:spPr bwMode="white">
          <a:xfrm>
            <a:off x="6247694" y="1714500"/>
            <a:ext cx="2515660" cy="4038600"/>
          </a:xfrm>
          <a:solidFill>
            <a:srgbClr val="FFFFFF"/>
          </a:solidFill>
          <a:ln>
            <a:noFill/>
          </a:ln>
          <a:effectLst>
            <a:outerShdw dist="38100" dir="5400000" algn="t" rotWithShape="0">
              <a:schemeClr val="tx2"/>
            </a:outerShdw>
          </a:effectLst>
        </p:spPr>
        <p:txBody>
          <a:bodyPr lIns="228600" tIns="274320" rIns="228600" anchor="t" anchorCtr="0">
            <a:noAutofit/>
          </a:bodyPr>
          <a:lstStyle>
            <a:lvl1pPr marL="0" indent="0">
              <a:spcAft>
                <a:spcPts val="1200"/>
              </a:spcAft>
              <a:buNone/>
              <a:defRPr sz="1800" b="0" i="0">
                <a:solidFill>
                  <a:srgbClr val="FF6600"/>
                </a:solidFill>
              </a:defRPr>
            </a:lvl1pPr>
            <a:lvl2pPr marL="177800" indent="-177800">
              <a:spcBef>
                <a:spcPts val="600"/>
              </a:spcBef>
              <a:defRPr sz="1600" b="0" i="0">
                <a:solidFill>
                  <a:srgbClr val="000000"/>
                </a:solidFill>
              </a:defRPr>
            </a:lvl2pPr>
            <a:lvl3pPr marL="342900" indent="-165100">
              <a:defRPr sz="1600" b="0" i="0">
                <a:solidFill>
                  <a:srgbClr val="000000"/>
                </a:solidFill>
              </a:defRPr>
            </a:lvl3pPr>
            <a:lvl4pPr marL="1143000" indent="-182880">
              <a:defRPr sz="1100"/>
            </a:lvl4pPr>
            <a:lvl5pPr marL="1463040" indent="-182880">
              <a:defRPr sz="1100"/>
            </a:lvl5pPr>
          </a:lstStyle>
          <a:p>
            <a:pPr lvl="0"/>
            <a:r>
              <a:rPr dirty="0"/>
              <a:t>Click to add text</a:t>
            </a:r>
          </a:p>
          <a:p>
            <a:pPr lvl="1"/>
            <a:r>
              <a:rPr lang="en-US" dirty="0"/>
              <a:t>Bulleted text</a:t>
            </a:r>
            <a:endParaRPr dirty="0"/>
          </a:p>
          <a:p>
            <a:pPr lvl="2"/>
            <a:r>
              <a:rPr dirty="0"/>
              <a:t>Third level</a:t>
            </a:r>
          </a:p>
        </p:txBody>
      </p:sp>
      <p:sp>
        <p:nvSpPr>
          <p:cNvPr id="5" name="Text Placeholder 7">
            <a:extLst>
              <a:ext uri="{FF2B5EF4-FFF2-40B4-BE49-F238E27FC236}">
                <a16:creationId xmlns:a16="http://schemas.microsoft.com/office/drawing/2014/main" id="{58FB8842-F58B-397D-95C1-7BFC897A8DE5}"/>
              </a:ext>
            </a:extLst>
          </p:cNvPr>
          <p:cNvSpPr>
            <a:spLocks noGrp="1"/>
          </p:cNvSpPr>
          <p:nvPr>
            <p:ph type="body" sz="quarter" idx="53" hasCustomPrompt="1"/>
          </p:nvPr>
        </p:nvSpPr>
        <p:spPr bwMode="white">
          <a:xfrm>
            <a:off x="9066740" y="1714500"/>
            <a:ext cx="2515660" cy="4038600"/>
          </a:xfrm>
          <a:solidFill>
            <a:srgbClr val="FFFFFF"/>
          </a:solidFill>
          <a:ln>
            <a:noFill/>
          </a:ln>
          <a:effectLst>
            <a:outerShdw dist="38100" dir="5400000" algn="t" rotWithShape="0">
              <a:schemeClr val="tx2"/>
            </a:outerShdw>
          </a:effectLst>
        </p:spPr>
        <p:txBody>
          <a:bodyPr lIns="228600" tIns="274320" rIns="228600" anchor="t" anchorCtr="0">
            <a:noAutofit/>
          </a:bodyPr>
          <a:lstStyle>
            <a:lvl1pPr marL="0" indent="0">
              <a:spcAft>
                <a:spcPts val="1200"/>
              </a:spcAft>
              <a:buNone/>
              <a:defRPr sz="1800" b="0" i="0">
                <a:solidFill>
                  <a:srgbClr val="FF6600"/>
                </a:solidFill>
              </a:defRPr>
            </a:lvl1pPr>
            <a:lvl2pPr marL="177800" indent="-177800">
              <a:spcBef>
                <a:spcPts val="600"/>
              </a:spcBef>
              <a:defRPr sz="1600" b="0" i="0">
                <a:solidFill>
                  <a:srgbClr val="000000"/>
                </a:solidFill>
              </a:defRPr>
            </a:lvl2pPr>
            <a:lvl3pPr marL="342900" indent="-165100">
              <a:defRPr sz="1600" b="0" i="0">
                <a:solidFill>
                  <a:srgbClr val="000000"/>
                </a:solidFill>
              </a:defRPr>
            </a:lvl3pPr>
            <a:lvl4pPr marL="1143000" indent="-182880">
              <a:defRPr sz="1100"/>
            </a:lvl4pPr>
            <a:lvl5pPr marL="1463040" indent="-182880">
              <a:defRPr sz="1100"/>
            </a:lvl5pPr>
          </a:lstStyle>
          <a:p>
            <a:pPr lvl="0"/>
            <a:r>
              <a:rPr dirty="0"/>
              <a:t>Click to add text</a:t>
            </a:r>
          </a:p>
          <a:p>
            <a:pPr lvl="1"/>
            <a:r>
              <a:rPr lang="en-US" dirty="0"/>
              <a:t>Bulleted text</a:t>
            </a:r>
            <a:endParaRPr dirty="0"/>
          </a:p>
          <a:p>
            <a:pPr lvl="2"/>
            <a:r>
              <a:rPr dirty="0"/>
              <a:t>Third level</a:t>
            </a:r>
          </a:p>
        </p:txBody>
      </p:sp>
    </p:spTree>
    <p:extLst>
      <p:ext uri="{BB962C8B-B14F-4D97-AF65-F5344CB8AC3E}">
        <p14:creationId xmlns:p14="http://schemas.microsoft.com/office/powerpoint/2010/main" val="3368346714"/>
      </p:ext>
    </p:extLst>
  </p:cSld>
  <p:clrMapOvr>
    <a:masterClrMapping/>
  </p:clrMapOvr>
  <p:extLst>
    <p:ext uri="{DCECCB84-F9BA-43D5-87BE-67443E8EF086}">
      <p15:sldGuideLst xmlns:p15="http://schemas.microsoft.com/office/powerpoint/2012/main"/>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3 White Text Boxes">
    <p:spTree>
      <p:nvGrpSpPr>
        <p:cNvPr id="1" name=""/>
        <p:cNvGrpSpPr/>
        <p:nvPr/>
      </p:nvGrpSpPr>
      <p:grpSpPr>
        <a:xfrm>
          <a:off x="0" y="0"/>
          <a:ext cx="0" cy="0"/>
          <a:chOff x="0" y="0"/>
          <a:chExt cx="0" cy="0"/>
        </a:xfrm>
      </p:grpSpPr>
      <p:sp>
        <p:nvSpPr>
          <p:cNvPr id="42" name="Rectangle 41"/>
          <p:cNvSpPr/>
          <p:nvPr/>
        </p:nvSpPr>
        <p:spPr>
          <a:xfrm>
            <a:off x="0" y="1130021"/>
            <a:ext cx="12192000" cy="519457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cxnSp>
        <p:nvCxnSpPr>
          <p:cNvPr id="30" name="Straight Connector 29"/>
          <p:cNvCxnSpPr>
            <a:cxnSpLocks/>
          </p:cNvCxnSpPr>
          <p:nvPr/>
        </p:nvCxnSpPr>
        <p:spPr bwMode="gray">
          <a:xfrm flipV="1">
            <a:off x="1" y="1140744"/>
            <a:ext cx="10596887" cy="410524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a:cxnSpLocks/>
          </p:cNvCxnSpPr>
          <p:nvPr/>
        </p:nvCxnSpPr>
        <p:spPr bwMode="gray">
          <a:xfrm flipV="1">
            <a:off x="0" y="1140744"/>
            <a:ext cx="10870467" cy="5069655"/>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gray">
          <a:xfrm flipV="1">
            <a:off x="1873192" y="1140743"/>
            <a:ext cx="9282752"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gray">
          <a:xfrm flipV="1">
            <a:off x="3788265" y="1140743"/>
            <a:ext cx="7605575"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gray">
          <a:xfrm flipV="1">
            <a:off x="5798495" y="1140743"/>
            <a:ext cx="5821349"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gray">
          <a:xfrm flipV="1">
            <a:off x="7939569" y="1140743"/>
            <a:ext cx="3882489"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gray">
          <a:xfrm flipV="1">
            <a:off x="9997380" y="1140743"/>
            <a:ext cx="1985256"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gray">
          <a:xfrm flipV="1">
            <a:off x="11893428" y="1140743"/>
            <a:ext cx="226001"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10" name="Text Placeholder 13"/>
          <p:cNvSpPr>
            <a:spLocks noGrp="1"/>
          </p:cNvSpPr>
          <p:nvPr>
            <p:ph type="body" sz="quarter" idx="16" hasCustomPrompt="1"/>
          </p:nvPr>
        </p:nvSpPr>
        <p:spPr>
          <a:xfrm>
            <a:off x="609601" y="2644879"/>
            <a:ext cx="3483306" cy="1578964"/>
          </a:xfrm>
          <a:solidFill>
            <a:srgbClr val="FFFFFF"/>
          </a:solidFill>
          <a:ln>
            <a:noFill/>
          </a:ln>
          <a:effectLst>
            <a:outerShdw dist="38100" dir="5400000" algn="t" rotWithShape="0">
              <a:schemeClr val="tx2"/>
            </a:outerShdw>
          </a:effectLst>
        </p:spPr>
        <p:txBody>
          <a:bodyPr lIns="182880" tIns="182880" rIns="182880" bIns="182880">
            <a:noAutofit/>
          </a:bodyPr>
          <a:lstStyle>
            <a:lvl1pPr marL="0" indent="0" algn="l">
              <a:lnSpc>
                <a:spcPct val="100000"/>
              </a:lnSpc>
              <a:spcBef>
                <a:spcPts val="0"/>
              </a:spcBef>
              <a:buNone/>
              <a:defRPr sz="1800" b="0" i="0">
                <a:solidFill>
                  <a:srgbClr val="000000"/>
                </a:solidFill>
                <a:latin typeface="+mn-lt"/>
              </a:defRPr>
            </a:lvl1pPr>
            <a:lvl2pPr marL="0" indent="0" algn="l">
              <a:lnSpc>
                <a:spcPct val="100000"/>
              </a:lnSpc>
              <a:spcBef>
                <a:spcPts val="0"/>
              </a:spcBef>
              <a:buNone/>
              <a:defRPr sz="1800"/>
            </a:lvl2pPr>
            <a:lvl3pPr marL="0" indent="0" algn="l">
              <a:lnSpc>
                <a:spcPct val="100000"/>
              </a:lnSpc>
              <a:spcBef>
                <a:spcPts val="0"/>
              </a:spcBef>
              <a:buNone/>
              <a:defRPr sz="1800"/>
            </a:lvl3pPr>
            <a:lvl4pPr marL="0" indent="0" algn="l">
              <a:lnSpc>
                <a:spcPct val="100000"/>
              </a:lnSpc>
              <a:spcBef>
                <a:spcPts val="0"/>
              </a:spcBef>
              <a:buNone/>
              <a:defRPr sz="1800"/>
            </a:lvl4pPr>
            <a:lvl5pPr marL="0" indent="0" algn="l">
              <a:lnSpc>
                <a:spcPct val="100000"/>
              </a:lnSpc>
              <a:spcBef>
                <a:spcPts val="0"/>
              </a:spcBef>
              <a:buNone/>
              <a:defRPr sz="1800"/>
            </a:lvl5pPr>
            <a:lvl6pPr marL="0" indent="0" algn="l">
              <a:lnSpc>
                <a:spcPct val="100000"/>
              </a:lnSpc>
              <a:spcBef>
                <a:spcPts val="0"/>
              </a:spcBef>
              <a:buNone/>
              <a:defRPr sz="1800"/>
            </a:lvl6pPr>
            <a:lvl7pPr marL="0" indent="0" algn="l">
              <a:lnSpc>
                <a:spcPct val="100000"/>
              </a:lnSpc>
              <a:spcBef>
                <a:spcPts val="0"/>
              </a:spcBef>
              <a:buNone/>
              <a:defRPr sz="1800"/>
            </a:lvl7pPr>
            <a:lvl8pPr marL="0" indent="0" algn="l">
              <a:lnSpc>
                <a:spcPct val="100000"/>
              </a:lnSpc>
              <a:spcBef>
                <a:spcPts val="0"/>
              </a:spcBef>
              <a:buNone/>
              <a:defRPr sz="1800"/>
            </a:lvl8pPr>
            <a:lvl9pPr marL="0" indent="0" algn="l">
              <a:lnSpc>
                <a:spcPct val="100000"/>
              </a:lnSpc>
              <a:spcBef>
                <a:spcPts val="0"/>
              </a:spcBef>
              <a:buNone/>
              <a:defRPr sz="1800"/>
            </a:lvl9pPr>
          </a:lstStyle>
          <a:p>
            <a:pPr lvl="0"/>
            <a:r>
              <a:t>Click to add text</a:t>
            </a:r>
          </a:p>
        </p:txBody>
      </p:sp>
      <p:sp>
        <p:nvSpPr>
          <p:cNvPr id="18" name="Text Placeholder 13"/>
          <p:cNvSpPr>
            <a:spLocks noGrp="1"/>
          </p:cNvSpPr>
          <p:nvPr>
            <p:ph type="body" sz="quarter" idx="24" hasCustomPrompt="1"/>
          </p:nvPr>
        </p:nvSpPr>
        <p:spPr>
          <a:xfrm>
            <a:off x="4354347" y="2644879"/>
            <a:ext cx="3483306" cy="1578964"/>
          </a:xfrm>
          <a:solidFill>
            <a:srgbClr val="FFFFFF"/>
          </a:solidFill>
          <a:ln>
            <a:noFill/>
          </a:ln>
          <a:effectLst>
            <a:outerShdw dist="38100" dir="5400000" algn="t" rotWithShape="0">
              <a:schemeClr val="tx2"/>
            </a:outerShdw>
          </a:effectLst>
        </p:spPr>
        <p:txBody>
          <a:bodyPr lIns="182880" tIns="182880" rIns="182880" bIns="182880">
            <a:noAutofit/>
          </a:bodyPr>
          <a:lstStyle>
            <a:lvl1pPr marL="0" indent="0" algn="l">
              <a:lnSpc>
                <a:spcPct val="100000"/>
              </a:lnSpc>
              <a:spcBef>
                <a:spcPts val="0"/>
              </a:spcBef>
              <a:buNone/>
              <a:defRPr sz="1800" b="0" i="0">
                <a:solidFill>
                  <a:srgbClr val="000000"/>
                </a:solidFill>
                <a:latin typeface="+mn-lt"/>
              </a:defRPr>
            </a:lvl1pPr>
            <a:lvl2pPr marL="0" indent="0" algn="l">
              <a:lnSpc>
                <a:spcPct val="100000"/>
              </a:lnSpc>
              <a:spcBef>
                <a:spcPts val="0"/>
              </a:spcBef>
              <a:buNone/>
              <a:defRPr sz="1800"/>
            </a:lvl2pPr>
            <a:lvl3pPr marL="0" indent="0" algn="l">
              <a:lnSpc>
                <a:spcPct val="100000"/>
              </a:lnSpc>
              <a:spcBef>
                <a:spcPts val="0"/>
              </a:spcBef>
              <a:buNone/>
              <a:defRPr sz="1800"/>
            </a:lvl3pPr>
            <a:lvl4pPr marL="0" indent="0" algn="l">
              <a:lnSpc>
                <a:spcPct val="100000"/>
              </a:lnSpc>
              <a:spcBef>
                <a:spcPts val="0"/>
              </a:spcBef>
              <a:buNone/>
              <a:defRPr sz="1800"/>
            </a:lvl4pPr>
            <a:lvl5pPr marL="0" indent="0" algn="l">
              <a:lnSpc>
                <a:spcPct val="100000"/>
              </a:lnSpc>
              <a:spcBef>
                <a:spcPts val="0"/>
              </a:spcBef>
              <a:buNone/>
              <a:defRPr sz="1800"/>
            </a:lvl5pPr>
            <a:lvl6pPr marL="0" indent="0" algn="l">
              <a:lnSpc>
                <a:spcPct val="100000"/>
              </a:lnSpc>
              <a:spcBef>
                <a:spcPts val="0"/>
              </a:spcBef>
              <a:buNone/>
              <a:defRPr sz="1800"/>
            </a:lvl6pPr>
            <a:lvl7pPr marL="0" indent="0" algn="l">
              <a:lnSpc>
                <a:spcPct val="100000"/>
              </a:lnSpc>
              <a:spcBef>
                <a:spcPts val="0"/>
              </a:spcBef>
              <a:buNone/>
              <a:defRPr sz="1800"/>
            </a:lvl7pPr>
            <a:lvl8pPr marL="0" indent="0" algn="l">
              <a:lnSpc>
                <a:spcPct val="100000"/>
              </a:lnSpc>
              <a:spcBef>
                <a:spcPts val="0"/>
              </a:spcBef>
              <a:buNone/>
              <a:defRPr sz="1800"/>
            </a:lvl8pPr>
            <a:lvl9pPr marL="0" indent="0" algn="l">
              <a:lnSpc>
                <a:spcPct val="100000"/>
              </a:lnSpc>
              <a:spcBef>
                <a:spcPts val="0"/>
              </a:spcBef>
              <a:buNone/>
              <a:defRPr sz="1800"/>
            </a:lvl9pPr>
          </a:lstStyle>
          <a:p>
            <a:pPr lvl="0"/>
            <a:r>
              <a:t>Click to add text</a:t>
            </a:r>
          </a:p>
        </p:txBody>
      </p:sp>
      <p:sp>
        <p:nvSpPr>
          <p:cNvPr id="19" name="Text Placeholder 13"/>
          <p:cNvSpPr>
            <a:spLocks noGrp="1"/>
          </p:cNvSpPr>
          <p:nvPr>
            <p:ph type="body" sz="quarter" idx="25" hasCustomPrompt="1"/>
          </p:nvPr>
        </p:nvSpPr>
        <p:spPr>
          <a:xfrm>
            <a:off x="8099094" y="2644879"/>
            <a:ext cx="3483305" cy="1578964"/>
          </a:xfrm>
          <a:solidFill>
            <a:srgbClr val="FFFFFF"/>
          </a:solidFill>
          <a:ln>
            <a:noFill/>
          </a:ln>
          <a:effectLst>
            <a:outerShdw dist="38100" dir="5400000" algn="t" rotWithShape="0">
              <a:schemeClr val="tx2"/>
            </a:outerShdw>
          </a:effectLst>
        </p:spPr>
        <p:txBody>
          <a:bodyPr lIns="182880" tIns="182880" rIns="182880" bIns="182880">
            <a:noAutofit/>
          </a:bodyPr>
          <a:lstStyle>
            <a:lvl1pPr marL="0" indent="0" algn="l">
              <a:lnSpc>
                <a:spcPct val="100000"/>
              </a:lnSpc>
              <a:spcBef>
                <a:spcPts val="0"/>
              </a:spcBef>
              <a:buNone/>
              <a:defRPr sz="1800" b="0" i="0">
                <a:solidFill>
                  <a:srgbClr val="000000"/>
                </a:solidFill>
                <a:latin typeface="+mn-lt"/>
              </a:defRPr>
            </a:lvl1pPr>
            <a:lvl2pPr marL="0" indent="0" algn="l">
              <a:lnSpc>
                <a:spcPct val="100000"/>
              </a:lnSpc>
              <a:spcBef>
                <a:spcPts val="0"/>
              </a:spcBef>
              <a:buNone/>
              <a:defRPr sz="1800"/>
            </a:lvl2pPr>
            <a:lvl3pPr marL="0" indent="0" algn="l">
              <a:lnSpc>
                <a:spcPct val="100000"/>
              </a:lnSpc>
              <a:spcBef>
                <a:spcPts val="0"/>
              </a:spcBef>
              <a:buNone/>
              <a:defRPr sz="1800"/>
            </a:lvl3pPr>
            <a:lvl4pPr marL="0" indent="0" algn="l">
              <a:lnSpc>
                <a:spcPct val="100000"/>
              </a:lnSpc>
              <a:spcBef>
                <a:spcPts val="0"/>
              </a:spcBef>
              <a:buNone/>
              <a:defRPr sz="1800"/>
            </a:lvl4pPr>
            <a:lvl5pPr marL="0" indent="0" algn="l">
              <a:lnSpc>
                <a:spcPct val="100000"/>
              </a:lnSpc>
              <a:spcBef>
                <a:spcPts val="0"/>
              </a:spcBef>
              <a:buNone/>
              <a:defRPr sz="1800"/>
            </a:lvl5pPr>
            <a:lvl6pPr marL="0" indent="0" algn="l">
              <a:lnSpc>
                <a:spcPct val="100000"/>
              </a:lnSpc>
              <a:spcBef>
                <a:spcPts val="0"/>
              </a:spcBef>
              <a:buNone/>
              <a:defRPr sz="1800"/>
            </a:lvl6pPr>
            <a:lvl7pPr marL="0" indent="0" algn="l">
              <a:lnSpc>
                <a:spcPct val="100000"/>
              </a:lnSpc>
              <a:spcBef>
                <a:spcPts val="0"/>
              </a:spcBef>
              <a:buNone/>
              <a:defRPr sz="1800"/>
            </a:lvl7pPr>
            <a:lvl8pPr marL="0" indent="0" algn="l">
              <a:lnSpc>
                <a:spcPct val="100000"/>
              </a:lnSpc>
              <a:spcBef>
                <a:spcPts val="0"/>
              </a:spcBef>
              <a:buNone/>
              <a:defRPr sz="1800"/>
            </a:lvl8pPr>
            <a:lvl9pPr marL="0" indent="0" algn="l">
              <a:lnSpc>
                <a:spcPct val="100000"/>
              </a:lnSpc>
              <a:spcBef>
                <a:spcPts val="0"/>
              </a:spcBef>
              <a:buNone/>
              <a:defRPr sz="1800"/>
            </a:lvl9pPr>
          </a:lstStyle>
          <a:p>
            <a:pPr lvl="0"/>
            <a:r>
              <a:t>Click to add text</a:t>
            </a:r>
          </a:p>
        </p:txBody>
      </p:sp>
    </p:spTree>
    <p:extLst>
      <p:ext uri="{BB962C8B-B14F-4D97-AF65-F5344CB8AC3E}">
        <p14:creationId xmlns:p14="http://schemas.microsoft.com/office/powerpoint/2010/main" val="904892903"/>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4 White Text Boxes">
    <p:spTree>
      <p:nvGrpSpPr>
        <p:cNvPr id="1" name=""/>
        <p:cNvGrpSpPr/>
        <p:nvPr/>
      </p:nvGrpSpPr>
      <p:grpSpPr>
        <a:xfrm>
          <a:off x="0" y="0"/>
          <a:ext cx="0" cy="0"/>
          <a:chOff x="0" y="0"/>
          <a:chExt cx="0" cy="0"/>
        </a:xfrm>
      </p:grpSpPr>
      <p:sp>
        <p:nvSpPr>
          <p:cNvPr id="42" name="Rectangle 41"/>
          <p:cNvSpPr/>
          <p:nvPr/>
        </p:nvSpPr>
        <p:spPr>
          <a:xfrm>
            <a:off x="0" y="1130021"/>
            <a:ext cx="12192000" cy="519457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cxnSp>
        <p:nvCxnSpPr>
          <p:cNvPr id="30" name="Straight Connector 29"/>
          <p:cNvCxnSpPr>
            <a:cxnSpLocks/>
          </p:cNvCxnSpPr>
          <p:nvPr/>
        </p:nvCxnSpPr>
        <p:spPr bwMode="gray">
          <a:xfrm flipV="1">
            <a:off x="1" y="1140744"/>
            <a:ext cx="10596887" cy="410524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a:cxnSpLocks/>
          </p:cNvCxnSpPr>
          <p:nvPr/>
        </p:nvCxnSpPr>
        <p:spPr bwMode="gray">
          <a:xfrm flipV="1">
            <a:off x="0" y="1140744"/>
            <a:ext cx="10870467" cy="5069655"/>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gray">
          <a:xfrm flipV="1">
            <a:off x="1873192" y="1140743"/>
            <a:ext cx="9282752"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gray">
          <a:xfrm flipV="1">
            <a:off x="3788265" y="1140743"/>
            <a:ext cx="7605575"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gray">
          <a:xfrm flipV="1">
            <a:off x="5798495" y="1140743"/>
            <a:ext cx="5821349"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gray">
          <a:xfrm flipV="1">
            <a:off x="7939569" y="1140743"/>
            <a:ext cx="3882489"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gray">
          <a:xfrm flipV="1">
            <a:off x="9997380" y="1140743"/>
            <a:ext cx="1985256"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gray">
          <a:xfrm flipV="1">
            <a:off x="11893428" y="1140743"/>
            <a:ext cx="226001"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10" name="Text Placeholder 13"/>
          <p:cNvSpPr>
            <a:spLocks noGrp="1"/>
          </p:cNvSpPr>
          <p:nvPr>
            <p:ph type="body" sz="quarter" idx="16" hasCustomPrompt="1"/>
          </p:nvPr>
        </p:nvSpPr>
        <p:spPr>
          <a:xfrm>
            <a:off x="609521" y="2037079"/>
            <a:ext cx="5355758" cy="1568241"/>
          </a:xfrm>
          <a:solidFill>
            <a:srgbClr val="FFFFFF"/>
          </a:solidFill>
          <a:ln>
            <a:noFill/>
          </a:ln>
          <a:effectLst>
            <a:outerShdw dist="38100" dir="5400000" algn="t" rotWithShape="0">
              <a:schemeClr val="tx2"/>
            </a:outerShdw>
          </a:effectLst>
        </p:spPr>
        <p:txBody>
          <a:bodyPr vert="horz" lIns="182880" tIns="182880" rIns="182880" bIns="182880" rtlCol="0">
            <a:noAutofit/>
          </a:bodyPr>
          <a:lstStyle>
            <a:lvl1pPr>
              <a:defRPr sz="1800">
                <a:solidFill>
                  <a:srgbClr val="000000"/>
                </a:solidFill>
              </a:defRPr>
            </a:lvl1pPr>
          </a:lstStyle>
          <a:p>
            <a:pPr marL="0" lvl="0" indent="0">
              <a:spcBef>
                <a:spcPts val="0"/>
              </a:spcBef>
              <a:buNone/>
            </a:pPr>
            <a:r>
              <a:t>Click to add text</a:t>
            </a:r>
          </a:p>
        </p:txBody>
      </p:sp>
      <p:sp>
        <p:nvSpPr>
          <p:cNvPr id="19" name="Text Placeholder 13"/>
          <p:cNvSpPr>
            <a:spLocks noGrp="1"/>
          </p:cNvSpPr>
          <p:nvPr>
            <p:ph type="body" sz="quarter" idx="25" hasCustomPrompt="1"/>
          </p:nvPr>
        </p:nvSpPr>
        <p:spPr>
          <a:xfrm>
            <a:off x="6226721" y="2037079"/>
            <a:ext cx="5355679" cy="1568241"/>
          </a:xfrm>
          <a:solidFill>
            <a:srgbClr val="FFFFFF"/>
          </a:solidFill>
          <a:ln>
            <a:noFill/>
          </a:ln>
          <a:effectLst>
            <a:outerShdw dist="38100" dir="5400000" algn="t" rotWithShape="0">
              <a:schemeClr val="tx2"/>
            </a:outerShdw>
          </a:effectLst>
        </p:spPr>
        <p:txBody>
          <a:bodyPr vert="horz" lIns="182880" tIns="182880" rIns="182880" bIns="182880" rtlCol="0">
            <a:noAutofit/>
          </a:bodyPr>
          <a:lstStyle>
            <a:lvl1pPr>
              <a:defRPr sz="1800">
                <a:solidFill>
                  <a:srgbClr val="000000"/>
                </a:solidFill>
              </a:defRPr>
            </a:lvl1pPr>
          </a:lstStyle>
          <a:p>
            <a:pPr marL="0" lvl="0" indent="0">
              <a:spcBef>
                <a:spcPts val="0"/>
              </a:spcBef>
              <a:buNone/>
            </a:pPr>
            <a:r>
              <a:t>Click to add text</a:t>
            </a:r>
          </a:p>
        </p:txBody>
      </p:sp>
      <p:sp>
        <p:nvSpPr>
          <p:cNvPr id="34" name="Text Placeholder 13"/>
          <p:cNvSpPr>
            <a:spLocks noGrp="1"/>
          </p:cNvSpPr>
          <p:nvPr>
            <p:ph type="body" sz="quarter" idx="27" hasCustomPrompt="1"/>
          </p:nvPr>
        </p:nvSpPr>
        <p:spPr>
          <a:xfrm>
            <a:off x="609521" y="3863280"/>
            <a:ext cx="5355758" cy="1568240"/>
          </a:xfrm>
          <a:solidFill>
            <a:srgbClr val="FFFFFF"/>
          </a:solidFill>
          <a:ln>
            <a:noFill/>
          </a:ln>
          <a:effectLst>
            <a:outerShdw dist="38100" dir="5400000" algn="t" rotWithShape="0">
              <a:schemeClr val="tx2"/>
            </a:outerShdw>
          </a:effectLst>
        </p:spPr>
        <p:txBody>
          <a:bodyPr vert="horz" lIns="182880" tIns="182880" rIns="182880" bIns="182880" rtlCol="0">
            <a:noAutofit/>
          </a:bodyPr>
          <a:lstStyle>
            <a:lvl1pPr>
              <a:defRPr sz="1800">
                <a:solidFill>
                  <a:srgbClr val="000000"/>
                </a:solidFill>
              </a:defRPr>
            </a:lvl1pPr>
          </a:lstStyle>
          <a:p>
            <a:pPr marL="0" lvl="0" indent="0">
              <a:spcBef>
                <a:spcPts val="0"/>
              </a:spcBef>
              <a:buNone/>
            </a:pPr>
            <a:r>
              <a:t>Click to add text</a:t>
            </a:r>
          </a:p>
        </p:txBody>
      </p:sp>
      <p:sp>
        <p:nvSpPr>
          <p:cNvPr id="38" name="Text Placeholder 13"/>
          <p:cNvSpPr>
            <a:spLocks noGrp="1"/>
          </p:cNvSpPr>
          <p:nvPr>
            <p:ph type="body" sz="quarter" idx="31" hasCustomPrompt="1"/>
          </p:nvPr>
        </p:nvSpPr>
        <p:spPr>
          <a:xfrm>
            <a:off x="6226721" y="3863280"/>
            <a:ext cx="5355679" cy="1568240"/>
          </a:xfrm>
          <a:solidFill>
            <a:srgbClr val="FFFFFF"/>
          </a:solidFill>
          <a:ln>
            <a:noFill/>
          </a:ln>
          <a:effectLst>
            <a:outerShdw dist="38100" dir="5400000" algn="t" rotWithShape="0">
              <a:schemeClr val="tx2"/>
            </a:outerShdw>
          </a:effectLst>
        </p:spPr>
        <p:txBody>
          <a:bodyPr vert="horz" lIns="182880" tIns="182880" rIns="182880" bIns="182880" rtlCol="0">
            <a:noAutofit/>
          </a:bodyPr>
          <a:lstStyle>
            <a:lvl1pPr>
              <a:defRPr sz="1800">
                <a:solidFill>
                  <a:srgbClr val="000000"/>
                </a:solidFill>
              </a:defRPr>
            </a:lvl1pPr>
          </a:lstStyle>
          <a:p>
            <a:pPr marL="0" lvl="0" indent="0">
              <a:spcBef>
                <a:spcPts val="0"/>
              </a:spcBef>
              <a:buNone/>
            </a:pPr>
            <a:r>
              <a:t>Click to add text</a:t>
            </a:r>
          </a:p>
        </p:txBody>
      </p:sp>
    </p:spTree>
    <p:extLst>
      <p:ext uri="{BB962C8B-B14F-4D97-AF65-F5344CB8AC3E}">
        <p14:creationId xmlns:p14="http://schemas.microsoft.com/office/powerpoint/2010/main" val="2402768067"/>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6 White Text Boxes">
    <p:spTree>
      <p:nvGrpSpPr>
        <p:cNvPr id="1" name=""/>
        <p:cNvGrpSpPr/>
        <p:nvPr/>
      </p:nvGrpSpPr>
      <p:grpSpPr>
        <a:xfrm>
          <a:off x="0" y="0"/>
          <a:ext cx="0" cy="0"/>
          <a:chOff x="0" y="0"/>
          <a:chExt cx="0" cy="0"/>
        </a:xfrm>
      </p:grpSpPr>
      <p:sp>
        <p:nvSpPr>
          <p:cNvPr id="42" name="Rectangle 41"/>
          <p:cNvSpPr/>
          <p:nvPr/>
        </p:nvSpPr>
        <p:spPr>
          <a:xfrm>
            <a:off x="0" y="1130021"/>
            <a:ext cx="12192000" cy="519457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cxnSp>
        <p:nvCxnSpPr>
          <p:cNvPr id="30" name="Straight Connector 29"/>
          <p:cNvCxnSpPr>
            <a:cxnSpLocks/>
          </p:cNvCxnSpPr>
          <p:nvPr/>
        </p:nvCxnSpPr>
        <p:spPr bwMode="gray">
          <a:xfrm flipV="1">
            <a:off x="1" y="1140744"/>
            <a:ext cx="10596887" cy="410524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a:cxnSpLocks/>
          </p:cNvCxnSpPr>
          <p:nvPr/>
        </p:nvCxnSpPr>
        <p:spPr bwMode="gray">
          <a:xfrm flipV="1">
            <a:off x="0" y="1140744"/>
            <a:ext cx="10870467" cy="5069655"/>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gray">
          <a:xfrm flipV="1">
            <a:off x="1873192" y="1140743"/>
            <a:ext cx="9282752"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gray">
          <a:xfrm flipV="1">
            <a:off x="3788265" y="1140743"/>
            <a:ext cx="7605575"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gray">
          <a:xfrm flipV="1">
            <a:off x="5798495" y="1140743"/>
            <a:ext cx="5821349"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gray">
          <a:xfrm flipV="1">
            <a:off x="7939569" y="1140743"/>
            <a:ext cx="3882489"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gray">
          <a:xfrm flipV="1">
            <a:off x="9997380" y="1140743"/>
            <a:ext cx="1985256"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gray">
          <a:xfrm flipV="1">
            <a:off x="11893428" y="1140743"/>
            <a:ext cx="226001"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10" name="Text Placeholder 13"/>
          <p:cNvSpPr>
            <a:spLocks noGrp="1"/>
          </p:cNvSpPr>
          <p:nvPr>
            <p:ph type="body" sz="quarter" idx="16" hasCustomPrompt="1"/>
          </p:nvPr>
        </p:nvSpPr>
        <p:spPr>
          <a:xfrm>
            <a:off x="609601" y="2037080"/>
            <a:ext cx="3483306" cy="1568240"/>
          </a:xfrm>
          <a:solidFill>
            <a:srgbClr val="FFFFFF"/>
          </a:solidFill>
          <a:ln>
            <a:noFill/>
          </a:ln>
          <a:effectLst>
            <a:outerShdw dist="38100" dir="5400000" algn="t" rotWithShape="0">
              <a:schemeClr val="tx2"/>
            </a:outerShdw>
          </a:effectLst>
        </p:spPr>
        <p:txBody>
          <a:bodyPr vert="horz" lIns="182880" tIns="182880" rIns="182880" bIns="182880" rtlCol="0">
            <a:noAutofit/>
          </a:bodyPr>
          <a:lstStyle>
            <a:lvl1pPr>
              <a:defRPr sz="1800">
                <a:solidFill>
                  <a:srgbClr val="000000"/>
                </a:solidFill>
              </a:defRPr>
            </a:lvl1pPr>
          </a:lstStyle>
          <a:p>
            <a:pPr marL="0" lvl="0" indent="0">
              <a:spcBef>
                <a:spcPts val="0"/>
              </a:spcBef>
              <a:buNone/>
            </a:pPr>
            <a:r>
              <a:t>Click to add text</a:t>
            </a:r>
          </a:p>
        </p:txBody>
      </p:sp>
      <p:sp>
        <p:nvSpPr>
          <p:cNvPr id="18" name="Text Placeholder 13"/>
          <p:cNvSpPr>
            <a:spLocks noGrp="1"/>
          </p:cNvSpPr>
          <p:nvPr>
            <p:ph type="body" sz="quarter" idx="24" hasCustomPrompt="1"/>
          </p:nvPr>
        </p:nvSpPr>
        <p:spPr>
          <a:xfrm>
            <a:off x="4354347" y="2037080"/>
            <a:ext cx="3483306" cy="1568240"/>
          </a:xfrm>
          <a:solidFill>
            <a:srgbClr val="FFFFFF"/>
          </a:solidFill>
          <a:ln>
            <a:noFill/>
          </a:ln>
          <a:effectLst>
            <a:outerShdw dist="38100" dir="5400000" algn="t" rotWithShape="0">
              <a:schemeClr val="tx2"/>
            </a:outerShdw>
          </a:effectLst>
        </p:spPr>
        <p:txBody>
          <a:bodyPr vert="horz" lIns="182880" tIns="182880" rIns="182880" bIns="182880" rtlCol="0">
            <a:noAutofit/>
          </a:bodyPr>
          <a:lstStyle>
            <a:lvl1pPr>
              <a:defRPr sz="1800">
                <a:solidFill>
                  <a:srgbClr val="000000"/>
                </a:solidFill>
              </a:defRPr>
            </a:lvl1pPr>
          </a:lstStyle>
          <a:p>
            <a:pPr marL="0" lvl="0" indent="0">
              <a:spcBef>
                <a:spcPts val="0"/>
              </a:spcBef>
              <a:buNone/>
            </a:pPr>
            <a:r>
              <a:t>Click to add text</a:t>
            </a:r>
          </a:p>
        </p:txBody>
      </p:sp>
      <p:sp>
        <p:nvSpPr>
          <p:cNvPr id="19" name="Text Placeholder 13"/>
          <p:cNvSpPr>
            <a:spLocks noGrp="1"/>
          </p:cNvSpPr>
          <p:nvPr>
            <p:ph type="body" sz="quarter" idx="25" hasCustomPrompt="1"/>
          </p:nvPr>
        </p:nvSpPr>
        <p:spPr>
          <a:xfrm>
            <a:off x="8097245" y="2037080"/>
            <a:ext cx="3485154" cy="1568240"/>
          </a:xfrm>
          <a:solidFill>
            <a:srgbClr val="FFFFFF"/>
          </a:solidFill>
          <a:ln>
            <a:noFill/>
          </a:ln>
          <a:effectLst>
            <a:outerShdw dist="38100" dir="5400000" algn="t" rotWithShape="0">
              <a:schemeClr val="tx2"/>
            </a:outerShdw>
          </a:effectLst>
        </p:spPr>
        <p:txBody>
          <a:bodyPr vert="horz" lIns="182880" tIns="182880" rIns="182880" bIns="182880" rtlCol="0">
            <a:noAutofit/>
          </a:bodyPr>
          <a:lstStyle>
            <a:lvl1pPr>
              <a:defRPr sz="1800">
                <a:solidFill>
                  <a:srgbClr val="000000"/>
                </a:solidFill>
              </a:defRPr>
            </a:lvl1pPr>
          </a:lstStyle>
          <a:p>
            <a:pPr marL="0" lvl="0" indent="0">
              <a:spcBef>
                <a:spcPts val="0"/>
              </a:spcBef>
              <a:buNone/>
            </a:pPr>
            <a:r>
              <a:t>Click to add text</a:t>
            </a:r>
          </a:p>
        </p:txBody>
      </p:sp>
      <p:sp>
        <p:nvSpPr>
          <p:cNvPr id="34" name="Text Placeholder 13"/>
          <p:cNvSpPr>
            <a:spLocks noGrp="1"/>
          </p:cNvSpPr>
          <p:nvPr>
            <p:ph type="body" sz="quarter" idx="27" hasCustomPrompt="1"/>
          </p:nvPr>
        </p:nvSpPr>
        <p:spPr>
          <a:xfrm>
            <a:off x="609601" y="3863280"/>
            <a:ext cx="3483306" cy="1568240"/>
          </a:xfrm>
          <a:solidFill>
            <a:srgbClr val="FFFFFF"/>
          </a:solidFill>
          <a:ln>
            <a:noFill/>
          </a:ln>
          <a:effectLst>
            <a:outerShdw dist="38100" dir="5400000" algn="t" rotWithShape="0">
              <a:schemeClr val="tx2"/>
            </a:outerShdw>
          </a:effectLst>
        </p:spPr>
        <p:txBody>
          <a:bodyPr vert="horz" lIns="182880" tIns="182880" rIns="182880" bIns="182880" rtlCol="0">
            <a:noAutofit/>
          </a:bodyPr>
          <a:lstStyle>
            <a:lvl1pPr>
              <a:defRPr sz="1800">
                <a:solidFill>
                  <a:srgbClr val="000000"/>
                </a:solidFill>
              </a:defRPr>
            </a:lvl1pPr>
          </a:lstStyle>
          <a:p>
            <a:pPr marL="0" lvl="0" indent="0">
              <a:spcBef>
                <a:spcPts val="0"/>
              </a:spcBef>
              <a:buNone/>
            </a:pPr>
            <a:r>
              <a:t>Click to add text</a:t>
            </a:r>
          </a:p>
        </p:txBody>
      </p:sp>
      <p:sp>
        <p:nvSpPr>
          <p:cNvPr id="36" name="Text Placeholder 13"/>
          <p:cNvSpPr>
            <a:spLocks noGrp="1"/>
          </p:cNvSpPr>
          <p:nvPr>
            <p:ph type="body" sz="quarter" idx="29" hasCustomPrompt="1"/>
          </p:nvPr>
        </p:nvSpPr>
        <p:spPr>
          <a:xfrm>
            <a:off x="4354347" y="3863280"/>
            <a:ext cx="3483306" cy="1568240"/>
          </a:xfrm>
          <a:solidFill>
            <a:srgbClr val="FFFFFF"/>
          </a:solidFill>
          <a:ln>
            <a:noFill/>
          </a:ln>
          <a:effectLst>
            <a:outerShdw dist="38100" dir="5400000" algn="t" rotWithShape="0">
              <a:schemeClr val="tx2"/>
            </a:outerShdw>
          </a:effectLst>
        </p:spPr>
        <p:txBody>
          <a:bodyPr vert="horz" lIns="182880" tIns="182880" rIns="182880" bIns="182880" rtlCol="0">
            <a:noAutofit/>
          </a:bodyPr>
          <a:lstStyle>
            <a:lvl1pPr>
              <a:defRPr sz="1800">
                <a:solidFill>
                  <a:srgbClr val="000000"/>
                </a:solidFill>
              </a:defRPr>
            </a:lvl1pPr>
          </a:lstStyle>
          <a:p>
            <a:pPr marL="0" lvl="0" indent="0">
              <a:spcBef>
                <a:spcPts val="0"/>
              </a:spcBef>
              <a:buNone/>
            </a:pPr>
            <a:r>
              <a:t>Click to add text</a:t>
            </a:r>
          </a:p>
        </p:txBody>
      </p:sp>
      <p:sp>
        <p:nvSpPr>
          <p:cNvPr id="38" name="Text Placeholder 13"/>
          <p:cNvSpPr>
            <a:spLocks noGrp="1"/>
          </p:cNvSpPr>
          <p:nvPr>
            <p:ph type="body" sz="quarter" idx="31" hasCustomPrompt="1"/>
          </p:nvPr>
        </p:nvSpPr>
        <p:spPr>
          <a:xfrm>
            <a:off x="8097245" y="3863280"/>
            <a:ext cx="3485154" cy="1568240"/>
          </a:xfrm>
          <a:solidFill>
            <a:srgbClr val="FFFFFF"/>
          </a:solidFill>
          <a:ln>
            <a:noFill/>
          </a:ln>
          <a:effectLst>
            <a:outerShdw dist="38100" dir="5400000" algn="t" rotWithShape="0">
              <a:schemeClr val="tx2"/>
            </a:outerShdw>
          </a:effectLst>
        </p:spPr>
        <p:txBody>
          <a:bodyPr vert="horz" lIns="182880" tIns="182880" rIns="182880" bIns="182880" rtlCol="0">
            <a:noAutofit/>
          </a:bodyPr>
          <a:lstStyle>
            <a:lvl1pPr>
              <a:defRPr sz="1800">
                <a:solidFill>
                  <a:srgbClr val="000000"/>
                </a:solidFill>
              </a:defRPr>
            </a:lvl1pPr>
          </a:lstStyle>
          <a:p>
            <a:pPr marL="0" lvl="0" indent="0">
              <a:spcBef>
                <a:spcPts val="0"/>
              </a:spcBef>
              <a:buNone/>
            </a:pPr>
            <a:r>
              <a:t>Click to add text</a:t>
            </a:r>
          </a:p>
        </p:txBody>
      </p:sp>
    </p:spTree>
    <p:extLst>
      <p:ext uri="{BB962C8B-B14F-4D97-AF65-F5344CB8AC3E}">
        <p14:creationId xmlns:p14="http://schemas.microsoft.com/office/powerpoint/2010/main" val="2466863836"/>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p:cSld name="Specialty Layouts">
    <p:bg>
      <p:bgRef idx="1001">
        <a:schemeClr val="bg1"/>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34D9152-4A2F-4ACE-9A46-E4916C90D64F}"/>
              </a:ext>
            </a:extLst>
          </p:cNvPr>
          <p:cNvSpPr txBox="1"/>
          <p:nvPr/>
        </p:nvSpPr>
        <p:spPr>
          <a:xfrm>
            <a:off x="609600" y="2773436"/>
            <a:ext cx="10972800" cy="1311128"/>
          </a:xfrm>
          <a:prstGeom prst="rect">
            <a:avLst/>
          </a:prstGeom>
          <a:noFill/>
        </p:spPr>
        <p:txBody>
          <a:bodyPr wrap="square" rtlCol="0">
            <a:spAutoFit/>
          </a:bodyPr>
          <a:lstStyle/>
          <a:p>
            <a:pPr algn="ctr">
              <a:lnSpc>
                <a:spcPct val="90000"/>
              </a:lnSpc>
            </a:pPr>
            <a:r>
              <a:rPr sz="8800">
                <a:solidFill>
                  <a:srgbClr val="FFFFFF"/>
                </a:solidFill>
              </a:rPr>
              <a:t>Specialty Layouts</a:t>
            </a:r>
          </a:p>
        </p:txBody>
      </p:sp>
    </p:spTree>
    <p:extLst>
      <p:ext uri="{BB962C8B-B14F-4D97-AF65-F5344CB8AC3E}">
        <p14:creationId xmlns:p14="http://schemas.microsoft.com/office/powerpoint/2010/main" val="2467116075"/>
      </p:ext>
    </p:extLst>
  </p:cSld>
  <p:clrMapOvr>
    <a:overrideClrMapping bg1="dk1" tx1="lt1" bg2="dk2" tx2="lt2" accent1="accent1" accent2="accent2" accent3="accent3" accent4="accent4" accent5="accent5" accent6="accent6" hlink="hlink" folHlink="folHlink"/>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Quote B (Fiserv-Centric)">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B37E1B7-00D9-F0DD-D1C1-48A3C9A98B64}"/>
              </a:ext>
            </a:extLst>
          </p:cNvPr>
          <p:cNvSpPr/>
          <p:nvPr/>
        </p:nvSpPr>
        <p:spPr>
          <a:xfrm>
            <a:off x="0" y="0"/>
            <a:ext cx="12192000" cy="6324600"/>
          </a:xfrm>
          <a:prstGeom prst="rect">
            <a:avLst/>
          </a:prstGeom>
          <a:solidFill>
            <a:srgbClr val="EBEBE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nvGrpSpPr>
          <p:cNvPr id="28" name="Group 27">
            <a:extLst>
              <a:ext uri="{FF2B5EF4-FFF2-40B4-BE49-F238E27FC236}">
                <a16:creationId xmlns:a16="http://schemas.microsoft.com/office/drawing/2014/main" id="{F3EC0AAE-DAB1-4C12-989C-DD64CB00E6F1}"/>
              </a:ext>
            </a:extLst>
          </p:cNvPr>
          <p:cNvGrpSpPr/>
          <p:nvPr/>
        </p:nvGrpSpPr>
        <p:grpSpPr>
          <a:xfrm>
            <a:off x="838485" y="725715"/>
            <a:ext cx="10471332" cy="3314717"/>
            <a:chOff x="838484" y="725713"/>
            <a:chExt cx="10471332" cy="3314717"/>
          </a:xfrm>
        </p:grpSpPr>
        <p:cxnSp>
          <p:nvCxnSpPr>
            <p:cNvPr id="29" name="Straight Connector 28">
              <a:extLst>
                <a:ext uri="{FF2B5EF4-FFF2-40B4-BE49-F238E27FC236}">
                  <a16:creationId xmlns:a16="http://schemas.microsoft.com/office/drawing/2014/main" id="{670406DF-48BC-4F81-A282-4C89F68C8E73}"/>
                </a:ext>
              </a:extLst>
            </p:cNvPr>
            <p:cNvCxnSpPr/>
            <p:nvPr/>
          </p:nvCxnSpPr>
          <p:spPr>
            <a:xfrm flipV="1">
              <a:off x="838484" y="725714"/>
              <a:ext cx="0" cy="653143"/>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712DCAC-DD4C-4ABB-95A9-806A94884AFA}"/>
                </a:ext>
              </a:extLst>
            </p:cNvPr>
            <p:cNvCxnSpPr>
              <a:cxnSpLocks/>
            </p:cNvCxnSpPr>
            <p:nvPr/>
          </p:nvCxnSpPr>
          <p:spPr>
            <a:xfrm flipV="1">
              <a:off x="838484" y="725713"/>
              <a:ext cx="10471332" cy="1"/>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66C9631-E79C-4F7C-80A6-4808086DB672}"/>
                </a:ext>
              </a:extLst>
            </p:cNvPr>
            <p:cNvCxnSpPr>
              <a:cxnSpLocks/>
            </p:cNvCxnSpPr>
            <p:nvPr/>
          </p:nvCxnSpPr>
          <p:spPr>
            <a:xfrm flipV="1">
              <a:off x="11303284" y="725715"/>
              <a:ext cx="0" cy="3314715"/>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F7E3935C-6183-4F33-AC68-B0708E31E944}"/>
              </a:ext>
            </a:extLst>
          </p:cNvPr>
          <p:cNvGrpSpPr/>
          <p:nvPr/>
        </p:nvGrpSpPr>
        <p:grpSpPr>
          <a:xfrm rot="10800000">
            <a:off x="838485" y="2389826"/>
            <a:ext cx="10471332" cy="3314717"/>
            <a:chOff x="838484" y="725713"/>
            <a:chExt cx="10471332" cy="3314717"/>
          </a:xfrm>
        </p:grpSpPr>
        <p:cxnSp>
          <p:nvCxnSpPr>
            <p:cNvPr id="33" name="Straight Connector 32">
              <a:extLst>
                <a:ext uri="{FF2B5EF4-FFF2-40B4-BE49-F238E27FC236}">
                  <a16:creationId xmlns:a16="http://schemas.microsoft.com/office/drawing/2014/main" id="{63C26C04-D744-4DAE-8CE8-5057116A8205}"/>
                </a:ext>
              </a:extLst>
            </p:cNvPr>
            <p:cNvCxnSpPr/>
            <p:nvPr/>
          </p:nvCxnSpPr>
          <p:spPr>
            <a:xfrm flipV="1">
              <a:off x="838484" y="725714"/>
              <a:ext cx="0" cy="653143"/>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B342BE2-471D-4475-A343-CE27405526E7}"/>
                </a:ext>
              </a:extLst>
            </p:cNvPr>
            <p:cNvCxnSpPr>
              <a:cxnSpLocks/>
            </p:cNvCxnSpPr>
            <p:nvPr/>
          </p:nvCxnSpPr>
          <p:spPr>
            <a:xfrm flipV="1">
              <a:off x="838484" y="725713"/>
              <a:ext cx="10471332" cy="1"/>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D7287C2-244E-4940-B720-60BE0B480018}"/>
                </a:ext>
              </a:extLst>
            </p:cNvPr>
            <p:cNvCxnSpPr>
              <a:cxnSpLocks/>
            </p:cNvCxnSpPr>
            <p:nvPr/>
          </p:nvCxnSpPr>
          <p:spPr>
            <a:xfrm flipV="1">
              <a:off x="11303284" y="725715"/>
              <a:ext cx="0" cy="3314715"/>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Text Placeholder 13"/>
          <p:cNvSpPr>
            <a:spLocks noGrp="1"/>
          </p:cNvSpPr>
          <p:nvPr>
            <p:ph type="body" sz="quarter" idx="14" hasCustomPrompt="1"/>
          </p:nvPr>
        </p:nvSpPr>
        <p:spPr>
          <a:xfrm>
            <a:off x="1689064" y="2097119"/>
            <a:ext cx="8928894" cy="1691992"/>
          </a:xfrm>
        </p:spPr>
        <p:txBody>
          <a:bodyPr anchor="ctr">
            <a:noAutofit/>
          </a:bodyPr>
          <a:lstStyle>
            <a:lvl1pPr marL="0" indent="0" algn="l">
              <a:lnSpc>
                <a:spcPct val="100000"/>
              </a:lnSpc>
              <a:spcBef>
                <a:spcPts val="0"/>
              </a:spcBef>
              <a:buNone/>
              <a:defRPr sz="3200" b="0" i="0">
                <a:solidFill>
                  <a:schemeClr val="tx1"/>
                </a:solidFill>
              </a:defRPr>
            </a:lvl1pPr>
            <a:lvl2pPr marL="0" indent="0" algn="ctr">
              <a:lnSpc>
                <a:spcPct val="100000"/>
              </a:lnSpc>
              <a:spcBef>
                <a:spcPts val="0"/>
              </a:spcBef>
              <a:buNone/>
              <a:defRPr sz="3200">
                <a:solidFill>
                  <a:schemeClr val="bg1"/>
                </a:solidFill>
              </a:defRPr>
            </a:lvl2pPr>
            <a:lvl3pPr marL="0" indent="0" algn="ctr">
              <a:lnSpc>
                <a:spcPct val="100000"/>
              </a:lnSpc>
              <a:spcBef>
                <a:spcPts val="0"/>
              </a:spcBef>
              <a:buNone/>
              <a:defRPr sz="3200">
                <a:solidFill>
                  <a:schemeClr val="bg1"/>
                </a:solidFill>
              </a:defRPr>
            </a:lvl3pPr>
            <a:lvl4pPr marL="0" indent="0" algn="ctr">
              <a:lnSpc>
                <a:spcPct val="100000"/>
              </a:lnSpc>
              <a:spcBef>
                <a:spcPts val="0"/>
              </a:spcBef>
              <a:buNone/>
              <a:defRPr sz="3200">
                <a:solidFill>
                  <a:schemeClr val="bg1"/>
                </a:solidFill>
              </a:defRPr>
            </a:lvl4pPr>
            <a:lvl5pPr marL="0" indent="0" algn="ctr">
              <a:lnSpc>
                <a:spcPct val="100000"/>
              </a:lnSpc>
              <a:spcBef>
                <a:spcPts val="0"/>
              </a:spcBef>
              <a:buNone/>
              <a:defRPr sz="3200">
                <a:solidFill>
                  <a:schemeClr val="bg1"/>
                </a:solidFill>
              </a:defRPr>
            </a:lvl5pPr>
            <a:lvl6pPr marL="0" indent="0" algn="ctr">
              <a:lnSpc>
                <a:spcPct val="100000"/>
              </a:lnSpc>
              <a:spcBef>
                <a:spcPts val="0"/>
              </a:spcBef>
              <a:buNone/>
              <a:defRPr sz="3200">
                <a:solidFill>
                  <a:schemeClr val="bg1"/>
                </a:solidFill>
              </a:defRPr>
            </a:lvl6pPr>
            <a:lvl7pPr marL="0" indent="0" algn="ctr">
              <a:lnSpc>
                <a:spcPct val="100000"/>
              </a:lnSpc>
              <a:spcBef>
                <a:spcPts val="0"/>
              </a:spcBef>
              <a:buNone/>
              <a:defRPr sz="3200">
                <a:solidFill>
                  <a:schemeClr val="bg1"/>
                </a:solidFill>
              </a:defRPr>
            </a:lvl7pPr>
            <a:lvl8pPr marL="0" indent="0" algn="ctr">
              <a:lnSpc>
                <a:spcPct val="100000"/>
              </a:lnSpc>
              <a:spcBef>
                <a:spcPts val="0"/>
              </a:spcBef>
              <a:buNone/>
              <a:defRPr sz="3200">
                <a:solidFill>
                  <a:schemeClr val="bg1"/>
                </a:solidFill>
              </a:defRPr>
            </a:lvl8pPr>
            <a:lvl9pPr marL="0" indent="0" algn="ctr">
              <a:lnSpc>
                <a:spcPct val="100000"/>
              </a:lnSpc>
              <a:spcBef>
                <a:spcPts val="0"/>
              </a:spcBef>
              <a:buNone/>
              <a:defRPr sz="3200">
                <a:solidFill>
                  <a:schemeClr val="bg1"/>
                </a:solidFill>
              </a:defRPr>
            </a:lvl9pPr>
          </a:lstStyle>
          <a:p>
            <a:pPr lvl="0"/>
            <a:r>
              <a:rPr dirty="0"/>
              <a:t>Insert quotation here using 32 pt sentence case. It is not necessary to add quotation marks to the text.</a:t>
            </a:r>
          </a:p>
        </p:txBody>
      </p:sp>
      <p:sp>
        <p:nvSpPr>
          <p:cNvPr id="16" name="Text Placeholder 13"/>
          <p:cNvSpPr>
            <a:spLocks noGrp="1"/>
          </p:cNvSpPr>
          <p:nvPr>
            <p:ph type="body" sz="quarter" idx="15" hasCustomPrompt="1"/>
          </p:nvPr>
        </p:nvSpPr>
        <p:spPr>
          <a:xfrm>
            <a:off x="4766062" y="3938380"/>
            <a:ext cx="5851896" cy="460375"/>
          </a:xfrm>
        </p:spPr>
        <p:txBody>
          <a:bodyPr>
            <a:noAutofit/>
          </a:bodyPr>
          <a:lstStyle>
            <a:lvl1pPr marL="228600" indent="-228600" algn="r">
              <a:lnSpc>
                <a:spcPct val="100000"/>
              </a:lnSpc>
              <a:spcBef>
                <a:spcPts val="0"/>
              </a:spcBef>
              <a:buClr>
                <a:srgbClr val="000000"/>
              </a:buClr>
              <a:buFont typeface="Arial" panose="020B0604020202020204" pitchFamily="34" charset="0"/>
              <a:buChar char="–"/>
              <a:defRPr sz="2000" b="0" i="0">
                <a:solidFill>
                  <a:schemeClr val="tx1"/>
                </a:solidFill>
              </a:defRPr>
            </a:lvl1pPr>
            <a:lvl2pPr marL="228600" indent="-228600" algn="r">
              <a:lnSpc>
                <a:spcPct val="100000"/>
              </a:lnSpc>
              <a:spcBef>
                <a:spcPts val="0"/>
              </a:spcBef>
              <a:buFont typeface="Arial" panose="020B0604020202020204" pitchFamily="34" charset="0"/>
              <a:buChar char="–"/>
              <a:defRPr sz="2000"/>
            </a:lvl2pPr>
            <a:lvl3pPr marL="228600" indent="-228600" algn="r">
              <a:lnSpc>
                <a:spcPct val="100000"/>
              </a:lnSpc>
              <a:spcBef>
                <a:spcPts val="0"/>
              </a:spcBef>
              <a:buFont typeface="Arial" panose="020B0604020202020204" pitchFamily="34" charset="0"/>
              <a:buChar char="–"/>
              <a:defRPr sz="2000"/>
            </a:lvl3pPr>
            <a:lvl4pPr marL="228600" indent="-228600" algn="r">
              <a:lnSpc>
                <a:spcPct val="100000"/>
              </a:lnSpc>
              <a:spcBef>
                <a:spcPts val="0"/>
              </a:spcBef>
              <a:buFont typeface="Arial" panose="020B0604020202020204" pitchFamily="34" charset="0"/>
              <a:buChar char="–"/>
              <a:defRPr sz="2000"/>
            </a:lvl4pPr>
            <a:lvl5pPr marL="228600" indent="-228600" algn="r">
              <a:lnSpc>
                <a:spcPct val="100000"/>
              </a:lnSpc>
              <a:spcBef>
                <a:spcPts val="0"/>
              </a:spcBef>
              <a:buFont typeface="Arial" panose="020B0604020202020204" pitchFamily="34" charset="0"/>
              <a:buChar char="–"/>
              <a:defRPr sz="2000"/>
            </a:lvl5pPr>
            <a:lvl6pPr marL="228600" indent="-228600" algn="r">
              <a:lnSpc>
                <a:spcPct val="100000"/>
              </a:lnSpc>
              <a:spcBef>
                <a:spcPts val="0"/>
              </a:spcBef>
              <a:buFont typeface="Arial" panose="020B0604020202020204" pitchFamily="34" charset="0"/>
              <a:buChar char="–"/>
              <a:defRPr sz="2000"/>
            </a:lvl6pPr>
            <a:lvl7pPr marL="228600" indent="-228600" algn="r">
              <a:lnSpc>
                <a:spcPct val="100000"/>
              </a:lnSpc>
              <a:spcBef>
                <a:spcPts val="0"/>
              </a:spcBef>
              <a:buFont typeface="Arial" panose="020B0604020202020204" pitchFamily="34" charset="0"/>
              <a:buChar char="–"/>
              <a:defRPr sz="2000"/>
            </a:lvl7pPr>
            <a:lvl8pPr marL="228600" indent="-228600" algn="r">
              <a:lnSpc>
                <a:spcPct val="100000"/>
              </a:lnSpc>
              <a:spcBef>
                <a:spcPts val="0"/>
              </a:spcBef>
              <a:buFont typeface="Arial" panose="020B0604020202020204" pitchFamily="34" charset="0"/>
              <a:buChar char="–"/>
              <a:defRPr sz="2000"/>
            </a:lvl8pPr>
            <a:lvl9pPr marL="0" indent="0" algn="r">
              <a:lnSpc>
                <a:spcPct val="100000"/>
              </a:lnSpc>
              <a:spcBef>
                <a:spcPts val="0"/>
              </a:spcBef>
              <a:buFont typeface="Arial" panose="020B0604020202020204" pitchFamily="34" charset="0"/>
              <a:buNone/>
              <a:defRPr sz="2000"/>
            </a:lvl9pPr>
          </a:lstStyle>
          <a:p>
            <a:pPr lvl="0"/>
            <a:r>
              <a:t>Quotation attribution or source</a:t>
            </a:r>
          </a:p>
        </p:txBody>
      </p:sp>
      <p:grpSp>
        <p:nvGrpSpPr>
          <p:cNvPr id="4" name="Group 3">
            <a:extLst>
              <a:ext uri="{FF2B5EF4-FFF2-40B4-BE49-F238E27FC236}">
                <a16:creationId xmlns:a16="http://schemas.microsoft.com/office/drawing/2014/main" id="{EB8A0B67-689D-6FD1-3271-CFC3CC163B83}"/>
              </a:ext>
            </a:extLst>
          </p:cNvPr>
          <p:cNvGrpSpPr/>
          <p:nvPr/>
        </p:nvGrpSpPr>
        <p:grpSpPr>
          <a:xfrm>
            <a:off x="321471" y="1531917"/>
            <a:ext cx="934831" cy="737514"/>
            <a:chOff x="321471" y="1531917"/>
            <a:chExt cx="934831" cy="737514"/>
          </a:xfrm>
        </p:grpSpPr>
        <p:grpSp>
          <p:nvGrpSpPr>
            <p:cNvPr id="15" name="Group 14">
              <a:extLst>
                <a:ext uri="{FF2B5EF4-FFF2-40B4-BE49-F238E27FC236}">
                  <a16:creationId xmlns:a16="http://schemas.microsoft.com/office/drawing/2014/main" id="{6D151AB0-BFE9-4CC9-8763-6A3B395FE92B}"/>
                </a:ext>
              </a:extLst>
            </p:cNvPr>
            <p:cNvGrpSpPr/>
            <p:nvPr/>
          </p:nvGrpSpPr>
          <p:grpSpPr bwMode="ltGray">
            <a:xfrm>
              <a:off x="321471" y="1531917"/>
              <a:ext cx="934831" cy="737514"/>
              <a:chOff x="3175" y="1360488"/>
              <a:chExt cx="2752724" cy="2171700"/>
            </a:xfrm>
            <a:noFill/>
          </p:grpSpPr>
          <p:sp>
            <p:nvSpPr>
              <p:cNvPr id="23" name="Freeform 24">
                <a:extLst>
                  <a:ext uri="{FF2B5EF4-FFF2-40B4-BE49-F238E27FC236}">
                    <a16:creationId xmlns:a16="http://schemas.microsoft.com/office/drawing/2014/main" id="{9BD8B369-5DFE-4676-85B7-75F9E099BF3C}"/>
                  </a:ext>
                </a:extLst>
              </p:cNvPr>
              <p:cNvSpPr>
                <a:spLocks/>
              </p:cNvSpPr>
              <p:nvPr/>
            </p:nvSpPr>
            <p:spPr bwMode="ltGray">
              <a:xfrm>
                <a:off x="1525587" y="1360488"/>
                <a:ext cx="1230312" cy="2171700"/>
              </a:xfrm>
              <a:custGeom>
                <a:avLst/>
                <a:gdLst>
                  <a:gd name="T0" fmla="*/ 328 w 775"/>
                  <a:gd name="T1" fmla="*/ 593 h 1368"/>
                  <a:gd name="T2" fmla="*/ 333 w 775"/>
                  <a:gd name="T3" fmla="*/ 513 h 1368"/>
                  <a:gd name="T4" fmla="*/ 346 w 775"/>
                  <a:gd name="T5" fmla="*/ 445 h 1368"/>
                  <a:gd name="T6" fmla="*/ 367 w 775"/>
                  <a:gd name="T7" fmla="*/ 386 h 1368"/>
                  <a:gd name="T8" fmla="*/ 396 w 775"/>
                  <a:gd name="T9" fmla="*/ 334 h 1368"/>
                  <a:gd name="T10" fmla="*/ 428 w 775"/>
                  <a:gd name="T11" fmla="*/ 291 h 1368"/>
                  <a:gd name="T12" fmla="*/ 465 w 775"/>
                  <a:gd name="T13" fmla="*/ 256 h 1368"/>
                  <a:gd name="T14" fmla="*/ 504 w 775"/>
                  <a:gd name="T15" fmla="*/ 227 h 1368"/>
                  <a:gd name="T16" fmla="*/ 545 w 775"/>
                  <a:gd name="T17" fmla="*/ 203 h 1368"/>
                  <a:gd name="T18" fmla="*/ 585 w 775"/>
                  <a:gd name="T19" fmla="*/ 185 h 1368"/>
                  <a:gd name="T20" fmla="*/ 625 w 775"/>
                  <a:gd name="T21" fmla="*/ 172 h 1368"/>
                  <a:gd name="T22" fmla="*/ 695 w 775"/>
                  <a:gd name="T23" fmla="*/ 157 h 1368"/>
                  <a:gd name="T24" fmla="*/ 744 w 775"/>
                  <a:gd name="T25" fmla="*/ 152 h 1368"/>
                  <a:gd name="T26" fmla="*/ 763 w 775"/>
                  <a:gd name="T27" fmla="*/ 0 h 1368"/>
                  <a:gd name="T28" fmla="*/ 725 w 775"/>
                  <a:gd name="T29" fmla="*/ 2 h 1368"/>
                  <a:gd name="T30" fmla="*/ 655 w 775"/>
                  <a:gd name="T31" fmla="*/ 5 h 1368"/>
                  <a:gd name="T32" fmla="*/ 588 w 775"/>
                  <a:gd name="T33" fmla="*/ 12 h 1368"/>
                  <a:gd name="T34" fmla="*/ 526 w 775"/>
                  <a:gd name="T35" fmla="*/ 23 h 1368"/>
                  <a:gd name="T36" fmla="*/ 467 w 775"/>
                  <a:gd name="T37" fmla="*/ 36 h 1368"/>
                  <a:gd name="T38" fmla="*/ 415 w 775"/>
                  <a:gd name="T39" fmla="*/ 52 h 1368"/>
                  <a:gd name="T40" fmla="*/ 366 w 775"/>
                  <a:gd name="T41" fmla="*/ 70 h 1368"/>
                  <a:gd name="T42" fmla="*/ 321 w 775"/>
                  <a:gd name="T43" fmla="*/ 90 h 1368"/>
                  <a:gd name="T44" fmla="*/ 280 w 775"/>
                  <a:gd name="T45" fmla="*/ 111 h 1368"/>
                  <a:gd name="T46" fmla="*/ 242 w 775"/>
                  <a:gd name="T47" fmla="*/ 134 h 1368"/>
                  <a:gd name="T48" fmla="*/ 209 w 775"/>
                  <a:gd name="T49" fmla="*/ 159 h 1368"/>
                  <a:gd name="T50" fmla="*/ 163 w 775"/>
                  <a:gd name="T51" fmla="*/ 197 h 1368"/>
                  <a:gd name="T52" fmla="*/ 114 w 775"/>
                  <a:gd name="T53" fmla="*/ 252 h 1368"/>
                  <a:gd name="T54" fmla="*/ 76 w 775"/>
                  <a:gd name="T55" fmla="*/ 308 h 1368"/>
                  <a:gd name="T56" fmla="*/ 48 w 775"/>
                  <a:gd name="T57" fmla="*/ 364 h 1368"/>
                  <a:gd name="T58" fmla="*/ 26 w 775"/>
                  <a:gd name="T59" fmla="*/ 418 h 1368"/>
                  <a:gd name="T60" fmla="*/ 13 w 775"/>
                  <a:gd name="T61" fmla="*/ 467 h 1368"/>
                  <a:gd name="T62" fmla="*/ 5 w 775"/>
                  <a:gd name="T63" fmla="*/ 511 h 1368"/>
                  <a:gd name="T64" fmla="*/ 0 w 775"/>
                  <a:gd name="T65" fmla="*/ 574 h 1368"/>
                  <a:gd name="T66" fmla="*/ 0 w 775"/>
                  <a:gd name="T67" fmla="*/ 1368 h 1368"/>
                  <a:gd name="T68" fmla="*/ 775 w 775"/>
                  <a:gd name="T69" fmla="*/ 593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75" h="1368">
                    <a:moveTo>
                      <a:pt x="328" y="593"/>
                    </a:moveTo>
                    <a:lnTo>
                      <a:pt x="328" y="593"/>
                    </a:lnTo>
                    <a:lnTo>
                      <a:pt x="329" y="551"/>
                    </a:lnTo>
                    <a:lnTo>
                      <a:pt x="333" y="513"/>
                    </a:lnTo>
                    <a:lnTo>
                      <a:pt x="339" y="477"/>
                    </a:lnTo>
                    <a:lnTo>
                      <a:pt x="346" y="445"/>
                    </a:lnTo>
                    <a:lnTo>
                      <a:pt x="357" y="414"/>
                    </a:lnTo>
                    <a:lnTo>
                      <a:pt x="367" y="386"/>
                    </a:lnTo>
                    <a:lnTo>
                      <a:pt x="382" y="358"/>
                    </a:lnTo>
                    <a:lnTo>
                      <a:pt x="396" y="334"/>
                    </a:lnTo>
                    <a:lnTo>
                      <a:pt x="411" y="312"/>
                    </a:lnTo>
                    <a:lnTo>
                      <a:pt x="428" y="291"/>
                    </a:lnTo>
                    <a:lnTo>
                      <a:pt x="447" y="272"/>
                    </a:lnTo>
                    <a:lnTo>
                      <a:pt x="465" y="256"/>
                    </a:lnTo>
                    <a:lnTo>
                      <a:pt x="485" y="240"/>
                    </a:lnTo>
                    <a:lnTo>
                      <a:pt x="504" y="227"/>
                    </a:lnTo>
                    <a:lnTo>
                      <a:pt x="525" y="214"/>
                    </a:lnTo>
                    <a:lnTo>
                      <a:pt x="545" y="203"/>
                    </a:lnTo>
                    <a:lnTo>
                      <a:pt x="565" y="194"/>
                    </a:lnTo>
                    <a:lnTo>
                      <a:pt x="585" y="185"/>
                    </a:lnTo>
                    <a:lnTo>
                      <a:pt x="606" y="178"/>
                    </a:lnTo>
                    <a:lnTo>
                      <a:pt x="625" y="172"/>
                    </a:lnTo>
                    <a:lnTo>
                      <a:pt x="662" y="163"/>
                    </a:lnTo>
                    <a:lnTo>
                      <a:pt x="695" y="157"/>
                    </a:lnTo>
                    <a:lnTo>
                      <a:pt x="723" y="153"/>
                    </a:lnTo>
                    <a:lnTo>
                      <a:pt x="744" y="152"/>
                    </a:lnTo>
                    <a:lnTo>
                      <a:pt x="763" y="151"/>
                    </a:lnTo>
                    <a:lnTo>
                      <a:pt x="763" y="0"/>
                    </a:lnTo>
                    <a:lnTo>
                      <a:pt x="763" y="0"/>
                    </a:lnTo>
                    <a:lnTo>
                      <a:pt x="725" y="2"/>
                    </a:lnTo>
                    <a:lnTo>
                      <a:pt x="689" y="3"/>
                    </a:lnTo>
                    <a:lnTo>
                      <a:pt x="655" y="5"/>
                    </a:lnTo>
                    <a:lnTo>
                      <a:pt x="620" y="9"/>
                    </a:lnTo>
                    <a:lnTo>
                      <a:pt x="588" y="12"/>
                    </a:lnTo>
                    <a:lnTo>
                      <a:pt x="556" y="17"/>
                    </a:lnTo>
                    <a:lnTo>
                      <a:pt x="526" y="23"/>
                    </a:lnTo>
                    <a:lnTo>
                      <a:pt x="496" y="29"/>
                    </a:lnTo>
                    <a:lnTo>
                      <a:pt x="467" y="36"/>
                    </a:lnTo>
                    <a:lnTo>
                      <a:pt x="441" y="43"/>
                    </a:lnTo>
                    <a:lnTo>
                      <a:pt x="415" y="52"/>
                    </a:lnTo>
                    <a:lnTo>
                      <a:pt x="390" y="60"/>
                    </a:lnTo>
                    <a:lnTo>
                      <a:pt x="366" y="70"/>
                    </a:lnTo>
                    <a:lnTo>
                      <a:pt x="343" y="79"/>
                    </a:lnTo>
                    <a:lnTo>
                      <a:pt x="321" y="90"/>
                    </a:lnTo>
                    <a:lnTo>
                      <a:pt x="299" y="99"/>
                    </a:lnTo>
                    <a:lnTo>
                      <a:pt x="280" y="111"/>
                    </a:lnTo>
                    <a:lnTo>
                      <a:pt x="260" y="122"/>
                    </a:lnTo>
                    <a:lnTo>
                      <a:pt x="242" y="134"/>
                    </a:lnTo>
                    <a:lnTo>
                      <a:pt x="225" y="146"/>
                    </a:lnTo>
                    <a:lnTo>
                      <a:pt x="209" y="159"/>
                    </a:lnTo>
                    <a:lnTo>
                      <a:pt x="192" y="171"/>
                    </a:lnTo>
                    <a:lnTo>
                      <a:pt x="163" y="197"/>
                    </a:lnTo>
                    <a:lnTo>
                      <a:pt x="137" y="225"/>
                    </a:lnTo>
                    <a:lnTo>
                      <a:pt x="114" y="252"/>
                    </a:lnTo>
                    <a:lnTo>
                      <a:pt x="94" y="281"/>
                    </a:lnTo>
                    <a:lnTo>
                      <a:pt x="76" y="308"/>
                    </a:lnTo>
                    <a:lnTo>
                      <a:pt x="61" y="337"/>
                    </a:lnTo>
                    <a:lnTo>
                      <a:pt x="48" y="364"/>
                    </a:lnTo>
                    <a:lnTo>
                      <a:pt x="36" y="392"/>
                    </a:lnTo>
                    <a:lnTo>
                      <a:pt x="26" y="418"/>
                    </a:lnTo>
                    <a:lnTo>
                      <a:pt x="19" y="443"/>
                    </a:lnTo>
                    <a:lnTo>
                      <a:pt x="13" y="467"/>
                    </a:lnTo>
                    <a:lnTo>
                      <a:pt x="8" y="489"/>
                    </a:lnTo>
                    <a:lnTo>
                      <a:pt x="5" y="511"/>
                    </a:lnTo>
                    <a:lnTo>
                      <a:pt x="1" y="547"/>
                    </a:lnTo>
                    <a:lnTo>
                      <a:pt x="0" y="574"/>
                    </a:lnTo>
                    <a:lnTo>
                      <a:pt x="0" y="593"/>
                    </a:lnTo>
                    <a:lnTo>
                      <a:pt x="0" y="1368"/>
                    </a:lnTo>
                    <a:lnTo>
                      <a:pt x="775" y="1368"/>
                    </a:lnTo>
                    <a:lnTo>
                      <a:pt x="775" y="593"/>
                    </a:lnTo>
                    <a:lnTo>
                      <a:pt x="328" y="593"/>
                    </a:lnTo>
                    <a:close/>
                  </a:path>
                </a:pathLst>
              </a:custGeom>
              <a:grpFill/>
              <a:ln w="15875">
                <a:solidFill>
                  <a:schemeClr val="accent4"/>
                </a:solidFill>
                <a:prstDash val="solid"/>
                <a:round/>
                <a:headEnd/>
                <a:tailEnd/>
              </a:ln>
            </p:spPr>
            <p:txBody>
              <a:bodyPr vert="horz" wrap="square" lIns="91440" tIns="45720" rIns="91440" bIns="45720" numCol="1" anchor="t" anchorCtr="0" compatLnSpc="1">
                <a:prstTxWarp prst="textNoShape">
                  <a:avLst/>
                </a:prstTxWarp>
              </a:bodyPr>
              <a:lstStyle/>
              <a:p>
                <a:pPr>
                  <a:buClr>
                    <a:srgbClr val="6699CC"/>
                  </a:buClr>
                </a:pPr>
                <a:endParaRPr sz="1800" b="0" i="0">
                  <a:solidFill>
                    <a:srgbClr val="6699CC"/>
                  </a:solidFill>
                  <a:latin typeface="+mn-lt"/>
                  <a:cs typeface="Arial" panose="020B0604020202020204" pitchFamily="34" charset="0"/>
                </a:endParaRPr>
              </a:p>
            </p:txBody>
          </p:sp>
          <p:sp>
            <p:nvSpPr>
              <p:cNvPr id="24" name="Freeform 27">
                <a:extLst>
                  <a:ext uri="{FF2B5EF4-FFF2-40B4-BE49-F238E27FC236}">
                    <a16:creationId xmlns:a16="http://schemas.microsoft.com/office/drawing/2014/main" id="{99BF4D91-5C77-49E3-9891-AE488BF56C14}"/>
                  </a:ext>
                </a:extLst>
              </p:cNvPr>
              <p:cNvSpPr>
                <a:spLocks/>
              </p:cNvSpPr>
              <p:nvPr/>
            </p:nvSpPr>
            <p:spPr bwMode="ltGray">
              <a:xfrm>
                <a:off x="3175" y="1360488"/>
                <a:ext cx="1230312" cy="2171700"/>
              </a:xfrm>
              <a:custGeom>
                <a:avLst/>
                <a:gdLst>
                  <a:gd name="T0" fmla="*/ 328 w 775"/>
                  <a:gd name="T1" fmla="*/ 593 h 1368"/>
                  <a:gd name="T2" fmla="*/ 333 w 775"/>
                  <a:gd name="T3" fmla="*/ 513 h 1368"/>
                  <a:gd name="T4" fmla="*/ 347 w 775"/>
                  <a:gd name="T5" fmla="*/ 445 h 1368"/>
                  <a:gd name="T6" fmla="*/ 369 w 775"/>
                  <a:gd name="T7" fmla="*/ 386 h 1368"/>
                  <a:gd name="T8" fmla="*/ 396 w 775"/>
                  <a:gd name="T9" fmla="*/ 334 h 1368"/>
                  <a:gd name="T10" fmla="*/ 430 w 775"/>
                  <a:gd name="T11" fmla="*/ 291 h 1368"/>
                  <a:gd name="T12" fmla="*/ 465 w 775"/>
                  <a:gd name="T13" fmla="*/ 256 h 1368"/>
                  <a:gd name="T14" fmla="*/ 505 w 775"/>
                  <a:gd name="T15" fmla="*/ 227 h 1368"/>
                  <a:gd name="T16" fmla="*/ 545 w 775"/>
                  <a:gd name="T17" fmla="*/ 203 h 1368"/>
                  <a:gd name="T18" fmla="*/ 587 w 775"/>
                  <a:gd name="T19" fmla="*/ 185 h 1368"/>
                  <a:gd name="T20" fmla="*/ 626 w 775"/>
                  <a:gd name="T21" fmla="*/ 172 h 1368"/>
                  <a:gd name="T22" fmla="*/ 696 w 775"/>
                  <a:gd name="T23" fmla="*/ 157 h 1368"/>
                  <a:gd name="T24" fmla="*/ 744 w 775"/>
                  <a:gd name="T25" fmla="*/ 152 h 1368"/>
                  <a:gd name="T26" fmla="*/ 763 w 775"/>
                  <a:gd name="T27" fmla="*/ 0 h 1368"/>
                  <a:gd name="T28" fmla="*/ 727 w 775"/>
                  <a:gd name="T29" fmla="*/ 2 h 1368"/>
                  <a:gd name="T30" fmla="*/ 655 w 775"/>
                  <a:gd name="T31" fmla="*/ 5 h 1368"/>
                  <a:gd name="T32" fmla="*/ 588 w 775"/>
                  <a:gd name="T33" fmla="*/ 12 h 1368"/>
                  <a:gd name="T34" fmla="*/ 526 w 775"/>
                  <a:gd name="T35" fmla="*/ 23 h 1368"/>
                  <a:gd name="T36" fmla="*/ 469 w 775"/>
                  <a:gd name="T37" fmla="*/ 36 h 1368"/>
                  <a:gd name="T38" fmla="*/ 415 w 775"/>
                  <a:gd name="T39" fmla="*/ 52 h 1368"/>
                  <a:gd name="T40" fmla="*/ 366 w 775"/>
                  <a:gd name="T41" fmla="*/ 70 h 1368"/>
                  <a:gd name="T42" fmla="*/ 321 w 775"/>
                  <a:gd name="T43" fmla="*/ 90 h 1368"/>
                  <a:gd name="T44" fmla="*/ 281 w 775"/>
                  <a:gd name="T45" fmla="*/ 111 h 1368"/>
                  <a:gd name="T46" fmla="*/ 242 w 775"/>
                  <a:gd name="T47" fmla="*/ 134 h 1368"/>
                  <a:gd name="T48" fmla="*/ 209 w 775"/>
                  <a:gd name="T49" fmla="*/ 159 h 1368"/>
                  <a:gd name="T50" fmla="*/ 164 w 775"/>
                  <a:gd name="T51" fmla="*/ 197 h 1368"/>
                  <a:gd name="T52" fmla="*/ 115 w 775"/>
                  <a:gd name="T53" fmla="*/ 252 h 1368"/>
                  <a:gd name="T54" fmla="*/ 77 w 775"/>
                  <a:gd name="T55" fmla="*/ 308 h 1368"/>
                  <a:gd name="T56" fmla="*/ 48 w 775"/>
                  <a:gd name="T57" fmla="*/ 364 h 1368"/>
                  <a:gd name="T58" fmla="*/ 28 w 775"/>
                  <a:gd name="T59" fmla="*/ 418 h 1368"/>
                  <a:gd name="T60" fmla="*/ 14 w 775"/>
                  <a:gd name="T61" fmla="*/ 467 h 1368"/>
                  <a:gd name="T62" fmla="*/ 5 w 775"/>
                  <a:gd name="T63" fmla="*/ 511 h 1368"/>
                  <a:gd name="T64" fmla="*/ 0 w 775"/>
                  <a:gd name="T65" fmla="*/ 574 h 1368"/>
                  <a:gd name="T66" fmla="*/ 0 w 775"/>
                  <a:gd name="T67" fmla="*/ 1368 h 1368"/>
                  <a:gd name="T68" fmla="*/ 775 w 775"/>
                  <a:gd name="T69" fmla="*/ 593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75" h="1368">
                    <a:moveTo>
                      <a:pt x="328" y="593"/>
                    </a:moveTo>
                    <a:lnTo>
                      <a:pt x="328" y="593"/>
                    </a:lnTo>
                    <a:lnTo>
                      <a:pt x="329" y="551"/>
                    </a:lnTo>
                    <a:lnTo>
                      <a:pt x="333" y="513"/>
                    </a:lnTo>
                    <a:lnTo>
                      <a:pt x="339" y="477"/>
                    </a:lnTo>
                    <a:lnTo>
                      <a:pt x="347" y="445"/>
                    </a:lnTo>
                    <a:lnTo>
                      <a:pt x="357" y="414"/>
                    </a:lnTo>
                    <a:lnTo>
                      <a:pt x="369" y="386"/>
                    </a:lnTo>
                    <a:lnTo>
                      <a:pt x="382" y="358"/>
                    </a:lnTo>
                    <a:lnTo>
                      <a:pt x="396" y="334"/>
                    </a:lnTo>
                    <a:lnTo>
                      <a:pt x="412" y="312"/>
                    </a:lnTo>
                    <a:lnTo>
                      <a:pt x="430" y="291"/>
                    </a:lnTo>
                    <a:lnTo>
                      <a:pt x="448" y="272"/>
                    </a:lnTo>
                    <a:lnTo>
                      <a:pt x="465" y="256"/>
                    </a:lnTo>
                    <a:lnTo>
                      <a:pt x="486" y="240"/>
                    </a:lnTo>
                    <a:lnTo>
                      <a:pt x="505" y="227"/>
                    </a:lnTo>
                    <a:lnTo>
                      <a:pt x="525" y="214"/>
                    </a:lnTo>
                    <a:lnTo>
                      <a:pt x="545" y="203"/>
                    </a:lnTo>
                    <a:lnTo>
                      <a:pt x="567" y="194"/>
                    </a:lnTo>
                    <a:lnTo>
                      <a:pt x="587" y="185"/>
                    </a:lnTo>
                    <a:lnTo>
                      <a:pt x="606" y="178"/>
                    </a:lnTo>
                    <a:lnTo>
                      <a:pt x="626" y="172"/>
                    </a:lnTo>
                    <a:lnTo>
                      <a:pt x="662" y="163"/>
                    </a:lnTo>
                    <a:lnTo>
                      <a:pt x="696" y="157"/>
                    </a:lnTo>
                    <a:lnTo>
                      <a:pt x="723" y="153"/>
                    </a:lnTo>
                    <a:lnTo>
                      <a:pt x="744" y="152"/>
                    </a:lnTo>
                    <a:lnTo>
                      <a:pt x="763" y="151"/>
                    </a:lnTo>
                    <a:lnTo>
                      <a:pt x="763" y="0"/>
                    </a:lnTo>
                    <a:lnTo>
                      <a:pt x="763" y="0"/>
                    </a:lnTo>
                    <a:lnTo>
                      <a:pt x="727" y="2"/>
                    </a:lnTo>
                    <a:lnTo>
                      <a:pt x="690" y="3"/>
                    </a:lnTo>
                    <a:lnTo>
                      <a:pt x="655" y="5"/>
                    </a:lnTo>
                    <a:lnTo>
                      <a:pt x="620" y="9"/>
                    </a:lnTo>
                    <a:lnTo>
                      <a:pt x="588" y="12"/>
                    </a:lnTo>
                    <a:lnTo>
                      <a:pt x="556" y="17"/>
                    </a:lnTo>
                    <a:lnTo>
                      <a:pt x="526" y="23"/>
                    </a:lnTo>
                    <a:lnTo>
                      <a:pt x="496" y="29"/>
                    </a:lnTo>
                    <a:lnTo>
                      <a:pt x="469" y="36"/>
                    </a:lnTo>
                    <a:lnTo>
                      <a:pt x="442" y="43"/>
                    </a:lnTo>
                    <a:lnTo>
                      <a:pt x="415" y="52"/>
                    </a:lnTo>
                    <a:lnTo>
                      <a:pt x="390" y="60"/>
                    </a:lnTo>
                    <a:lnTo>
                      <a:pt x="366" y="70"/>
                    </a:lnTo>
                    <a:lnTo>
                      <a:pt x="344" y="79"/>
                    </a:lnTo>
                    <a:lnTo>
                      <a:pt x="321" y="90"/>
                    </a:lnTo>
                    <a:lnTo>
                      <a:pt x="301" y="99"/>
                    </a:lnTo>
                    <a:lnTo>
                      <a:pt x="281" y="111"/>
                    </a:lnTo>
                    <a:lnTo>
                      <a:pt x="262" y="122"/>
                    </a:lnTo>
                    <a:lnTo>
                      <a:pt x="242" y="134"/>
                    </a:lnTo>
                    <a:lnTo>
                      <a:pt x="226" y="146"/>
                    </a:lnTo>
                    <a:lnTo>
                      <a:pt x="209" y="159"/>
                    </a:lnTo>
                    <a:lnTo>
                      <a:pt x="194" y="171"/>
                    </a:lnTo>
                    <a:lnTo>
                      <a:pt x="164" y="197"/>
                    </a:lnTo>
                    <a:lnTo>
                      <a:pt x="138" y="225"/>
                    </a:lnTo>
                    <a:lnTo>
                      <a:pt x="115" y="252"/>
                    </a:lnTo>
                    <a:lnTo>
                      <a:pt x="95" y="281"/>
                    </a:lnTo>
                    <a:lnTo>
                      <a:pt x="77" y="308"/>
                    </a:lnTo>
                    <a:lnTo>
                      <a:pt x="61" y="337"/>
                    </a:lnTo>
                    <a:lnTo>
                      <a:pt x="48" y="364"/>
                    </a:lnTo>
                    <a:lnTo>
                      <a:pt x="36" y="392"/>
                    </a:lnTo>
                    <a:lnTo>
                      <a:pt x="28" y="418"/>
                    </a:lnTo>
                    <a:lnTo>
                      <a:pt x="19" y="443"/>
                    </a:lnTo>
                    <a:lnTo>
                      <a:pt x="14" y="467"/>
                    </a:lnTo>
                    <a:lnTo>
                      <a:pt x="9" y="489"/>
                    </a:lnTo>
                    <a:lnTo>
                      <a:pt x="5" y="511"/>
                    </a:lnTo>
                    <a:lnTo>
                      <a:pt x="2" y="547"/>
                    </a:lnTo>
                    <a:lnTo>
                      <a:pt x="0" y="574"/>
                    </a:lnTo>
                    <a:lnTo>
                      <a:pt x="0" y="593"/>
                    </a:lnTo>
                    <a:lnTo>
                      <a:pt x="0" y="1368"/>
                    </a:lnTo>
                    <a:lnTo>
                      <a:pt x="775" y="1368"/>
                    </a:lnTo>
                    <a:lnTo>
                      <a:pt x="775" y="593"/>
                    </a:lnTo>
                    <a:lnTo>
                      <a:pt x="328" y="593"/>
                    </a:lnTo>
                    <a:close/>
                  </a:path>
                </a:pathLst>
              </a:custGeom>
              <a:grpFill/>
              <a:ln w="15875">
                <a:solidFill>
                  <a:schemeClr val="accent4"/>
                </a:solidFill>
                <a:prstDash val="solid"/>
                <a:round/>
                <a:headEnd/>
                <a:tailEnd/>
              </a:ln>
            </p:spPr>
            <p:txBody>
              <a:bodyPr vert="horz" wrap="square" lIns="91440" tIns="45720" rIns="91440" bIns="45720" numCol="1" anchor="t" anchorCtr="0" compatLnSpc="1">
                <a:prstTxWarp prst="textNoShape">
                  <a:avLst/>
                </a:prstTxWarp>
              </a:bodyPr>
              <a:lstStyle/>
              <a:p>
                <a:pPr>
                  <a:buClr>
                    <a:srgbClr val="6699CC"/>
                  </a:buClr>
                </a:pPr>
                <a:endParaRPr sz="1800" b="0" i="0">
                  <a:solidFill>
                    <a:srgbClr val="6699CC"/>
                  </a:solidFill>
                  <a:latin typeface="+mn-lt"/>
                  <a:cs typeface="Arial" panose="020B0604020202020204" pitchFamily="34" charset="0"/>
                </a:endParaRPr>
              </a:p>
            </p:txBody>
          </p:sp>
        </p:grpSp>
        <p:sp>
          <p:nvSpPr>
            <p:cNvPr id="2" name="Rectangle 1">
              <a:extLst>
                <a:ext uri="{FF2B5EF4-FFF2-40B4-BE49-F238E27FC236}">
                  <a16:creationId xmlns:a16="http://schemas.microsoft.com/office/drawing/2014/main" id="{A0125819-8A68-B7E4-ECDE-5B96BEBCCFD3}"/>
                </a:ext>
              </a:extLst>
            </p:cNvPr>
            <p:cNvSpPr/>
            <p:nvPr/>
          </p:nvSpPr>
          <p:spPr>
            <a:xfrm>
              <a:off x="321471" y="2241602"/>
              <a:ext cx="417817" cy="27829"/>
            </a:xfrm>
            <a:prstGeom prst="rect">
              <a:avLst/>
            </a:prstGeom>
            <a:solidFill>
              <a:srgbClr val="FF6600"/>
            </a:solidFill>
            <a:ln w="15875">
              <a:solidFill>
                <a:srgbClr val="FF6600"/>
              </a:solidFill>
              <a:prstDash val="solid"/>
              <a:miter lim="800000"/>
              <a:headEnd/>
              <a:tailEnd/>
            </a:ln>
          </p:spPr>
          <p:txBody>
            <a:bodyPr vert="horz" wrap="square" lIns="91440" tIns="45720" rIns="91440" bIns="45720" numCol="1" anchor="t" anchorCtr="0" compatLnSpc="1">
              <a:prstTxWarp prst="textNoShape">
                <a:avLst/>
              </a:prstTxWarp>
            </a:bodyPr>
            <a:lstStyle/>
            <a:p>
              <a:pPr lvl="0">
                <a:buClr>
                  <a:srgbClr val="6699CC"/>
                </a:buClr>
              </a:pPr>
              <a:endParaRPr lang="en-US" b="0" i="0">
                <a:solidFill>
                  <a:srgbClr val="6699CC"/>
                </a:solidFill>
                <a:cs typeface="Arial" panose="020B0604020202020204" pitchFamily="34" charset="0"/>
              </a:endParaRPr>
            </a:p>
          </p:txBody>
        </p:sp>
        <p:sp>
          <p:nvSpPr>
            <p:cNvPr id="3" name="Rectangle 2">
              <a:extLst>
                <a:ext uri="{FF2B5EF4-FFF2-40B4-BE49-F238E27FC236}">
                  <a16:creationId xmlns:a16="http://schemas.microsoft.com/office/drawing/2014/main" id="{06E6F4B5-E3F5-CCCB-E725-E3FF411C580E}"/>
                </a:ext>
              </a:extLst>
            </p:cNvPr>
            <p:cNvSpPr/>
            <p:nvPr/>
          </p:nvSpPr>
          <p:spPr>
            <a:xfrm>
              <a:off x="838485" y="2241602"/>
              <a:ext cx="417817" cy="27829"/>
            </a:xfrm>
            <a:prstGeom prst="rect">
              <a:avLst/>
            </a:prstGeom>
            <a:solidFill>
              <a:srgbClr val="FF6600"/>
            </a:solidFill>
            <a:ln w="15875">
              <a:solidFill>
                <a:srgbClr val="FF6600"/>
              </a:solidFill>
              <a:prstDash val="solid"/>
              <a:miter lim="800000"/>
              <a:headEnd/>
              <a:tailEnd/>
            </a:ln>
          </p:spPr>
          <p:txBody>
            <a:bodyPr vert="horz" wrap="square" lIns="91440" tIns="45720" rIns="91440" bIns="45720" numCol="1" anchor="t" anchorCtr="0" compatLnSpc="1">
              <a:prstTxWarp prst="textNoShape">
                <a:avLst/>
              </a:prstTxWarp>
            </a:bodyPr>
            <a:lstStyle/>
            <a:p>
              <a:pPr lvl="0">
                <a:buClr>
                  <a:srgbClr val="6699CC"/>
                </a:buClr>
              </a:pPr>
              <a:endParaRPr lang="en-US" b="0" i="0">
                <a:solidFill>
                  <a:srgbClr val="6699CC"/>
                </a:solidFill>
                <a:cs typeface="Arial" panose="020B0604020202020204" pitchFamily="34" charset="0"/>
              </a:endParaRPr>
            </a:p>
          </p:txBody>
        </p:sp>
      </p:grpSp>
      <p:grpSp>
        <p:nvGrpSpPr>
          <p:cNvPr id="5" name="Group 4">
            <a:extLst>
              <a:ext uri="{FF2B5EF4-FFF2-40B4-BE49-F238E27FC236}">
                <a16:creationId xmlns:a16="http://schemas.microsoft.com/office/drawing/2014/main" id="{7AFF4C4D-34E3-B215-EB56-22792F5A9704}"/>
              </a:ext>
            </a:extLst>
          </p:cNvPr>
          <p:cNvGrpSpPr/>
          <p:nvPr/>
        </p:nvGrpSpPr>
        <p:grpSpPr>
          <a:xfrm rot="10800000">
            <a:off x="10835869" y="4233611"/>
            <a:ext cx="934831" cy="737514"/>
            <a:chOff x="321471" y="1531917"/>
            <a:chExt cx="934831" cy="737514"/>
          </a:xfrm>
        </p:grpSpPr>
        <p:grpSp>
          <p:nvGrpSpPr>
            <p:cNvPr id="6" name="Group 5">
              <a:extLst>
                <a:ext uri="{FF2B5EF4-FFF2-40B4-BE49-F238E27FC236}">
                  <a16:creationId xmlns:a16="http://schemas.microsoft.com/office/drawing/2014/main" id="{10120AC2-A6C8-DBF0-770A-7FA6EFC9AA0A}"/>
                </a:ext>
              </a:extLst>
            </p:cNvPr>
            <p:cNvGrpSpPr/>
            <p:nvPr/>
          </p:nvGrpSpPr>
          <p:grpSpPr bwMode="ltGray">
            <a:xfrm>
              <a:off x="321471" y="1531917"/>
              <a:ext cx="934831" cy="737514"/>
              <a:chOff x="3175" y="1360488"/>
              <a:chExt cx="2752724" cy="2171700"/>
            </a:xfrm>
            <a:noFill/>
          </p:grpSpPr>
          <p:sp>
            <p:nvSpPr>
              <p:cNvPr id="9" name="Freeform 24">
                <a:extLst>
                  <a:ext uri="{FF2B5EF4-FFF2-40B4-BE49-F238E27FC236}">
                    <a16:creationId xmlns:a16="http://schemas.microsoft.com/office/drawing/2014/main" id="{AD97A36E-E4AF-6838-639F-0F6CFDE47736}"/>
                  </a:ext>
                </a:extLst>
              </p:cNvPr>
              <p:cNvSpPr>
                <a:spLocks/>
              </p:cNvSpPr>
              <p:nvPr/>
            </p:nvSpPr>
            <p:spPr bwMode="ltGray">
              <a:xfrm>
                <a:off x="1525587" y="1360488"/>
                <a:ext cx="1230312" cy="2171700"/>
              </a:xfrm>
              <a:custGeom>
                <a:avLst/>
                <a:gdLst>
                  <a:gd name="T0" fmla="*/ 328 w 775"/>
                  <a:gd name="T1" fmla="*/ 593 h 1368"/>
                  <a:gd name="T2" fmla="*/ 333 w 775"/>
                  <a:gd name="T3" fmla="*/ 513 h 1368"/>
                  <a:gd name="T4" fmla="*/ 346 w 775"/>
                  <a:gd name="T5" fmla="*/ 445 h 1368"/>
                  <a:gd name="T6" fmla="*/ 367 w 775"/>
                  <a:gd name="T7" fmla="*/ 386 h 1368"/>
                  <a:gd name="T8" fmla="*/ 396 w 775"/>
                  <a:gd name="T9" fmla="*/ 334 h 1368"/>
                  <a:gd name="T10" fmla="*/ 428 w 775"/>
                  <a:gd name="T11" fmla="*/ 291 h 1368"/>
                  <a:gd name="T12" fmla="*/ 465 w 775"/>
                  <a:gd name="T13" fmla="*/ 256 h 1368"/>
                  <a:gd name="T14" fmla="*/ 504 w 775"/>
                  <a:gd name="T15" fmla="*/ 227 h 1368"/>
                  <a:gd name="T16" fmla="*/ 545 w 775"/>
                  <a:gd name="T17" fmla="*/ 203 h 1368"/>
                  <a:gd name="T18" fmla="*/ 585 w 775"/>
                  <a:gd name="T19" fmla="*/ 185 h 1368"/>
                  <a:gd name="T20" fmla="*/ 625 w 775"/>
                  <a:gd name="T21" fmla="*/ 172 h 1368"/>
                  <a:gd name="T22" fmla="*/ 695 w 775"/>
                  <a:gd name="T23" fmla="*/ 157 h 1368"/>
                  <a:gd name="T24" fmla="*/ 744 w 775"/>
                  <a:gd name="T25" fmla="*/ 152 h 1368"/>
                  <a:gd name="T26" fmla="*/ 763 w 775"/>
                  <a:gd name="T27" fmla="*/ 0 h 1368"/>
                  <a:gd name="T28" fmla="*/ 725 w 775"/>
                  <a:gd name="T29" fmla="*/ 2 h 1368"/>
                  <a:gd name="T30" fmla="*/ 655 w 775"/>
                  <a:gd name="T31" fmla="*/ 5 h 1368"/>
                  <a:gd name="T32" fmla="*/ 588 w 775"/>
                  <a:gd name="T33" fmla="*/ 12 h 1368"/>
                  <a:gd name="T34" fmla="*/ 526 w 775"/>
                  <a:gd name="T35" fmla="*/ 23 h 1368"/>
                  <a:gd name="T36" fmla="*/ 467 w 775"/>
                  <a:gd name="T37" fmla="*/ 36 h 1368"/>
                  <a:gd name="T38" fmla="*/ 415 w 775"/>
                  <a:gd name="T39" fmla="*/ 52 h 1368"/>
                  <a:gd name="T40" fmla="*/ 366 w 775"/>
                  <a:gd name="T41" fmla="*/ 70 h 1368"/>
                  <a:gd name="T42" fmla="*/ 321 w 775"/>
                  <a:gd name="T43" fmla="*/ 90 h 1368"/>
                  <a:gd name="T44" fmla="*/ 280 w 775"/>
                  <a:gd name="T45" fmla="*/ 111 h 1368"/>
                  <a:gd name="T46" fmla="*/ 242 w 775"/>
                  <a:gd name="T47" fmla="*/ 134 h 1368"/>
                  <a:gd name="T48" fmla="*/ 209 w 775"/>
                  <a:gd name="T49" fmla="*/ 159 h 1368"/>
                  <a:gd name="T50" fmla="*/ 163 w 775"/>
                  <a:gd name="T51" fmla="*/ 197 h 1368"/>
                  <a:gd name="T52" fmla="*/ 114 w 775"/>
                  <a:gd name="T53" fmla="*/ 252 h 1368"/>
                  <a:gd name="T54" fmla="*/ 76 w 775"/>
                  <a:gd name="T55" fmla="*/ 308 h 1368"/>
                  <a:gd name="T56" fmla="*/ 48 w 775"/>
                  <a:gd name="T57" fmla="*/ 364 h 1368"/>
                  <a:gd name="T58" fmla="*/ 26 w 775"/>
                  <a:gd name="T59" fmla="*/ 418 h 1368"/>
                  <a:gd name="T60" fmla="*/ 13 w 775"/>
                  <a:gd name="T61" fmla="*/ 467 h 1368"/>
                  <a:gd name="T62" fmla="*/ 5 w 775"/>
                  <a:gd name="T63" fmla="*/ 511 h 1368"/>
                  <a:gd name="T64" fmla="*/ 0 w 775"/>
                  <a:gd name="T65" fmla="*/ 574 h 1368"/>
                  <a:gd name="T66" fmla="*/ 0 w 775"/>
                  <a:gd name="T67" fmla="*/ 1368 h 1368"/>
                  <a:gd name="T68" fmla="*/ 775 w 775"/>
                  <a:gd name="T69" fmla="*/ 593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75" h="1368">
                    <a:moveTo>
                      <a:pt x="328" y="593"/>
                    </a:moveTo>
                    <a:lnTo>
                      <a:pt x="328" y="593"/>
                    </a:lnTo>
                    <a:lnTo>
                      <a:pt x="329" y="551"/>
                    </a:lnTo>
                    <a:lnTo>
                      <a:pt x="333" y="513"/>
                    </a:lnTo>
                    <a:lnTo>
                      <a:pt x="339" y="477"/>
                    </a:lnTo>
                    <a:lnTo>
                      <a:pt x="346" y="445"/>
                    </a:lnTo>
                    <a:lnTo>
                      <a:pt x="357" y="414"/>
                    </a:lnTo>
                    <a:lnTo>
                      <a:pt x="367" y="386"/>
                    </a:lnTo>
                    <a:lnTo>
                      <a:pt x="382" y="358"/>
                    </a:lnTo>
                    <a:lnTo>
                      <a:pt x="396" y="334"/>
                    </a:lnTo>
                    <a:lnTo>
                      <a:pt x="411" y="312"/>
                    </a:lnTo>
                    <a:lnTo>
                      <a:pt x="428" y="291"/>
                    </a:lnTo>
                    <a:lnTo>
                      <a:pt x="447" y="272"/>
                    </a:lnTo>
                    <a:lnTo>
                      <a:pt x="465" y="256"/>
                    </a:lnTo>
                    <a:lnTo>
                      <a:pt x="485" y="240"/>
                    </a:lnTo>
                    <a:lnTo>
                      <a:pt x="504" y="227"/>
                    </a:lnTo>
                    <a:lnTo>
                      <a:pt x="525" y="214"/>
                    </a:lnTo>
                    <a:lnTo>
                      <a:pt x="545" y="203"/>
                    </a:lnTo>
                    <a:lnTo>
                      <a:pt x="565" y="194"/>
                    </a:lnTo>
                    <a:lnTo>
                      <a:pt x="585" y="185"/>
                    </a:lnTo>
                    <a:lnTo>
                      <a:pt x="606" y="178"/>
                    </a:lnTo>
                    <a:lnTo>
                      <a:pt x="625" y="172"/>
                    </a:lnTo>
                    <a:lnTo>
                      <a:pt x="662" y="163"/>
                    </a:lnTo>
                    <a:lnTo>
                      <a:pt x="695" y="157"/>
                    </a:lnTo>
                    <a:lnTo>
                      <a:pt x="723" y="153"/>
                    </a:lnTo>
                    <a:lnTo>
                      <a:pt x="744" y="152"/>
                    </a:lnTo>
                    <a:lnTo>
                      <a:pt x="763" y="151"/>
                    </a:lnTo>
                    <a:lnTo>
                      <a:pt x="763" y="0"/>
                    </a:lnTo>
                    <a:lnTo>
                      <a:pt x="763" y="0"/>
                    </a:lnTo>
                    <a:lnTo>
                      <a:pt x="725" y="2"/>
                    </a:lnTo>
                    <a:lnTo>
                      <a:pt x="689" y="3"/>
                    </a:lnTo>
                    <a:lnTo>
                      <a:pt x="655" y="5"/>
                    </a:lnTo>
                    <a:lnTo>
                      <a:pt x="620" y="9"/>
                    </a:lnTo>
                    <a:lnTo>
                      <a:pt x="588" y="12"/>
                    </a:lnTo>
                    <a:lnTo>
                      <a:pt x="556" y="17"/>
                    </a:lnTo>
                    <a:lnTo>
                      <a:pt x="526" y="23"/>
                    </a:lnTo>
                    <a:lnTo>
                      <a:pt x="496" y="29"/>
                    </a:lnTo>
                    <a:lnTo>
                      <a:pt x="467" y="36"/>
                    </a:lnTo>
                    <a:lnTo>
                      <a:pt x="441" y="43"/>
                    </a:lnTo>
                    <a:lnTo>
                      <a:pt x="415" y="52"/>
                    </a:lnTo>
                    <a:lnTo>
                      <a:pt x="390" y="60"/>
                    </a:lnTo>
                    <a:lnTo>
                      <a:pt x="366" y="70"/>
                    </a:lnTo>
                    <a:lnTo>
                      <a:pt x="343" y="79"/>
                    </a:lnTo>
                    <a:lnTo>
                      <a:pt x="321" y="90"/>
                    </a:lnTo>
                    <a:lnTo>
                      <a:pt x="299" y="99"/>
                    </a:lnTo>
                    <a:lnTo>
                      <a:pt x="280" y="111"/>
                    </a:lnTo>
                    <a:lnTo>
                      <a:pt x="260" y="122"/>
                    </a:lnTo>
                    <a:lnTo>
                      <a:pt x="242" y="134"/>
                    </a:lnTo>
                    <a:lnTo>
                      <a:pt x="225" y="146"/>
                    </a:lnTo>
                    <a:lnTo>
                      <a:pt x="209" y="159"/>
                    </a:lnTo>
                    <a:lnTo>
                      <a:pt x="192" y="171"/>
                    </a:lnTo>
                    <a:lnTo>
                      <a:pt x="163" y="197"/>
                    </a:lnTo>
                    <a:lnTo>
                      <a:pt x="137" y="225"/>
                    </a:lnTo>
                    <a:lnTo>
                      <a:pt x="114" y="252"/>
                    </a:lnTo>
                    <a:lnTo>
                      <a:pt x="94" y="281"/>
                    </a:lnTo>
                    <a:lnTo>
                      <a:pt x="76" y="308"/>
                    </a:lnTo>
                    <a:lnTo>
                      <a:pt x="61" y="337"/>
                    </a:lnTo>
                    <a:lnTo>
                      <a:pt x="48" y="364"/>
                    </a:lnTo>
                    <a:lnTo>
                      <a:pt x="36" y="392"/>
                    </a:lnTo>
                    <a:lnTo>
                      <a:pt x="26" y="418"/>
                    </a:lnTo>
                    <a:lnTo>
                      <a:pt x="19" y="443"/>
                    </a:lnTo>
                    <a:lnTo>
                      <a:pt x="13" y="467"/>
                    </a:lnTo>
                    <a:lnTo>
                      <a:pt x="8" y="489"/>
                    </a:lnTo>
                    <a:lnTo>
                      <a:pt x="5" y="511"/>
                    </a:lnTo>
                    <a:lnTo>
                      <a:pt x="1" y="547"/>
                    </a:lnTo>
                    <a:lnTo>
                      <a:pt x="0" y="574"/>
                    </a:lnTo>
                    <a:lnTo>
                      <a:pt x="0" y="593"/>
                    </a:lnTo>
                    <a:lnTo>
                      <a:pt x="0" y="1368"/>
                    </a:lnTo>
                    <a:lnTo>
                      <a:pt x="775" y="1368"/>
                    </a:lnTo>
                    <a:lnTo>
                      <a:pt x="775" y="593"/>
                    </a:lnTo>
                    <a:lnTo>
                      <a:pt x="328" y="593"/>
                    </a:lnTo>
                    <a:close/>
                  </a:path>
                </a:pathLst>
              </a:custGeom>
              <a:grpFill/>
              <a:ln w="15875">
                <a:solidFill>
                  <a:schemeClr val="accent4"/>
                </a:solidFill>
                <a:prstDash val="solid"/>
                <a:round/>
                <a:headEnd/>
                <a:tailEnd/>
              </a:ln>
            </p:spPr>
            <p:txBody>
              <a:bodyPr vert="horz" wrap="square" lIns="91440" tIns="45720" rIns="91440" bIns="45720" numCol="1" anchor="t" anchorCtr="0" compatLnSpc="1">
                <a:prstTxWarp prst="textNoShape">
                  <a:avLst/>
                </a:prstTxWarp>
              </a:bodyPr>
              <a:lstStyle/>
              <a:p>
                <a:pPr>
                  <a:buClr>
                    <a:srgbClr val="6699CC"/>
                  </a:buClr>
                </a:pPr>
                <a:endParaRPr sz="1800" b="0" i="0">
                  <a:solidFill>
                    <a:srgbClr val="6699CC"/>
                  </a:solidFill>
                  <a:latin typeface="+mn-lt"/>
                  <a:cs typeface="Arial" panose="020B0604020202020204" pitchFamily="34" charset="0"/>
                </a:endParaRPr>
              </a:p>
            </p:txBody>
          </p:sp>
          <p:sp>
            <p:nvSpPr>
              <p:cNvPr id="10" name="Freeform 27">
                <a:extLst>
                  <a:ext uri="{FF2B5EF4-FFF2-40B4-BE49-F238E27FC236}">
                    <a16:creationId xmlns:a16="http://schemas.microsoft.com/office/drawing/2014/main" id="{0198D76A-5FDB-5830-C1F5-3AAA8B404FD3}"/>
                  </a:ext>
                </a:extLst>
              </p:cNvPr>
              <p:cNvSpPr>
                <a:spLocks/>
              </p:cNvSpPr>
              <p:nvPr/>
            </p:nvSpPr>
            <p:spPr bwMode="ltGray">
              <a:xfrm>
                <a:off x="3175" y="1360488"/>
                <a:ext cx="1230312" cy="2171700"/>
              </a:xfrm>
              <a:custGeom>
                <a:avLst/>
                <a:gdLst>
                  <a:gd name="T0" fmla="*/ 328 w 775"/>
                  <a:gd name="T1" fmla="*/ 593 h 1368"/>
                  <a:gd name="T2" fmla="*/ 333 w 775"/>
                  <a:gd name="T3" fmla="*/ 513 h 1368"/>
                  <a:gd name="T4" fmla="*/ 347 w 775"/>
                  <a:gd name="T5" fmla="*/ 445 h 1368"/>
                  <a:gd name="T6" fmla="*/ 369 w 775"/>
                  <a:gd name="T7" fmla="*/ 386 h 1368"/>
                  <a:gd name="T8" fmla="*/ 396 w 775"/>
                  <a:gd name="T9" fmla="*/ 334 h 1368"/>
                  <a:gd name="T10" fmla="*/ 430 w 775"/>
                  <a:gd name="T11" fmla="*/ 291 h 1368"/>
                  <a:gd name="T12" fmla="*/ 465 w 775"/>
                  <a:gd name="T13" fmla="*/ 256 h 1368"/>
                  <a:gd name="T14" fmla="*/ 505 w 775"/>
                  <a:gd name="T15" fmla="*/ 227 h 1368"/>
                  <a:gd name="T16" fmla="*/ 545 w 775"/>
                  <a:gd name="T17" fmla="*/ 203 h 1368"/>
                  <a:gd name="T18" fmla="*/ 587 w 775"/>
                  <a:gd name="T19" fmla="*/ 185 h 1368"/>
                  <a:gd name="T20" fmla="*/ 626 w 775"/>
                  <a:gd name="T21" fmla="*/ 172 h 1368"/>
                  <a:gd name="T22" fmla="*/ 696 w 775"/>
                  <a:gd name="T23" fmla="*/ 157 h 1368"/>
                  <a:gd name="T24" fmla="*/ 744 w 775"/>
                  <a:gd name="T25" fmla="*/ 152 h 1368"/>
                  <a:gd name="T26" fmla="*/ 763 w 775"/>
                  <a:gd name="T27" fmla="*/ 0 h 1368"/>
                  <a:gd name="T28" fmla="*/ 727 w 775"/>
                  <a:gd name="T29" fmla="*/ 2 h 1368"/>
                  <a:gd name="T30" fmla="*/ 655 w 775"/>
                  <a:gd name="T31" fmla="*/ 5 h 1368"/>
                  <a:gd name="T32" fmla="*/ 588 w 775"/>
                  <a:gd name="T33" fmla="*/ 12 h 1368"/>
                  <a:gd name="T34" fmla="*/ 526 w 775"/>
                  <a:gd name="T35" fmla="*/ 23 h 1368"/>
                  <a:gd name="T36" fmla="*/ 469 w 775"/>
                  <a:gd name="T37" fmla="*/ 36 h 1368"/>
                  <a:gd name="T38" fmla="*/ 415 w 775"/>
                  <a:gd name="T39" fmla="*/ 52 h 1368"/>
                  <a:gd name="T40" fmla="*/ 366 w 775"/>
                  <a:gd name="T41" fmla="*/ 70 h 1368"/>
                  <a:gd name="T42" fmla="*/ 321 w 775"/>
                  <a:gd name="T43" fmla="*/ 90 h 1368"/>
                  <a:gd name="T44" fmla="*/ 281 w 775"/>
                  <a:gd name="T45" fmla="*/ 111 h 1368"/>
                  <a:gd name="T46" fmla="*/ 242 w 775"/>
                  <a:gd name="T47" fmla="*/ 134 h 1368"/>
                  <a:gd name="T48" fmla="*/ 209 w 775"/>
                  <a:gd name="T49" fmla="*/ 159 h 1368"/>
                  <a:gd name="T50" fmla="*/ 164 w 775"/>
                  <a:gd name="T51" fmla="*/ 197 h 1368"/>
                  <a:gd name="T52" fmla="*/ 115 w 775"/>
                  <a:gd name="T53" fmla="*/ 252 h 1368"/>
                  <a:gd name="T54" fmla="*/ 77 w 775"/>
                  <a:gd name="T55" fmla="*/ 308 h 1368"/>
                  <a:gd name="T56" fmla="*/ 48 w 775"/>
                  <a:gd name="T57" fmla="*/ 364 h 1368"/>
                  <a:gd name="T58" fmla="*/ 28 w 775"/>
                  <a:gd name="T59" fmla="*/ 418 h 1368"/>
                  <a:gd name="T60" fmla="*/ 14 w 775"/>
                  <a:gd name="T61" fmla="*/ 467 h 1368"/>
                  <a:gd name="T62" fmla="*/ 5 w 775"/>
                  <a:gd name="T63" fmla="*/ 511 h 1368"/>
                  <a:gd name="T64" fmla="*/ 0 w 775"/>
                  <a:gd name="T65" fmla="*/ 574 h 1368"/>
                  <a:gd name="T66" fmla="*/ 0 w 775"/>
                  <a:gd name="T67" fmla="*/ 1368 h 1368"/>
                  <a:gd name="T68" fmla="*/ 775 w 775"/>
                  <a:gd name="T69" fmla="*/ 593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75" h="1368">
                    <a:moveTo>
                      <a:pt x="328" y="593"/>
                    </a:moveTo>
                    <a:lnTo>
                      <a:pt x="328" y="593"/>
                    </a:lnTo>
                    <a:lnTo>
                      <a:pt x="329" y="551"/>
                    </a:lnTo>
                    <a:lnTo>
                      <a:pt x="333" y="513"/>
                    </a:lnTo>
                    <a:lnTo>
                      <a:pt x="339" y="477"/>
                    </a:lnTo>
                    <a:lnTo>
                      <a:pt x="347" y="445"/>
                    </a:lnTo>
                    <a:lnTo>
                      <a:pt x="357" y="414"/>
                    </a:lnTo>
                    <a:lnTo>
                      <a:pt x="369" y="386"/>
                    </a:lnTo>
                    <a:lnTo>
                      <a:pt x="382" y="358"/>
                    </a:lnTo>
                    <a:lnTo>
                      <a:pt x="396" y="334"/>
                    </a:lnTo>
                    <a:lnTo>
                      <a:pt x="412" y="312"/>
                    </a:lnTo>
                    <a:lnTo>
                      <a:pt x="430" y="291"/>
                    </a:lnTo>
                    <a:lnTo>
                      <a:pt x="448" y="272"/>
                    </a:lnTo>
                    <a:lnTo>
                      <a:pt x="465" y="256"/>
                    </a:lnTo>
                    <a:lnTo>
                      <a:pt x="486" y="240"/>
                    </a:lnTo>
                    <a:lnTo>
                      <a:pt x="505" y="227"/>
                    </a:lnTo>
                    <a:lnTo>
                      <a:pt x="525" y="214"/>
                    </a:lnTo>
                    <a:lnTo>
                      <a:pt x="545" y="203"/>
                    </a:lnTo>
                    <a:lnTo>
                      <a:pt x="567" y="194"/>
                    </a:lnTo>
                    <a:lnTo>
                      <a:pt x="587" y="185"/>
                    </a:lnTo>
                    <a:lnTo>
                      <a:pt x="606" y="178"/>
                    </a:lnTo>
                    <a:lnTo>
                      <a:pt x="626" y="172"/>
                    </a:lnTo>
                    <a:lnTo>
                      <a:pt x="662" y="163"/>
                    </a:lnTo>
                    <a:lnTo>
                      <a:pt x="696" y="157"/>
                    </a:lnTo>
                    <a:lnTo>
                      <a:pt x="723" y="153"/>
                    </a:lnTo>
                    <a:lnTo>
                      <a:pt x="744" y="152"/>
                    </a:lnTo>
                    <a:lnTo>
                      <a:pt x="763" y="151"/>
                    </a:lnTo>
                    <a:lnTo>
                      <a:pt x="763" y="0"/>
                    </a:lnTo>
                    <a:lnTo>
                      <a:pt x="763" y="0"/>
                    </a:lnTo>
                    <a:lnTo>
                      <a:pt x="727" y="2"/>
                    </a:lnTo>
                    <a:lnTo>
                      <a:pt x="690" y="3"/>
                    </a:lnTo>
                    <a:lnTo>
                      <a:pt x="655" y="5"/>
                    </a:lnTo>
                    <a:lnTo>
                      <a:pt x="620" y="9"/>
                    </a:lnTo>
                    <a:lnTo>
                      <a:pt x="588" y="12"/>
                    </a:lnTo>
                    <a:lnTo>
                      <a:pt x="556" y="17"/>
                    </a:lnTo>
                    <a:lnTo>
                      <a:pt x="526" y="23"/>
                    </a:lnTo>
                    <a:lnTo>
                      <a:pt x="496" y="29"/>
                    </a:lnTo>
                    <a:lnTo>
                      <a:pt x="469" y="36"/>
                    </a:lnTo>
                    <a:lnTo>
                      <a:pt x="442" y="43"/>
                    </a:lnTo>
                    <a:lnTo>
                      <a:pt x="415" y="52"/>
                    </a:lnTo>
                    <a:lnTo>
                      <a:pt x="390" y="60"/>
                    </a:lnTo>
                    <a:lnTo>
                      <a:pt x="366" y="70"/>
                    </a:lnTo>
                    <a:lnTo>
                      <a:pt x="344" y="79"/>
                    </a:lnTo>
                    <a:lnTo>
                      <a:pt x="321" y="90"/>
                    </a:lnTo>
                    <a:lnTo>
                      <a:pt x="301" y="99"/>
                    </a:lnTo>
                    <a:lnTo>
                      <a:pt x="281" y="111"/>
                    </a:lnTo>
                    <a:lnTo>
                      <a:pt x="262" y="122"/>
                    </a:lnTo>
                    <a:lnTo>
                      <a:pt x="242" y="134"/>
                    </a:lnTo>
                    <a:lnTo>
                      <a:pt x="226" y="146"/>
                    </a:lnTo>
                    <a:lnTo>
                      <a:pt x="209" y="159"/>
                    </a:lnTo>
                    <a:lnTo>
                      <a:pt x="194" y="171"/>
                    </a:lnTo>
                    <a:lnTo>
                      <a:pt x="164" y="197"/>
                    </a:lnTo>
                    <a:lnTo>
                      <a:pt x="138" y="225"/>
                    </a:lnTo>
                    <a:lnTo>
                      <a:pt x="115" y="252"/>
                    </a:lnTo>
                    <a:lnTo>
                      <a:pt x="95" y="281"/>
                    </a:lnTo>
                    <a:lnTo>
                      <a:pt x="77" y="308"/>
                    </a:lnTo>
                    <a:lnTo>
                      <a:pt x="61" y="337"/>
                    </a:lnTo>
                    <a:lnTo>
                      <a:pt x="48" y="364"/>
                    </a:lnTo>
                    <a:lnTo>
                      <a:pt x="36" y="392"/>
                    </a:lnTo>
                    <a:lnTo>
                      <a:pt x="28" y="418"/>
                    </a:lnTo>
                    <a:lnTo>
                      <a:pt x="19" y="443"/>
                    </a:lnTo>
                    <a:lnTo>
                      <a:pt x="14" y="467"/>
                    </a:lnTo>
                    <a:lnTo>
                      <a:pt x="9" y="489"/>
                    </a:lnTo>
                    <a:lnTo>
                      <a:pt x="5" y="511"/>
                    </a:lnTo>
                    <a:lnTo>
                      <a:pt x="2" y="547"/>
                    </a:lnTo>
                    <a:lnTo>
                      <a:pt x="0" y="574"/>
                    </a:lnTo>
                    <a:lnTo>
                      <a:pt x="0" y="593"/>
                    </a:lnTo>
                    <a:lnTo>
                      <a:pt x="0" y="1368"/>
                    </a:lnTo>
                    <a:lnTo>
                      <a:pt x="775" y="1368"/>
                    </a:lnTo>
                    <a:lnTo>
                      <a:pt x="775" y="593"/>
                    </a:lnTo>
                    <a:lnTo>
                      <a:pt x="328" y="593"/>
                    </a:lnTo>
                    <a:close/>
                  </a:path>
                </a:pathLst>
              </a:custGeom>
              <a:grpFill/>
              <a:ln w="15875">
                <a:solidFill>
                  <a:schemeClr val="accent4"/>
                </a:solidFill>
                <a:prstDash val="solid"/>
                <a:round/>
                <a:headEnd/>
                <a:tailEnd/>
              </a:ln>
            </p:spPr>
            <p:txBody>
              <a:bodyPr vert="horz" wrap="square" lIns="91440" tIns="45720" rIns="91440" bIns="45720" numCol="1" anchor="t" anchorCtr="0" compatLnSpc="1">
                <a:prstTxWarp prst="textNoShape">
                  <a:avLst/>
                </a:prstTxWarp>
              </a:bodyPr>
              <a:lstStyle/>
              <a:p>
                <a:pPr>
                  <a:buClr>
                    <a:srgbClr val="6699CC"/>
                  </a:buClr>
                </a:pPr>
                <a:endParaRPr sz="1800" b="0" i="0">
                  <a:solidFill>
                    <a:srgbClr val="6699CC"/>
                  </a:solidFill>
                  <a:latin typeface="+mn-lt"/>
                  <a:cs typeface="Arial" panose="020B0604020202020204" pitchFamily="34" charset="0"/>
                </a:endParaRPr>
              </a:p>
            </p:txBody>
          </p:sp>
        </p:grpSp>
        <p:sp>
          <p:nvSpPr>
            <p:cNvPr id="7" name="Rectangle 6">
              <a:extLst>
                <a:ext uri="{FF2B5EF4-FFF2-40B4-BE49-F238E27FC236}">
                  <a16:creationId xmlns:a16="http://schemas.microsoft.com/office/drawing/2014/main" id="{A246F691-9C78-0C3C-41C8-C1CBB3C6277D}"/>
                </a:ext>
              </a:extLst>
            </p:cNvPr>
            <p:cNvSpPr/>
            <p:nvPr/>
          </p:nvSpPr>
          <p:spPr>
            <a:xfrm>
              <a:off x="321471" y="2241602"/>
              <a:ext cx="417817" cy="27829"/>
            </a:xfrm>
            <a:prstGeom prst="rect">
              <a:avLst/>
            </a:prstGeom>
            <a:solidFill>
              <a:srgbClr val="FF6600"/>
            </a:solidFill>
            <a:ln w="15875">
              <a:solidFill>
                <a:srgbClr val="FF6600"/>
              </a:solidFill>
              <a:prstDash val="solid"/>
              <a:miter lim="800000"/>
              <a:headEnd/>
              <a:tailEnd/>
            </a:ln>
          </p:spPr>
          <p:txBody>
            <a:bodyPr vert="horz" wrap="square" lIns="91440" tIns="45720" rIns="91440" bIns="45720" numCol="1" anchor="t" anchorCtr="0" compatLnSpc="1">
              <a:prstTxWarp prst="textNoShape">
                <a:avLst/>
              </a:prstTxWarp>
            </a:bodyPr>
            <a:lstStyle/>
            <a:p>
              <a:pPr lvl="0">
                <a:buClr>
                  <a:srgbClr val="6699CC"/>
                </a:buClr>
              </a:pPr>
              <a:endParaRPr lang="en-US" b="0" i="0">
                <a:solidFill>
                  <a:srgbClr val="6699CC"/>
                </a:solidFill>
                <a:cs typeface="Arial" panose="020B0604020202020204" pitchFamily="34" charset="0"/>
              </a:endParaRPr>
            </a:p>
          </p:txBody>
        </p:sp>
        <p:sp>
          <p:nvSpPr>
            <p:cNvPr id="8" name="Rectangle 7">
              <a:extLst>
                <a:ext uri="{FF2B5EF4-FFF2-40B4-BE49-F238E27FC236}">
                  <a16:creationId xmlns:a16="http://schemas.microsoft.com/office/drawing/2014/main" id="{25B9E253-2EB2-9D26-9AE0-B1F68C83BE9E}"/>
                </a:ext>
              </a:extLst>
            </p:cNvPr>
            <p:cNvSpPr/>
            <p:nvPr/>
          </p:nvSpPr>
          <p:spPr>
            <a:xfrm>
              <a:off x="838485" y="2241602"/>
              <a:ext cx="417817" cy="27829"/>
            </a:xfrm>
            <a:prstGeom prst="rect">
              <a:avLst/>
            </a:prstGeom>
            <a:solidFill>
              <a:srgbClr val="FF6600"/>
            </a:solidFill>
            <a:ln w="15875">
              <a:solidFill>
                <a:srgbClr val="FF6600"/>
              </a:solidFill>
              <a:prstDash val="solid"/>
              <a:miter lim="800000"/>
              <a:headEnd/>
              <a:tailEnd/>
            </a:ln>
          </p:spPr>
          <p:txBody>
            <a:bodyPr vert="horz" wrap="square" lIns="91440" tIns="45720" rIns="91440" bIns="45720" numCol="1" anchor="t" anchorCtr="0" compatLnSpc="1">
              <a:prstTxWarp prst="textNoShape">
                <a:avLst/>
              </a:prstTxWarp>
            </a:bodyPr>
            <a:lstStyle/>
            <a:p>
              <a:pPr lvl="0">
                <a:buClr>
                  <a:srgbClr val="6699CC"/>
                </a:buClr>
              </a:pPr>
              <a:endParaRPr lang="en-US" b="0" i="0">
                <a:solidFill>
                  <a:srgbClr val="6699CC"/>
                </a:solidFill>
                <a:cs typeface="Arial" panose="020B0604020202020204" pitchFamily="34" charset="0"/>
              </a:endParaRPr>
            </a:p>
          </p:txBody>
        </p:sp>
      </p:grpSp>
    </p:spTree>
    <p:extLst>
      <p:ext uri="{BB962C8B-B14F-4D97-AF65-F5344CB8AC3E}">
        <p14:creationId xmlns:p14="http://schemas.microsoft.com/office/powerpoint/2010/main" val="447147757"/>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Content Boxes w Blue Filled Quote">
    <p:spTree>
      <p:nvGrpSpPr>
        <p:cNvPr id="1" name=""/>
        <p:cNvGrpSpPr/>
        <p:nvPr/>
      </p:nvGrpSpPr>
      <p:grpSpPr>
        <a:xfrm>
          <a:off x="0" y="0"/>
          <a:ext cx="0" cy="0"/>
          <a:chOff x="0" y="0"/>
          <a:chExt cx="0" cy="0"/>
        </a:xfrm>
      </p:grpSpPr>
      <p:sp>
        <p:nvSpPr>
          <p:cNvPr id="17" name="Rectangle 16"/>
          <p:cNvSpPr/>
          <p:nvPr/>
        </p:nvSpPr>
        <p:spPr>
          <a:xfrm>
            <a:off x="0" y="1130021"/>
            <a:ext cx="12192000" cy="519457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sp>
        <p:nvSpPr>
          <p:cNvPr id="7" name="Rectangle 6"/>
          <p:cNvSpPr/>
          <p:nvPr/>
        </p:nvSpPr>
        <p:spPr>
          <a:xfrm>
            <a:off x="7911253" y="1130021"/>
            <a:ext cx="4280747" cy="519458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b="0" i="0">
              <a:latin typeface="+mn-lt"/>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12" name="Text Placeholder 13"/>
          <p:cNvSpPr>
            <a:spLocks noGrp="1"/>
          </p:cNvSpPr>
          <p:nvPr>
            <p:ph type="body" sz="quarter" idx="14" hasCustomPrompt="1"/>
          </p:nvPr>
        </p:nvSpPr>
        <p:spPr>
          <a:xfrm>
            <a:off x="711200" y="1418944"/>
            <a:ext cx="6742176" cy="525818"/>
          </a:xfrm>
        </p:spPr>
        <p:txBody>
          <a:bodyPr anchor="b">
            <a:noAutofit/>
          </a:bodyPr>
          <a:lstStyle>
            <a:lvl1pPr marL="0" indent="0">
              <a:lnSpc>
                <a:spcPct val="100000"/>
              </a:lnSpc>
              <a:spcBef>
                <a:spcPts val="0"/>
              </a:spcBef>
              <a:buNone/>
              <a:defRPr sz="2400" b="0" i="0">
                <a:solidFill>
                  <a:srgbClr val="FF6600"/>
                </a:solidFill>
              </a:defRPr>
            </a:lvl1pPr>
            <a:lvl2pPr marL="0" indent="0">
              <a:lnSpc>
                <a:spcPct val="100000"/>
              </a:lnSpc>
              <a:spcBef>
                <a:spcPts val="0"/>
              </a:spcBef>
              <a:buNone/>
              <a:defRPr sz="2200">
                <a:solidFill>
                  <a:srgbClr val="FF6600"/>
                </a:solidFill>
              </a:defRPr>
            </a:lvl2pPr>
            <a:lvl3pPr marL="0" indent="0">
              <a:lnSpc>
                <a:spcPct val="100000"/>
              </a:lnSpc>
              <a:spcBef>
                <a:spcPts val="0"/>
              </a:spcBef>
              <a:buNone/>
              <a:defRPr sz="2200">
                <a:solidFill>
                  <a:srgbClr val="FF6600"/>
                </a:solidFill>
              </a:defRPr>
            </a:lvl3pPr>
            <a:lvl4pPr marL="0" indent="0">
              <a:lnSpc>
                <a:spcPct val="100000"/>
              </a:lnSpc>
              <a:spcBef>
                <a:spcPts val="0"/>
              </a:spcBef>
              <a:buNone/>
              <a:defRPr sz="2200">
                <a:solidFill>
                  <a:srgbClr val="FF6600"/>
                </a:solidFill>
              </a:defRPr>
            </a:lvl4pPr>
            <a:lvl5pPr marL="0" indent="0">
              <a:lnSpc>
                <a:spcPct val="100000"/>
              </a:lnSpc>
              <a:spcBef>
                <a:spcPts val="0"/>
              </a:spcBef>
              <a:buNone/>
              <a:defRPr sz="2200">
                <a:solidFill>
                  <a:srgbClr val="FF6600"/>
                </a:solidFill>
              </a:defRPr>
            </a:lvl5pPr>
            <a:lvl6pPr marL="0" indent="0">
              <a:lnSpc>
                <a:spcPct val="100000"/>
              </a:lnSpc>
              <a:spcBef>
                <a:spcPts val="0"/>
              </a:spcBef>
              <a:buNone/>
              <a:defRPr sz="2200">
                <a:solidFill>
                  <a:srgbClr val="FF6600"/>
                </a:solidFill>
              </a:defRPr>
            </a:lvl6pPr>
            <a:lvl7pPr marL="0" indent="0">
              <a:lnSpc>
                <a:spcPct val="100000"/>
              </a:lnSpc>
              <a:spcBef>
                <a:spcPts val="0"/>
              </a:spcBef>
              <a:buNone/>
              <a:defRPr sz="2200">
                <a:solidFill>
                  <a:srgbClr val="FF6600"/>
                </a:solidFill>
              </a:defRPr>
            </a:lvl7pPr>
            <a:lvl8pPr marL="0" indent="0">
              <a:lnSpc>
                <a:spcPct val="100000"/>
              </a:lnSpc>
              <a:spcBef>
                <a:spcPts val="0"/>
              </a:spcBef>
              <a:buNone/>
              <a:defRPr sz="2200">
                <a:solidFill>
                  <a:srgbClr val="FF6600"/>
                </a:solidFill>
              </a:defRPr>
            </a:lvl8pPr>
            <a:lvl9pPr marL="0" indent="0">
              <a:lnSpc>
                <a:spcPct val="100000"/>
              </a:lnSpc>
              <a:spcBef>
                <a:spcPts val="0"/>
              </a:spcBef>
              <a:buNone/>
              <a:defRPr sz="2200">
                <a:solidFill>
                  <a:srgbClr val="FF6600"/>
                </a:solidFill>
              </a:defRPr>
            </a:lvl9pPr>
          </a:lstStyle>
          <a:p>
            <a:pPr lvl="0"/>
            <a:r>
              <a:t>Header Text</a:t>
            </a:r>
          </a:p>
        </p:txBody>
      </p:sp>
      <p:sp>
        <p:nvSpPr>
          <p:cNvPr id="11" name="Content Placeholder 10"/>
          <p:cNvSpPr>
            <a:spLocks noGrp="1"/>
          </p:cNvSpPr>
          <p:nvPr>
            <p:ph sz="quarter" idx="13" hasCustomPrompt="1"/>
          </p:nvPr>
        </p:nvSpPr>
        <p:spPr>
          <a:xfrm>
            <a:off x="711200" y="1930994"/>
            <a:ext cx="6742176" cy="1737360"/>
          </a:xfrm>
        </p:spPr>
        <p:txBody>
          <a:bodyPr>
            <a:noAutofit/>
          </a:bodyPr>
          <a:lstStyle>
            <a:lvl1pPr>
              <a:defRPr sz="1800" b="0" i="0"/>
            </a:lvl1pPr>
            <a:lvl2pPr>
              <a:defRPr sz="1600" b="0" i="0"/>
            </a:lvl2pPr>
            <a:lvl3pPr>
              <a:defRPr sz="1400" b="0" i="0"/>
            </a:lvl3pPr>
            <a:lvl4pPr>
              <a:defRPr sz="1200" b="0" i="0"/>
            </a:lvl4pPr>
            <a:lvl5pPr>
              <a:defRPr sz="1200" b="0" i="0"/>
            </a:lvl5pPr>
            <a:lvl6pPr>
              <a:defRPr sz="1100"/>
            </a:lvl6pPr>
            <a:lvl7pPr>
              <a:defRPr sz="1100"/>
            </a:lvl7pPr>
            <a:lvl8pPr>
              <a:defRPr sz="1100"/>
            </a:lvl8pPr>
            <a:lvl9pPr>
              <a:defRPr sz="1100"/>
            </a:lvl9p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14" name="Text Placeholder 13"/>
          <p:cNvSpPr>
            <a:spLocks noGrp="1"/>
          </p:cNvSpPr>
          <p:nvPr>
            <p:ph type="body" sz="quarter" idx="16" hasCustomPrompt="1"/>
          </p:nvPr>
        </p:nvSpPr>
        <p:spPr>
          <a:xfrm>
            <a:off x="711200" y="3773257"/>
            <a:ext cx="6742176" cy="525818"/>
          </a:xfrm>
        </p:spPr>
        <p:txBody>
          <a:bodyPr anchor="b">
            <a:noAutofit/>
          </a:bodyPr>
          <a:lstStyle>
            <a:lvl1pPr marL="0" indent="0">
              <a:lnSpc>
                <a:spcPct val="100000"/>
              </a:lnSpc>
              <a:spcBef>
                <a:spcPts val="0"/>
              </a:spcBef>
              <a:buNone/>
              <a:defRPr sz="2400" b="0" i="0">
                <a:solidFill>
                  <a:srgbClr val="FF6600"/>
                </a:solidFill>
              </a:defRPr>
            </a:lvl1pPr>
            <a:lvl2pPr marL="0" indent="0">
              <a:lnSpc>
                <a:spcPct val="100000"/>
              </a:lnSpc>
              <a:spcBef>
                <a:spcPts val="0"/>
              </a:spcBef>
              <a:buNone/>
              <a:defRPr sz="2200">
                <a:solidFill>
                  <a:srgbClr val="FF6600"/>
                </a:solidFill>
              </a:defRPr>
            </a:lvl2pPr>
            <a:lvl3pPr marL="0" indent="0">
              <a:lnSpc>
                <a:spcPct val="100000"/>
              </a:lnSpc>
              <a:spcBef>
                <a:spcPts val="0"/>
              </a:spcBef>
              <a:buNone/>
              <a:defRPr sz="2200">
                <a:solidFill>
                  <a:srgbClr val="FF6600"/>
                </a:solidFill>
              </a:defRPr>
            </a:lvl3pPr>
            <a:lvl4pPr marL="0" indent="0">
              <a:lnSpc>
                <a:spcPct val="100000"/>
              </a:lnSpc>
              <a:spcBef>
                <a:spcPts val="0"/>
              </a:spcBef>
              <a:buNone/>
              <a:defRPr sz="2200">
                <a:solidFill>
                  <a:srgbClr val="FF6600"/>
                </a:solidFill>
              </a:defRPr>
            </a:lvl4pPr>
            <a:lvl5pPr marL="0" indent="0">
              <a:lnSpc>
                <a:spcPct val="100000"/>
              </a:lnSpc>
              <a:spcBef>
                <a:spcPts val="0"/>
              </a:spcBef>
              <a:buNone/>
              <a:defRPr sz="2200">
                <a:solidFill>
                  <a:srgbClr val="FF6600"/>
                </a:solidFill>
              </a:defRPr>
            </a:lvl5pPr>
            <a:lvl6pPr marL="0" indent="0">
              <a:lnSpc>
                <a:spcPct val="100000"/>
              </a:lnSpc>
              <a:spcBef>
                <a:spcPts val="0"/>
              </a:spcBef>
              <a:buNone/>
              <a:defRPr sz="2200">
                <a:solidFill>
                  <a:srgbClr val="FF6600"/>
                </a:solidFill>
              </a:defRPr>
            </a:lvl6pPr>
            <a:lvl7pPr marL="0" indent="0">
              <a:lnSpc>
                <a:spcPct val="100000"/>
              </a:lnSpc>
              <a:spcBef>
                <a:spcPts val="0"/>
              </a:spcBef>
              <a:buNone/>
              <a:defRPr sz="2200">
                <a:solidFill>
                  <a:srgbClr val="FF6600"/>
                </a:solidFill>
              </a:defRPr>
            </a:lvl7pPr>
            <a:lvl8pPr marL="0" indent="0">
              <a:lnSpc>
                <a:spcPct val="100000"/>
              </a:lnSpc>
              <a:spcBef>
                <a:spcPts val="0"/>
              </a:spcBef>
              <a:buNone/>
              <a:defRPr sz="2200">
                <a:solidFill>
                  <a:srgbClr val="FF6600"/>
                </a:solidFill>
              </a:defRPr>
            </a:lvl8pPr>
            <a:lvl9pPr marL="0" indent="0">
              <a:lnSpc>
                <a:spcPct val="100000"/>
              </a:lnSpc>
              <a:spcBef>
                <a:spcPts val="0"/>
              </a:spcBef>
              <a:buNone/>
              <a:defRPr sz="2200">
                <a:solidFill>
                  <a:srgbClr val="FF6600"/>
                </a:solidFill>
              </a:defRPr>
            </a:lvl9pPr>
          </a:lstStyle>
          <a:p>
            <a:pPr lvl="0"/>
            <a:r>
              <a:t>Header Text</a:t>
            </a:r>
          </a:p>
        </p:txBody>
      </p:sp>
      <p:sp>
        <p:nvSpPr>
          <p:cNvPr id="13" name="Content Placeholder 10"/>
          <p:cNvSpPr>
            <a:spLocks noGrp="1"/>
          </p:cNvSpPr>
          <p:nvPr>
            <p:ph sz="quarter" idx="15" hasCustomPrompt="1"/>
          </p:nvPr>
        </p:nvSpPr>
        <p:spPr>
          <a:xfrm>
            <a:off x="711200" y="4285308"/>
            <a:ext cx="6742176" cy="1737360"/>
          </a:xfrm>
        </p:spPr>
        <p:txBody>
          <a:bodyPr>
            <a:noAutofit/>
          </a:bodyPr>
          <a:lstStyle>
            <a:lvl1pPr>
              <a:defRPr sz="1800" b="0" i="0"/>
            </a:lvl1pPr>
            <a:lvl2pPr>
              <a:defRPr sz="1600" b="0" i="0"/>
            </a:lvl2pPr>
            <a:lvl3pPr>
              <a:defRPr sz="1400" b="0" i="0"/>
            </a:lvl3pPr>
            <a:lvl4pPr>
              <a:defRPr sz="1200" b="0" i="0"/>
            </a:lvl4pPr>
            <a:lvl5pPr>
              <a:defRPr sz="1200" b="0" i="0" baseline="0"/>
            </a:lvl5pPr>
            <a:lvl6pPr>
              <a:defRPr sz="1100"/>
            </a:lvl6pPr>
            <a:lvl7pPr>
              <a:defRPr sz="1100"/>
            </a:lvl7pPr>
            <a:lvl8pPr>
              <a:defRPr sz="1100"/>
            </a:lvl8pPr>
            <a:lvl9pPr>
              <a:defRPr sz="1100"/>
            </a:lvl9p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15" name="Text Placeholder 13"/>
          <p:cNvSpPr>
            <a:spLocks noGrp="1"/>
          </p:cNvSpPr>
          <p:nvPr>
            <p:ph type="body" sz="quarter" idx="17" hasCustomPrompt="1"/>
          </p:nvPr>
        </p:nvSpPr>
        <p:spPr bwMode="white">
          <a:xfrm>
            <a:off x="8152005" y="2125492"/>
            <a:ext cx="3430395" cy="2817065"/>
          </a:xfrm>
        </p:spPr>
        <p:txBody>
          <a:bodyPr>
            <a:noAutofit/>
          </a:bodyPr>
          <a:lstStyle>
            <a:lvl1pPr marL="0" indent="0">
              <a:lnSpc>
                <a:spcPct val="100000"/>
              </a:lnSpc>
              <a:spcBef>
                <a:spcPts val="1000"/>
              </a:spcBef>
              <a:buNone/>
              <a:defRPr sz="1800" b="0" i="0">
                <a:solidFill>
                  <a:srgbClr val="FFFFFF"/>
                </a:solidFill>
              </a:defRPr>
            </a:lvl1pPr>
            <a:lvl2pPr marL="0" indent="0">
              <a:lnSpc>
                <a:spcPct val="100000"/>
              </a:lnSpc>
              <a:spcBef>
                <a:spcPts val="1000"/>
              </a:spcBef>
              <a:buNone/>
              <a:defRPr sz="1800">
                <a:solidFill>
                  <a:srgbClr val="FFFFFF"/>
                </a:solidFill>
              </a:defRPr>
            </a:lvl2pPr>
            <a:lvl3pPr marL="0" indent="0">
              <a:lnSpc>
                <a:spcPct val="100000"/>
              </a:lnSpc>
              <a:spcBef>
                <a:spcPts val="1000"/>
              </a:spcBef>
              <a:buNone/>
              <a:defRPr sz="1800">
                <a:solidFill>
                  <a:srgbClr val="FFFFFF"/>
                </a:solidFill>
              </a:defRPr>
            </a:lvl3pPr>
            <a:lvl4pPr marL="0" indent="0">
              <a:lnSpc>
                <a:spcPct val="100000"/>
              </a:lnSpc>
              <a:spcBef>
                <a:spcPts val="1000"/>
              </a:spcBef>
              <a:buNone/>
              <a:defRPr sz="1800">
                <a:solidFill>
                  <a:srgbClr val="FFFFFF"/>
                </a:solidFill>
              </a:defRPr>
            </a:lvl4pPr>
            <a:lvl5pPr marL="0" indent="0">
              <a:lnSpc>
                <a:spcPct val="100000"/>
              </a:lnSpc>
              <a:spcBef>
                <a:spcPts val="1000"/>
              </a:spcBef>
              <a:buNone/>
              <a:defRPr sz="1800">
                <a:solidFill>
                  <a:srgbClr val="FFFFFF"/>
                </a:solidFill>
              </a:defRPr>
            </a:lvl5pPr>
            <a:lvl6pPr marL="0" indent="0">
              <a:lnSpc>
                <a:spcPct val="100000"/>
              </a:lnSpc>
              <a:spcBef>
                <a:spcPts val="1000"/>
              </a:spcBef>
              <a:buNone/>
              <a:defRPr sz="1800">
                <a:solidFill>
                  <a:srgbClr val="FFFFFF"/>
                </a:solidFill>
              </a:defRPr>
            </a:lvl6pPr>
            <a:lvl7pPr marL="0" indent="0">
              <a:lnSpc>
                <a:spcPct val="100000"/>
              </a:lnSpc>
              <a:spcBef>
                <a:spcPts val="1000"/>
              </a:spcBef>
              <a:buNone/>
              <a:defRPr sz="1800">
                <a:solidFill>
                  <a:srgbClr val="FFFFFF"/>
                </a:solidFill>
              </a:defRPr>
            </a:lvl7pPr>
            <a:lvl8pPr marL="0" indent="0">
              <a:lnSpc>
                <a:spcPct val="100000"/>
              </a:lnSpc>
              <a:spcBef>
                <a:spcPts val="1000"/>
              </a:spcBef>
              <a:buNone/>
              <a:defRPr sz="1800">
                <a:solidFill>
                  <a:srgbClr val="FFFFFF"/>
                </a:solidFill>
              </a:defRPr>
            </a:lvl8pPr>
            <a:lvl9pPr marL="0" indent="0">
              <a:lnSpc>
                <a:spcPct val="100000"/>
              </a:lnSpc>
              <a:spcBef>
                <a:spcPts val="1000"/>
              </a:spcBef>
              <a:buNone/>
              <a:defRPr sz="1800">
                <a:solidFill>
                  <a:srgbClr val="FFFFFF"/>
                </a:solidFill>
              </a:defRPr>
            </a:lvl9pPr>
          </a:lstStyle>
          <a:p>
            <a:pPr lvl="0"/>
            <a:r>
              <a:t>Add quotation text  here; there is no need for additional quotation marks</a:t>
            </a:r>
          </a:p>
        </p:txBody>
      </p:sp>
      <p:sp>
        <p:nvSpPr>
          <p:cNvPr id="16" name="Text Placeholder 13"/>
          <p:cNvSpPr>
            <a:spLocks noGrp="1"/>
          </p:cNvSpPr>
          <p:nvPr>
            <p:ph type="body" sz="quarter" idx="18" hasCustomPrompt="1"/>
          </p:nvPr>
        </p:nvSpPr>
        <p:spPr bwMode="white">
          <a:xfrm>
            <a:off x="8152005" y="5110666"/>
            <a:ext cx="3430395" cy="290314"/>
          </a:xfrm>
        </p:spPr>
        <p:txBody>
          <a:bodyPr>
            <a:noAutofit/>
          </a:bodyPr>
          <a:lstStyle>
            <a:lvl1pPr marL="182880" indent="-182880" algn="r">
              <a:lnSpc>
                <a:spcPct val="100000"/>
              </a:lnSpc>
              <a:spcBef>
                <a:spcPts val="0"/>
              </a:spcBef>
              <a:buClr>
                <a:srgbClr val="FFFFFF"/>
              </a:buClr>
              <a:buFont typeface="Arial" panose="020B0604020202020204" pitchFamily="34" charset="0"/>
              <a:buChar char="–"/>
              <a:defRPr sz="1400" b="0" i="0">
                <a:solidFill>
                  <a:srgbClr val="FFFFFF"/>
                </a:solidFill>
              </a:defRPr>
            </a:lvl1pPr>
            <a:lvl2pPr marL="182880" indent="-182880" algn="r">
              <a:lnSpc>
                <a:spcPct val="100000"/>
              </a:lnSpc>
              <a:spcBef>
                <a:spcPts val="0"/>
              </a:spcBef>
              <a:buFont typeface="Arial" panose="020B0604020202020204" pitchFamily="34" charset="0"/>
              <a:buChar char="–"/>
              <a:defRPr sz="1400">
                <a:solidFill>
                  <a:srgbClr val="FFFFFF"/>
                </a:solidFill>
              </a:defRPr>
            </a:lvl2pPr>
            <a:lvl3pPr marL="182880" indent="-182880" algn="r">
              <a:lnSpc>
                <a:spcPct val="100000"/>
              </a:lnSpc>
              <a:spcBef>
                <a:spcPts val="0"/>
              </a:spcBef>
              <a:buFont typeface="Arial" panose="020B0604020202020204" pitchFamily="34" charset="0"/>
              <a:buChar char="–"/>
              <a:defRPr sz="1400">
                <a:solidFill>
                  <a:srgbClr val="FFFFFF"/>
                </a:solidFill>
              </a:defRPr>
            </a:lvl3pPr>
            <a:lvl4pPr marL="182880" indent="-182880" algn="r">
              <a:lnSpc>
                <a:spcPct val="100000"/>
              </a:lnSpc>
              <a:spcBef>
                <a:spcPts val="0"/>
              </a:spcBef>
              <a:buFont typeface="Arial" panose="020B0604020202020204" pitchFamily="34" charset="0"/>
              <a:buChar char="–"/>
              <a:defRPr sz="1400">
                <a:solidFill>
                  <a:srgbClr val="FFFFFF"/>
                </a:solidFill>
              </a:defRPr>
            </a:lvl4pPr>
            <a:lvl5pPr marL="182880" indent="-182880" algn="r">
              <a:lnSpc>
                <a:spcPct val="100000"/>
              </a:lnSpc>
              <a:spcBef>
                <a:spcPts val="0"/>
              </a:spcBef>
              <a:buFont typeface="Arial" panose="020B0604020202020204" pitchFamily="34" charset="0"/>
              <a:buChar char="–"/>
              <a:defRPr sz="1400">
                <a:solidFill>
                  <a:srgbClr val="FFFFFF"/>
                </a:solidFill>
              </a:defRPr>
            </a:lvl5pPr>
            <a:lvl6pPr marL="285750" indent="-285750" algn="r">
              <a:lnSpc>
                <a:spcPct val="100000"/>
              </a:lnSpc>
              <a:spcBef>
                <a:spcPts val="0"/>
              </a:spcBef>
              <a:buFont typeface="Arial" panose="020B0604020202020204" pitchFamily="34" charset="0"/>
              <a:buChar char="–"/>
              <a:defRPr sz="1400">
                <a:solidFill>
                  <a:srgbClr val="FFFFFF"/>
                </a:solidFill>
              </a:defRPr>
            </a:lvl6pPr>
            <a:lvl7pPr marL="182880" indent="-182880" algn="r">
              <a:lnSpc>
                <a:spcPct val="100000"/>
              </a:lnSpc>
              <a:spcBef>
                <a:spcPts val="0"/>
              </a:spcBef>
              <a:buFont typeface="Arial" panose="020B0604020202020204" pitchFamily="34" charset="0"/>
              <a:buChar char="–"/>
              <a:defRPr sz="1400">
                <a:solidFill>
                  <a:srgbClr val="FFFFFF"/>
                </a:solidFill>
              </a:defRPr>
            </a:lvl7pPr>
            <a:lvl8pPr marL="182880" indent="-182880" algn="r">
              <a:lnSpc>
                <a:spcPct val="100000"/>
              </a:lnSpc>
              <a:spcBef>
                <a:spcPts val="0"/>
              </a:spcBef>
              <a:buFont typeface="Arial" panose="020B0604020202020204" pitchFamily="34" charset="0"/>
              <a:buChar char="–"/>
              <a:defRPr sz="1400">
                <a:solidFill>
                  <a:srgbClr val="FFFFFF"/>
                </a:solidFill>
              </a:defRPr>
            </a:lvl8pPr>
            <a:lvl9pPr marL="182880" indent="-182880" algn="r">
              <a:lnSpc>
                <a:spcPct val="100000"/>
              </a:lnSpc>
              <a:spcBef>
                <a:spcPts val="0"/>
              </a:spcBef>
              <a:buFont typeface="Arial" panose="020B0604020202020204" pitchFamily="34" charset="0"/>
              <a:buChar char="–"/>
              <a:defRPr sz="1400">
                <a:solidFill>
                  <a:srgbClr val="FFFFFF"/>
                </a:solidFill>
              </a:defRPr>
            </a:lvl9pPr>
          </a:lstStyle>
          <a:p>
            <a:pPr lvl="0"/>
            <a:r>
              <a:t>Quote attribution / source</a:t>
            </a:r>
          </a:p>
        </p:txBody>
      </p:sp>
      <p:pic>
        <p:nvPicPr>
          <p:cNvPr id="18" name="Picture 17"/>
          <p:cNvPicPr>
            <a:picLocks noChangeAspect="1"/>
          </p:cNvPicPr>
          <p:nvPr/>
        </p:nvPicPr>
        <p:blipFill>
          <a:blip r:embed="rId2" cstate="screen">
            <a:alphaModFix amt="45000"/>
            <a:extLst>
              <a:ext uri="{28A0092B-C50C-407E-A947-70E740481C1C}">
                <a14:useLocalDpi xmlns:a14="http://schemas.microsoft.com/office/drawing/2010/main"/>
              </a:ext>
            </a:extLst>
          </a:blip>
          <a:stretch>
            <a:fillRect/>
          </a:stretch>
        </p:blipFill>
        <p:spPr>
          <a:xfrm>
            <a:off x="10890586" y="5569090"/>
            <a:ext cx="844214" cy="669000"/>
          </a:xfrm>
          <a:prstGeom prst="rect">
            <a:avLst/>
          </a:prstGeom>
        </p:spPr>
      </p:pic>
      <p:pic>
        <p:nvPicPr>
          <p:cNvPr id="19" name="Picture 18"/>
          <p:cNvPicPr>
            <a:picLocks noChangeAspect="1"/>
          </p:cNvPicPr>
          <p:nvPr/>
        </p:nvPicPr>
        <p:blipFill>
          <a:blip r:embed="rId2" cstate="screen">
            <a:alphaModFix amt="45000"/>
            <a:extLst>
              <a:ext uri="{28A0092B-C50C-407E-A947-70E740481C1C}">
                <a14:useLocalDpi xmlns:a14="http://schemas.microsoft.com/office/drawing/2010/main"/>
              </a:ext>
            </a:extLst>
          </a:blip>
          <a:stretch>
            <a:fillRect/>
          </a:stretch>
        </p:blipFill>
        <p:spPr>
          <a:xfrm rot="10800000">
            <a:off x="8152005" y="1320037"/>
            <a:ext cx="844214" cy="669000"/>
          </a:xfrm>
          <a:prstGeom prst="rect">
            <a:avLst/>
          </a:prstGeom>
        </p:spPr>
      </p:pic>
    </p:spTree>
    <p:extLst>
      <p:ext uri="{BB962C8B-B14F-4D97-AF65-F5344CB8AC3E}">
        <p14:creationId xmlns:p14="http://schemas.microsoft.com/office/powerpoint/2010/main" val="2942567595"/>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Arrow">
    <p:spTree>
      <p:nvGrpSpPr>
        <p:cNvPr id="1" name=""/>
        <p:cNvGrpSpPr/>
        <p:nvPr/>
      </p:nvGrpSpPr>
      <p:grpSpPr>
        <a:xfrm>
          <a:off x="0" y="0"/>
          <a:ext cx="0" cy="0"/>
          <a:chOff x="0" y="0"/>
          <a:chExt cx="0" cy="0"/>
        </a:xfrm>
      </p:grpSpPr>
      <p:sp>
        <p:nvSpPr>
          <p:cNvPr id="11" name="Rectangle 10"/>
          <p:cNvSpPr/>
          <p:nvPr/>
        </p:nvSpPr>
        <p:spPr>
          <a:xfrm>
            <a:off x="0" y="1130021"/>
            <a:ext cx="12192000" cy="519457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sp>
        <p:nvSpPr>
          <p:cNvPr id="14" name="Rectangle 13"/>
          <p:cNvSpPr/>
          <p:nvPr/>
        </p:nvSpPr>
        <p:spPr bwMode="ltGray">
          <a:xfrm>
            <a:off x="2987589" y="2059460"/>
            <a:ext cx="9204411" cy="3517557"/>
          </a:xfrm>
          <a:prstGeom prst="rect">
            <a:avLst/>
          </a:prstGeom>
          <a:solidFill>
            <a:srgbClr val="669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sz="1800" b="0" i="0">
              <a:latin typeface="+mn-lt"/>
            </a:endParaRPr>
          </a:p>
        </p:txBody>
      </p:sp>
      <p:sp>
        <p:nvSpPr>
          <p:cNvPr id="15" name="Pentagon 7"/>
          <p:cNvSpPr/>
          <p:nvPr/>
        </p:nvSpPr>
        <p:spPr bwMode="white">
          <a:xfrm>
            <a:off x="0" y="1611223"/>
            <a:ext cx="4668109" cy="4263560"/>
          </a:xfrm>
          <a:prstGeom prst="homePlate">
            <a:avLst>
              <a:gd name="adj" fmla="val 3521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b="0" i="0">
              <a:latin typeface="+mn-lt"/>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16" name="Text Placeholder 13"/>
          <p:cNvSpPr>
            <a:spLocks noGrp="1"/>
          </p:cNvSpPr>
          <p:nvPr>
            <p:ph type="body" sz="quarter" idx="14" hasCustomPrompt="1"/>
          </p:nvPr>
        </p:nvSpPr>
        <p:spPr>
          <a:xfrm>
            <a:off x="217337" y="3074978"/>
            <a:ext cx="3602684" cy="1336051"/>
          </a:xfrm>
        </p:spPr>
        <p:txBody>
          <a:bodyPr anchor="ctr">
            <a:noAutofit/>
          </a:bodyPr>
          <a:lstStyle>
            <a:lvl1pPr marL="0" indent="0" algn="ctr">
              <a:lnSpc>
                <a:spcPct val="100000"/>
              </a:lnSpc>
              <a:spcBef>
                <a:spcPts val="0"/>
              </a:spcBef>
              <a:buNone/>
              <a:defRPr sz="2400" b="0" i="0">
                <a:solidFill>
                  <a:srgbClr val="000000"/>
                </a:solidFill>
                <a:latin typeface="+mn-lt"/>
              </a:defRPr>
            </a:lvl1pPr>
            <a:lvl2pPr marL="0" indent="0" algn="ctr">
              <a:lnSpc>
                <a:spcPct val="100000"/>
              </a:lnSpc>
              <a:spcBef>
                <a:spcPts val="0"/>
              </a:spcBef>
              <a:buNone/>
              <a:defRPr sz="2400"/>
            </a:lvl2pPr>
            <a:lvl3pPr marL="0" indent="0" algn="ctr">
              <a:lnSpc>
                <a:spcPct val="100000"/>
              </a:lnSpc>
              <a:spcBef>
                <a:spcPts val="0"/>
              </a:spcBef>
              <a:buNone/>
              <a:defRPr sz="2400"/>
            </a:lvl3pPr>
            <a:lvl4pPr marL="0" indent="0" algn="ctr">
              <a:lnSpc>
                <a:spcPct val="100000"/>
              </a:lnSpc>
              <a:spcBef>
                <a:spcPts val="0"/>
              </a:spcBef>
              <a:buNone/>
              <a:defRPr sz="2400"/>
            </a:lvl4pPr>
            <a:lvl5pPr marL="0" indent="0" algn="ctr">
              <a:lnSpc>
                <a:spcPct val="100000"/>
              </a:lnSpc>
              <a:spcBef>
                <a:spcPts val="0"/>
              </a:spcBef>
              <a:buNone/>
              <a:defRPr sz="2400"/>
            </a:lvl5pPr>
            <a:lvl6pPr marL="0" indent="0" algn="ctr">
              <a:lnSpc>
                <a:spcPct val="100000"/>
              </a:lnSpc>
              <a:spcBef>
                <a:spcPts val="0"/>
              </a:spcBef>
              <a:buNone/>
              <a:defRPr sz="2400"/>
            </a:lvl6pPr>
            <a:lvl7pPr marL="0" indent="0" algn="ctr">
              <a:lnSpc>
                <a:spcPct val="100000"/>
              </a:lnSpc>
              <a:spcBef>
                <a:spcPts val="0"/>
              </a:spcBef>
              <a:buNone/>
              <a:defRPr sz="2400"/>
            </a:lvl7pPr>
            <a:lvl8pPr marL="0" indent="0" algn="ctr">
              <a:lnSpc>
                <a:spcPct val="100000"/>
              </a:lnSpc>
              <a:spcBef>
                <a:spcPts val="0"/>
              </a:spcBef>
              <a:buNone/>
              <a:defRPr sz="2400"/>
            </a:lvl8pPr>
            <a:lvl9pPr marL="0" indent="0" algn="ctr">
              <a:lnSpc>
                <a:spcPct val="100000"/>
              </a:lnSpc>
              <a:spcBef>
                <a:spcPts val="0"/>
              </a:spcBef>
              <a:buNone/>
              <a:defRPr sz="2400"/>
            </a:lvl9pPr>
          </a:lstStyle>
          <a:p>
            <a:pPr lvl="0"/>
            <a:r>
              <a:t>Header Text</a:t>
            </a:r>
          </a:p>
        </p:txBody>
      </p:sp>
      <p:sp>
        <p:nvSpPr>
          <p:cNvPr id="18" name="Text Placeholder 17"/>
          <p:cNvSpPr>
            <a:spLocks noGrp="1"/>
          </p:cNvSpPr>
          <p:nvPr>
            <p:ph type="body" sz="quarter" idx="15" hasCustomPrompt="1"/>
          </p:nvPr>
        </p:nvSpPr>
        <p:spPr>
          <a:xfrm>
            <a:off x="4909167" y="2223140"/>
            <a:ext cx="7041776" cy="3190194"/>
          </a:xfrm>
        </p:spPr>
        <p:txBody>
          <a:bodyPr anchor="ctr">
            <a:noAutofit/>
          </a:bodyPr>
          <a:lstStyle>
            <a:lvl1pPr>
              <a:buClr>
                <a:srgbClr val="FFFFFF"/>
              </a:buClr>
              <a:defRPr b="0" i="0">
                <a:solidFill>
                  <a:srgbClr val="FFFFFF"/>
                </a:solidFill>
                <a:latin typeface="+mn-lt"/>
              </a:defRPr>
            </a:lvl1pPr>
            <a:lvl2pPr>
              <a:buClr>
                <a:srgbClr val="FFFFFF"/>
              </a:buClr>
              <a:defRPr b="0" i="0">
                <a:solidFill>
                  <a:srgbClr val="FFFFFF"/>
                </a:solidFill>
                <a:latin typeface="+mn-lt"/>
              </a:defRPr>
            </a:lvl2pPr>
            <a:lvl3pPr>
              <a:buClr>
                <a:srgbClr val="FFFFFF"/>
              </a:buClr>
              <a:defRPr b="0" i="0">
                <a:solidFill>
                  <a:srgbClr val="FFFFFF"/>
                </a:solidFill>
                <a:latin typeface="+mn-lt"/>
              </a:defRPr>
            </a:lvl3pPr>
            <a:lvl4pPr>
              <a:buClr>
                <a:srgbClr val="FFFFFF"/>
              </a:buClr>
              <a:defRPr b="0" i="0">
                <a:solidFill>
                  <a:srgbClr val="FFFFFF"/>
                </a:solidFill>
                <a:latin typeface="+mn-lt"/>
              </a:defRPr>
            </a:lvl4pPr>
            <a:lvl5pPr>
              <a:buClr>
                <a:srgbClr val="FFFFFF"/>
              </a:buClr>
              <a:defRPr b="0" i="0">
                <a:solidFill>
                  <a:srgbClr val="FFFFFF"/>
                </a:solidFill>
                <a:latin typeface="+mn-lt"/>
              </a:defRPr>
            </a:lvl5pPr>
            <a:lvl6pPr>
              <a:buClr>
                <a:srgbClr val="FFFFFF"/>
              </a:buClr>
              <a:defRPr>
                <a:solidFill>
                  <a:schemeClr val="bg1"/>
                </a:solidFill>
              </a:defRPr>
            </a:lvl6pPr>
            <a:lvl7pPr>
              <a:buClr>
                <a:srgbClr val="FFFFFF"/>
              </a:buClr>
              <a:defRPr>
                <a:solidFill>
                  <a:schemeClr val="bg1"/>
                </a:solidFill>
              </a:defRPr>
            </a:lvl7pPr>
            <a:lvl8pPr>
              <a:buClr>
                <a:srgbClr val="FFFFFF"/>
              </a:buClr>
              <a:defRPr>
                <a:solidFill>
                  <a:schemeClr val="bg1"/>
                </a:solidFill>
              </a:defRPr>
            </a:lvl8pPr>
            <a:lvl9pPr>
              <a:buClr>
                <a:srgbClr val="FFFFFF"/>
              </a:buClr>
              <a:defRPr>
                <a:solidFill>
                  <a:schemeClr val="bg1"/>
                </a:solidFill>
              </a:defRPr>
            </a:lvl9pPr>
          </a:lstStyle>
          <a:p>
            <a:pPr lvl="0"/>
            <a:r>
              <a:t>Click to add text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3499238143"/>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2-Headed Arrow">
    <p:spTree>
      <p:nvGrpSpPr>
        <p:cNvPr id="1" name=""/>
        <p:cNvGrpSpPr/>
        <p:nvPr/>
      </p:nvGrpSpPr>
      <p:grpSpPr>
        <a:xfrm>
          <a:off x="0" y="0"/>
          <a:ext cx="0" cy="0"/>
          <a:chOff x="0" y="0"/>
          <a:chExt cx="0" cy="0"/>
        </a:xfrm>
      </p:grpSpPr>
      <p:sp>
        <p:nvSpPr>
          <p:cNvPr id="6" name="Trapezoid 5">
            <a:extLst>
              <a:ext uri="{FF2B5EF4-FFF2-40B4-BE49-F238E27FC236}">
                <a16:creationId xmlns:a16="http://schemas.microsoft.com/office/drawing/2014/main" id="{4E885DC1-92D7-4F25-80C2-96DD7F7892F1}"/>
              </a:ext>
            </a:extLst>
          </p:cNvPr>
          <p:cNvSpPr/>
          <p:nvPr/>
        </p:nvSpPr>
        <p:spPr>
          <a:xfrm>
            <a:off x="3044040" y="3740447"/>
            <a:ext cx="6103921" cy="1380744"/>
          </a:xfrm>
          <a:prstGeom prst="trapezoid">
            <a:avLst>
              <a:gd name="adj" fmla="val 97848"/>
            </a:avLst>
          </a:prstGeom>
          <a:gradFill>
            <a:gsLst>
              <a:gs pos="25000">
                <a:schemeClr val="bg1">
                  <a:lumMod val="75000"/>
                  <a:alpha val="50000"/>
                </a:schemeClr>
              </a:gs>
              <a:gs pos="59000">
                <a:schemeClr val="bg1">
                  <a:lumMod val="95000"/>
                </a:schemeClr>
              </a:gs>
              <a:gs pos="100000">
                <a:schemeClr val="bg1">
                  <a:lumMod val="95000"/>
                  <a:alpha val="34000"/>
                </a:schemeClr>
              </a:gs>
            </a:gsLst>
            <a:lin ang="20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90000"/>
              </a:lnSpc>
            </a:pPr>
            <a:endParaRPr>
              <a:solidFill>
                <a:schemeClr val="tx1"/>
              </a:solidFill>
            </a:endParaRPr>
          </a:p>
        </p:txBody>
      </p:sp>
      <p:sp>
        <p:nvSpPr>
          <p:cNvPr id="27" name="Trapezoid 26">
            <a:extLst>
              <a:ext uri="{FF2B5EF4-FFF2-40B4-BE49-F238E27FC236}">
                <a16:creationId xmlns:a16="http://schemas.microsoft.com/office/drawing/2014/main" id="{A3CEAAA8-5914-4C09-B843-C9240DF0006E}"/>
              </a:ext>
            </a:extLst>
          </p:cNvPr>
          <p:cNvSpPr/>
          <p:nvPr/>
        </p:nvSpPr>
        <p:spPr>
          <a:xfrm flipV="1">
            <a:off x="3044040" y="2210073"/>
            <a:ext cx="6103921" cy="1380744"/>
          </a:xfrm>
          <a:prstGeom prst="trapezoid">
            <a:avLst>
              <a:gd name="adj" fmla="val 97848"/>
            </a:avLst>
          </a:prstGeom>
          <a:gradFill>
            <a:gsLst>
              <a:gs pos="25000">
                <a:schemeClr val="bg1">
                  <a:lumMod val="75000"/>
                  <a:alpha val="50000"/>
                </a:schemeClr>
              </a:gs>
              <a:gs pos="59000">
                <a:schemeClr val="bg1">
                  <a:lumMod val="95000"/>
                </a:schemeClr>
              </a:gs>
              <a:gs pos="100000">
                <a:schemeClr val="bg1">
                  <a:lumMod val="95000"/>
                  <a:alpha val="34000"/>
                </a:schemeClr>
              </a:gs>
            </a:gsLst>
            <a:lin ang="20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90000"/>
              </a:lnSpc>
            </a:pPr>
            <a:endParaRPr>
              <a:solidFill>
                <a:schemeClr val="tx1"/>
              </a:solidFill>
            </a:endParaRPr>
          </a:p>
        </p:txBody>
      </p:sp>
      <p:sp>
        <p:nvSpPr>
          <p:cNvPr id="19" name="Pentagon 8"/>
          <p:cNvSpPr/>
          <p:nvPr/>
        </p:nvSpPr>
        <p:spPr bwMode="ltGray">
          <a:xfrm>
            <a:off x="203200" y="1822598"/>
            <a:ext cx="4064000" cy="3703092"/>
          </a:xfrm>
          <a:prstGeom prst="homePlate">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b="0" i="0">
              <a:latin typeface="+mn-lt"/>
            </a:endParaRPr>
          </a:p>
        </p:txBody>
      </p:sp>
      <p:sp>
        <p:nvSpPr>
          <p:cNvPr id="20" name="Pentagon 1"/>
          <p:cNvSpPr/>
          <p:nvPr/>
        </p:nvSpPr>
        <p:spPr bwMode="ltGray">
          <a:xfrm>
            <a:off x="1" y="1818445"/>
            <a:ext cx="4064000" cy="3703092"/>
          </a:xfrm>
          <a:prstGeom prst="homePlate">
            <a:avLst>
              <a:gd name="adj" fmla="val 44598"/>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b="0" i="0">
              <a:latin typeface="+mn-lt"/>
            </a:endParaRPr>
          </a:p>
        </p:txBody>
      </p:sp>
      <p:grpSp>
        <p:nvGrpSpPr>
          <p:cNvPr id="21" name="Group 20"/>
          <p:cNvGrpSpPr/>
          <p:nvPr>
            <p:custDataLst>
              <p:tags r:id="rId1"/>
            </p:custDataLst>
          </p:nvPr>
        </p:nvGrpSpPr>
        <p:grpSpPr bwMode="ltGray">
          <a:xfrm flipH="1">
            <a:off x="7924802" y="1822599"/>
            <a:ext cx="4267199" cy="3707245"/>
            <a:chOff x="0" y="1818445"/>
            <a:chExt cx="3200399" cy="3707245"/>
          </a:xfrm>
          <a:solidFill>
            <a:srgbClr val="6699CC"/>
          </a:solidFill>
        </p:grpSpPr>
        <p:sp>
          <p:nvSpPr>
            <p:cNvPr id="22" name="Pentagon 11"/>
            <p:cNvSpPr/>
            <p:nvPr/>
          </p:nvSpPr>
          <p:spPr bwMode="ltGray">
            <a:xfrm>
              <a:off x="152399" y="1822598"/>
              <a:ext cx="3048000" cy="3703092"/>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b="0" i="0">
                <a:latin typeface="+mn-lt"/>
              </a:endParaRPr>
            </a:p>
          </p:txBody>
        </p:sp>
        <p:sp>
          <p:nvSpPr>
            <p:cNvPr id="23" name="Pentagon 12"/>
            <p:cNvSpPr/>
            <p:nvPr/>
          </p:nvSpPr>
          <p:spPr bwMode="ltGray">
            <a:xfrm>
              <a:off x="0" y="1818445"/>
              <a:ext cx="3048000" cy="3703092"/>
            </a:xfrm>
            <a:prstGeom prst="homePlate">
              <a:avLst>
                <a:gd name="adj" fmla="val 4459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b="0" i="0">
                <a:latin typeface="+mn-lt"/>
              </a:endParaRPr>
            </a:p>
          </p:txBody>
        </p:sp>
      </p:gr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16" name="Text Placeholder 13"/>
          <p:cNvSpPr>
            <a:spLocks noGrp="1"/>
          </p:cNvSpPr>
          <p:nvPr>
            <p:ph type="body" sz="quarter" idx="14" hasCustomPrompt="1"/>
          </p:nvPr>
        </p:nvSpPr>
        <p:spPr>
          <a:xfrm>
            <a:off x="355601" y="2307737"/>
            <a:ext cx="2870200" cy="2663824"/>
          </a:xfrm>
        </p:spPr>
        <p:txBody>
          <a:bodyPr anchor="ctr">
            <a:noAutofit/>
          </a:bodyPr>
          <a:lstStyle>
            <a:lvl1pPr marL="0" indent="0" algn="l">
              <a:lnSpc>
                <a:spcPct val="100000"/>
              </a:lnSpc>
              <a:spcBef>
                <a:spcPts val="0"/>
              </a:spcBef>
              <a:buNone/>
              <a:defRPr sz="2400" b="0" i="0">
                <a:solidFill>
                  <a:srgbClr val="FFFFFF"/>
                </a:solidFill>
                <a:latin typeface="+mn-lt"/>
              </a:defRPr>
            </a:lvl1pPr>
            <a:lvl2pPr marL="0" indent="0" algn="ctr">
              <a:lnSpc>
                <a:spcPct val="100000"/>
              </a:lnSpc>
              <a:spcBef>
                <a:spcPts val="0"/>
              </a:spcBef>
              <a:buNone/>
              <a:defRPr sz="2400"/>
            </a:lvl2pPr>
            <a:lvl3pPr marL="0" indent="0" algn="ctr">
              <a:lnSpc>
                <a:spcPct val="100000"/>
              </a:lnSpc>
              <a:spcBef>
                <a:spcPts val="0"/>
              </a:spcBef>
              <a:buNone/>
              <a:defRPr sz="2400"/>
            </a:lvl3pPr>
            <a:lvl4pPr marL="0" indent="0" algn="ctr">
              <a:lnSpc>
                <a:spcPct val="100000"/>
              </a:lnSpc>
              <a:spcBef>
                <a:spcPts val="0"/>
              </a:spcBef>
              <a:buNone/>
              <a:defRPr sz="2400"/>
            </a:lvl4pPr>
            <a:lvl5pPr marL="0" indent="0" algn="ctr">
              <a:lnSpc>
                <a:spcPct val="100000"/>
              </a:lnSpc>
              <a:spcBef>
                <a:spcPts val="0"/>
              </a:spcBef>
              <a:buNone/>
              <a:defRPr sz="2400"/>
            </a:lvl5pPr>
            <a:lvl6pPr marL="0" indent="0" algn="ctr">
              <a:lnSpc>
                <a:spcPct val="100000"/>
              </a:lnSpc>
              <a:spcBef>
                <a:spcPts val="0"/>
              </a:spcBef>
              <a:buNone/>
              <a:defRPr sz="2400"/>
            </a:lvl6pPr>
            <a:lvl7pPr marL="0" indent="0" algn="ctr">
              <a:lnSpc>
                <a:spcPct val="100000"/>
              </a:lnSpc>
              <a:spcBef>
                <a:spcPts val="0"/>
              </a:spcBef>
              <a:buNone/>
              <a:defRPr sz="2400"/>
            </a:lvl7pPr>
            <a:lvl8pPr marL="0" indent="0" algn="ctr">
              <a:lnSpc>
                <a:spcPct val="100000"/>
              </a:lnSpc>
              <a:spcBef>
                <a:spcPts val="0"/>
              </a:spcBef>
              <a:buNone/>
              <a:defRPr sz="2400"/>
            </a:lvl8pPr>
            <a:lvl9pPr marL="0" indent="0" algn="ctr">
              <a:lnSpc>
                <a:spcPct val="100000"/>
              </a:lnSpc>
              <a:spcBef>
                <a:spcPts val="0"/>
              </a:spcBef>
              <a:buNone/>
              <a:defRPr sz="2400"/>
            </a:lvl9pPr>
          </a:lstStyle>
          <a:p>
            <a:pPr lvl="0"/>
            <a:r>
              <a:t>Click to add text</a:t>
            </a:r>
          </a:p>
        </p:txBody>
      </p:sp>
      <p:sp>
        <p:nvSpPr>
          <p:cNvPr id="25" name="Text Placeholder 13"/>
          <p:cNvSpPr>
            <a:spLocks noGrp="1"/>
          </p:cNvSpPr>
          <p:nvPr>
            <p:ph type="body" sz="quarter" idx="17" hasCustomPrompt="1"/>
          </p:nvPr>
        </p:nvSpPr>
        <p:spPr>
          <a:xfrm>
            <a:off x="3558950" y="2365873"/>
            <a:ext cx="5074103" cy="1084354"/>
          </a:xfrm>
        </p:spPr>
        <p:txBody>
          <a:bodyPr anchor="ctr">
            <a:noAutofit/>
          </a:bodyPr>
          <a:lstStyle>
            <a:lvl1pPr marL="0" indent="0" algn="ctr">
              <a:lnSpc>
                <a:spcPct val="100000"/>
              </a:lnSpc>
              <a:spcBef>
                <a:spcPts val="0"/>
              </a:spcBef>
              <a:buNone/>
              <a:defRPr sz="1800" b="0" i="0">
                <a:solidFill>
                  <a:schemeClr val="tx1"/>
                </a:solidFill>
                <a:latin typeface="+mn-lt"/>
              </a:defRPr>
            </a:lvl1pPr>
            <a:lvl2pPr marL="0" indent="0" algn="ctr">
              <a:lnSpc>
                <a:spcPct val="100000"/>
              </a:lnSpc>
              <a:spcBef>
                <a:spcPts val="0"/>
              </a:spcBef>
              <a:buNone/>
              <a:defRPr sz="1800">
                <a:solidFill>
                  <a:schemeClr val="bg1"/>
                </a:solidFill>
              </a:defRPr>
            </a:lvl2pPr>
            <a:lvl3pPr marL="0" indent="0" algn="ctr">
              <a:lnSpc>
                <a:spcPct val="100000"/>
              </a:lnSpc>
              <a:spcBef>
                <a:spcPts val="0"/>
              </a:spcBef>
              <a:buNone/>
              <a:defRPr sz="1800">
                <a:solidFill>
                  <a:schemeClr val="bg1"/>
                </a:solidFill>
              </a:defRPr>
            </a:lvl3pPr>
            <a:lvl4pPr marL="0" indent="0" algn="ctr">
              <a:lnSpc>
                <a:spcPct val="100000"/>
              </a:lnSpc>
              <a:spcBef>
                <a:spcPts val="0"/>
              </a:spcBef>
              <a:buNone/>
              <a:defRPr sz="1800">
                <a:solidFill>
                  <a:schemeClr val="bg1"/>
                </a:solidFill>
              </a:defRPr>
            </a:lvl4pPr>
            <a:lvl5pPr marL="0" indent="0" algn="ctr">
              <a:lnSpc>
                <a:spcPct val="100000"/>
              </a:lnSpc>
              <a:spcBef>
                <a:spcPts val="0"/>
              </a:spcBef>
              <a:buNone/>
              <a:defRPr sz="1800">
                <a:solidFill>
                  <a:schemeClr val="bg1"/>
                </a:solidFill>
              </a:defRPr>
            </a:lvl5pPr>
            <a:lvl6pPr marL="0" indent="0" algn="ctr">
              <a:lnSpc>
                <a:spcPct val="100000"/>
              </a:lnSpc>
              <a:spcBef>
                <a:spcPts val="0"/>
              </a:spcBef>
              <a:buNone/>
              <a:defRPr sz="1800">
                <a:solidFill>
                  <a:schemeClr val="bg1"/>
                </a:solidFill>
              </a:defRPr>
            </a:lvl6pPr>
            <a:lvl7pPr marL="0" indent="0" algn="ctr">
              <a:lnSpc>
                <a:spcPct val="100000"/>
              </a:lnSpc>
              <a:spcBef>
                <a:spcPts val="0"/>
              </a:spcBef>
              <a:buNone/>
              <a:defRPr sz="1800">
                <a:solidFill>
                  <a:schemeClr val="bg1"/>
                </a:solidFill>
              </a:defRPr>
            </a:lvl7pPr>
            <a:lvl8pPr marL="0" indent="0" algn="ctr">
              <a:lnSpc>
                <a:spcPct val="100000"/>
              </a:lnSpc>
              <a:spcBef>
                <a:spcPts val="0"/>
              </a:spcBef>
              <a:buNone/>
              <a:defRPr sz="1800">
                <a:solidFill>
                  <a:schemeClr val="bg1"/>
                </a:solidFill>
              </a:defRPr>
            </a:lvl8pPr>
            <a:lvl9pPr marL="0" indent="0" algn="ctr">
              <a:lnSpc>
                <a:spcPct val="100000"/>
              </a:lnSpc>
              <a:spcBef>
                <a:spcPts val="0"/>
              </a:spcBef>
              <a:buNone/>
              <a:defRPr sz="1800">
                <a:solidFill>
                  <a:schemeClr val="bg1"/>
                </a:solidFill>
              </a:defRPr>
            </a:lvl9pPr>
          </a:lstStyle>
          <a:p>
            <a:pPr lvl="0"/>
            <a:r>
              <a:t>Click to add text</a:t>
            </a:r>
          </a:p>
        </p:txBody>
      </p:sp>
      <p:sp>
        <p:nvSpPr>
          <p:cNvPr id="26" name="Text Placeholder 13"/>
          <p:cNvSpPr>
            <a:spLocks noGrp="1"/>
          </p:cNvSpPr>
          <p:nvPr>
            <p:ph type="body" sz="quarter" idx="18" hasCustomPrompt="1"/>
          </p:nvPr>
        </p:nvSpPr>
        <p:spPr>
          <a:xfrm>
            <a:off x="3558950" y="3897083"/>
            <a:ext cx="5074103" cy="1084354"/>
          </a:xfrm>
        </p:spPr>
        <p:txBody>
          <a:bodyPr anchor="ctr">
            <a:noAutofit/>
          </a:bodyPr>
          <a:lstStyle>
            <a:lvl1pPr marL="0" indent="0" algn="ctr">
              <a:lnSpc>
                <a:spcPct val="100000"/>
              </a:lnSpc>
              <a:spcBef>
                <a:spcPts val="0"/>
              </a:spcBef>
              <a:buNone/>
              <a:defRPr sz="1800" b="0" i="0">
                <a:solidFill>
                  <a:schemeClr val="tx1"/>
                </a:solidFill>
                <a:latin typeface="+mn-lt"/>
              </a:defRPr>
            </a:lvl1pPr>
            <a:lvl2pPr marL="0" indent="0" algn="ctr">
              <a:lnSpc>
                <a:spcPct val="100000"/>
              </a:lnSpc>
              <a:spcBef>
                <a:spcPts val="0"/>
              </a:spcBef>
              <a:buNone/>
              <a:defRPr sz="1800">
                <a:solidFill>
                  <a:schemeClr val="bg1"/>
                </a:solidFill>
              </a:defRPr>
            </a:lvl2pPr>
            <a:lvl3pPr marL="0" indent="0" algn="ctr">
              <a:lnSpc>
                <a:spcPct val="100000"/>
              </a:lnSpc>
              <a:spcBef>
                <a:spcPts val="0"/>
              </a:spcBef>
              <a:buNone/>
              <a:defRPr sz="1800">
                <a:solidFill>
                  <a:schemeClr val="bg1"/>
                </a:solidFill>
              </a:defRPr>
            </a:lvl3pPr>
            <a:lvl4pPr marL="0" indent="0" algn="ctr">
              <a:lnSpc>
                <a:spcPct val="100000"/>
              </a:lnSpc>
              <a:spcBef>
                <a:spcPts val="0"/>
              </a:spcBef>
              <a:buNone/>
              <a:defRPr sz="1800">
                <a:solidFill>
                  <a:schemeClr val="bg1"/>
                </a:solidFill>
              </a:defRPr>
            </a:lvl4pPr>
            <a:lvl5pPr marL="0" indent="0" algn="ctr">
              <a:lnSpc>
                <a:spcPct val="100000"/>
              </a:lnSpc>
              <a:spcBef>
                <a:spcPts val="0"/>
              </a:spcBef>
              <a:buNone/>
              <a:defRPr sz="1800">
                <a:solidFill>
                  <a:schemeClr val="bg1"/>
                </a:solidFill>
              </a:defRPr>
            </a:lvl5pPr>
            <a:lvl6pPr marL="0" indent="0" algn="ctr">
              <a:lnSpc>
                <a:spcPct val="100000"/>
              </a:lnSpc>
              <a:spcBef>
                <a:spcPts val="0"/>
              </a:spcBef>
              <a:buNone/>
              <a:defRPr sz="1800">
                <a:solidFill>
                  <a:schemeClr val="bg1"/>
                </a:solidFill>
              </a:defRPr>
            </a:lvl6pPr>
            <a:lvl7pPr marL="0" indent="0" algn="ctr">
              <a:lnSpc>
                <a:spcPct val="100000"/>
              </a:lnSpc>
              <a:spcBef>
                <a:spcPts val="0"/>
              </a:spcBef>
              <a:buNone/>
              <a:defRPr sz="1800">
                <a:solidFill>
                  <a:schemeClr val="bg1"/>
                </a:solidFill>
              </a:defRPr>
            </a:lvl7pPr>
            <a:lvl8pPr marL="0" indent="0" algn="ctr">
              <a:lnSpc>
                <a:spcPct val="100000"/>
              </a:lnSpc>
              <a:spcBef>
                <a:spcPts val="0"/>
              </a:spcBef>
              <a:buNone/>
              <a:defRPr sz="1800">
                <a:solidFill>
                  <a:schemeClr val="bg1"/>
                </a:solidFill>
              </a:defRPr>
            </a:lvl8pPr>
            <a:lvl9pPr marL="0" indent="0" algn="ctr">
              <a:lnSpc>
                <a:spcPct val="100000"/>
              </a:lnSpc>
              <a:spcBef>
                <a:spcPts val="0"/>
              </a:spcBef>
              <a:buNone/>
              <a:defRPr sz="1800">
                <a:solidFill>
                  <a:schemeClr val="bg1"/>
                </a:solidFill>
              </a:defRPr>
            </a:lvl9pPr>
          </a:lstStyle>
          <a:p>
            <a:pPr lvl="0"/>
            <a:r>
              <a:t>Click to add text</a:t>
            </a:r>
          </a:p>
        </p:txBody>
      </p:sp>
      <p:sp>
        <p:nvSpPr>
          <p:cNvPr id="24" name="Text Placeholder 13"/>
          <p:cNvSpPr>
            <a:spLocks noGrp="1"/>
          </p:cNvSpPr>
          <p:nvPr>
            <p:ph type="body" sz="quarter" idx="16" hasCustomPrompt="1"/>
          </p:nvPr>
        </p:nvSpPr>
        <p:spPr>
          <a:xfrm>
            <a:off x="9099672" y="2307737"/>
            <a:ext cx="2870200" cy="2663824"/>
          </a:xfrm>
        </p:spPr>
        <p:txBody>
          <a:bodyPr anchor="ctr">
            <a:noAutofit/>
          </a:bodyPr>
          <a:lstStyle>
            <a:lvl1pPr marL="0" indent="0" algn="l">
              <a:lnSpc>
                <a:spcPct val="100000"/>
              </a:lnSpc>
              <a:spcBef>
                <a:spcPts val="0"/>
              </a:spcBef>
              <a:buNone/>
              <a:defRPr sz="2400" b="0" i="0">
                <a:solidFill>
                  <a:srgbClr val="FFFFFF"/>
                </a:solidFill>
                <a:latin typeface="+mn-lt"/>
              </a:defRPr>
            </a:lvl1pPr>
            <a:lvl2pPr marL="0" indent="0" algn="ctr">
              <a:lnSpc>
                <a:spcPct val="100000"/>
              </a:lnSpc>
              <a:spcBef>
                <a:spcPts val="0"/>
              </a:spcBef>
              <a:buNone/>
              <a:defRPr sz="2400"/>
            </a:lvl2pPr>
            <a:lvl3pPr marL="0" indent="0" algn="ctr">
              <a:lnSpc>
                <a:spcPct val="100000"/>
              </a:lnSpc>
              <a:spcBef>
                <a:spcPts val="0"/>
              </a:spcBef>
              <a:buNone/>
              <a:defRPr sz="2400"/>
            </a:lvl3pPr>
            <a:lvl4pPr marL="0" indent="0" algn="ctr">
              <a:lnSpc>
                <a:spcPct val="100000"/>
              </a:lnSpc>
              <a:spcBef>
                <a:spcPts val="0"/>
              </a:spcBef>
              <a:buNone/>
              <a:defRPr sz="2400"/>
            </a:lvl4pPr>
            <a:lvl5pPr marL="0" indent="0" algn="ctr">
              <a:lnSpc>
                <a:spcPct val="100000"/>
              </a:lnSpc>
              <a:spcBef>
                <a:spcPts val="0"/>
              </a:spcBef>
              <a:buNone/>
              <a:defRPr sz="2400"/>
            </a:lvl5pPr>
            <a:lvl6pPr marL="0" indent="0" algn="ctr">
              <a:lnSpc>
                <a:spcPct val="100000"/>
              </a:lnSpc>
              <a:spcBef>
                <a:spcPts val="0"/>
              </a:spcBef>
              <a:buNone/>
              <a:defRPr sz="2400"/>
            </a:lvl6pPr>
            <a:lvl7pPr marL="0" indent="0" algn="ctr">
              <a:lnSpc>
                <a:spcPct val="100000"/>
              </a:lnSpc>
              <a:spcBef>
                <a:spcPts val="0"/>
              </a:spcBef>
              <a:buNone/>
              <a:defRPr sz="2400"/>
            </a:lvl7pPr>
            <a:lvl8pPr marL="0" indent="0" algn="ctr">
              <a:lnSpc>
                <a:spcPct val="100000"/>
              </a:lnSpc>
              <a:spcBef>
                <a:spcPts val="0"/>
              </a:spcBef>
              <a:buNone/>
              <a:defRPr sz="2400"/>
            </a:lvl8pPr>
            <a:lvl9pPr marL="0" indent="0" algn="ctr">
              <a:lnSpc>
                <a:spcPct val="100000"/>
              </a:lnSpc>
              <a:spcBef>
                <a:spcPts val="0"/>
              </a:spcBef>
              <a:buNone/>
              <a:defRPr sz="2400"/>
            </a:lvl9pPr>
          </a:lstStyle>
          <a:p>
            <a:pPr lvl="0"/>
            <a:r>
              <a:t>Click to add text</a:t>
            </a:r>
          </a:p>
        </p:txBody>
      </p:sp>
    </p:spTree>
    <p:extLst>
      <p:ext uri="{BB962C8B-B14F-4D97-AF65-F5344CB8AC3E}">
        <p14:creationId xmlns:p14="http://schemas.microsoft.com/office/powerpoint/2010/main" val="3288661879"/>
      </p:ext>
    </p:extLst>
  </p:cSld>
  <p:clrMapOvr>
    <a:masterClrMapping/>
  </p:clrMapOvr>
  <mc:AlternateContent xmlns:mc="http://schemas.openxmlformats.org/markup-compatibility/2006" xmlns:p14="http://schemas.microsoft.com/office/powerpoint/2010/main">
    <mc:Choice Requires="p14">
      <p:transition p14:dur="450">
        <p:fade/>
      </p:transition>
    </mc:Choice>
    <mc:Fallback xmlns="" xmlns:a16="http://schemas.microsoft.com/office/drawing/2014/main">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p:cSld name="Devices">
    <p:bg>
      <p:bgRef idx="1001">
        <a:schemeClr val="bg1"/>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34D9152-4A2F-4ACE-9A46-E4916C90D64F}"/>
              </a:ext>
            </a:extLst>
          </p:cNvPr>
          <p:cNvSpPr txBox="1"/>
          <p:nvPr/>
        </p:nvSpPr>
        <p:spPr>
          <a:xfrm>
            <a:off x="609600" y="2773436"/>
            <a:ext cx="10972800" cy="1311128"/>
          </a:xfrm>
          <a:prstGeom prst="rect">
            <a:avLst/>
          </a:prstGeom>
          <a:noFill/>
        </p:spPr>
        <p:txBody>
          <a:bodyPr wrap="square" rtlCol="0">
            <a:spAutoFit/>
          </a:bodyPr>
          <a:lstStyle/>
          <a:p>
            <a:pPr algn="ctr">
              <a:lnSpc>
                <a:spcPct val="90000"/>
              </a:lnSpc>
            </a:pPr>
            <a:r>
              <a:rPr sz="8800">
                <a:solidFill>
                  <a:srgbClr val="FFFFFF"/>
                </a:solidFill>
              </a:rPr>
              <a:t>Devices</a:t>
            </a:r>
          </a:p>
        </p:txBody>
      </p:sp>
    </p:spTree>
    <p:extLst>
      <p:ext uri="{BB962C8B-B14F-4D97-AF65-F5344CB8AC3E}">
        <p14:creationId xmlns:p14="http://schemas.microsoft.com/office/powerpoint/2010/main" val="1201168972"/>
      </p:ext>
    </p:extLst>
  </p:cSld>
  <p:clrMapOvr>
    <a:overrideClrMapping bg1="dk1" tx1="lt1" bg2="dk2" tx2="lt2" accent1="accent1" accent2="accent2" accent3="accent3" accent4="accent4" accent5="accent5" accent6="accent6" hlink="hlink" folHlink="folHlink"/>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Monito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B3ECD71-1D57-4155-AB09-F38A0FEB52CB}"/>
              </a:ext>
            </a:extLst>
          </p:cNvPr>
          <p:cNvSpPr/>
          <p:nvPr/>
        </p:nvSpPr>
        <p:spPr>
          <a:xfrm>
            <a:off x="-2" y="1131560"/>
            <a:ext cx="12192002" cy="1722670"/>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solidFill>
                <a:schemeClr val="bg2"/>
              </a:solidFill>
            </a:endParaRPr>
          </a:p>
        </p:txBody>
      </p:sp>
      <p:cxnSp>
        <p:nvCxnSpPr>
          <p:cNvPr id="9" name="Straight Connector 8">
            <a:extLst>
              <a:ext uri="{FF2B5EF4-FFF2-40B4-BE49-F238E27FC236}">
                <a16:creationId xmlns:a16="http://schemas.microsoft.com/office/drawing/2014/main" id="{19087B3E-8C28-46D5-87EC-CFFEC1A53583}"/>
              </a:ext>
            </a:extLst>
          </p:cNvPr>
          <p:cNvCxnSpPr>
            <a:cxnSpLocks/>
          </p:cNvCxnSpPr>
          <p:nvPr/>
        </p:nvCxnSpPr>
        <p:spPr>
          <a:xfrm>
            <a:off x="-9427" y="2854236"/>
            <a:ext cx="12198096" cy="0"/>
          </a:xfrm>
          <a:prstGeom prst="line">
            <a:avLst/>
          </a:prstGeom>
          <a:ln w="88900">
            <a:solidFill>
              <a:srgbClr val="FF6600"/>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90F50E2-601C-4B05-B93F-BEA0C4CA1D5E}"/>
              </a:ext>
            </a:extLst>
          </p:cNvPr>
          <p:cNvSpPr>
            <a:spLocks noGrp="1"/>
          </p:cNvSpPr>
          <p:nvPr>
            <p:ph type="title"/>
          </p:nvPr>
        </p:nvSpPr>
        <p:spPr/>
        <p:txBody>
          <a:bodyPr/>
          <a:lstStyle/>
          <a:p>
            <a:r>
              <a:rPr lang="en-US"/>
              <a:t>Click to edit Master title style</a:t>
            </a:r>
            <a:endParaRPr/>
          </a:p>
        </p:txBody>
      </p:sp>
      <p:sp>
        <p:nvSpPr>
          <p:cNvPr id="12" name="Text Placeholder 11">
            <a:extLst>
              <a:ext uri="{FF2B5EF4-FFF2-40B4-BE49-F238E27FC236}">
                <a16:creationId xmlns:a16="http://schemas.microsoft.com/office/drawing/2014/main" id="{16688F01-24F3-4078-ADFB-AE546DC21627}"/>
              </a:ext>
            </a:extLst>
          </p:cNvPr>
          <p:cNvSpPr>
            <a:spLocks noGrp="1"/>
          </p:cNvSpPr>
          <p:nvPr>
            <p:ph type="body" sz="quarter" idx="13" hasCustomPrompt="1"/>
          </p:nvPr>
        </p:nvSpPr>
        <p:spPr>
          <a:xfrm>
            <a:off x="457201" y="3150187"/>
            <a:ext cx="4170217" cy="27404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t>Click to add text</a:t>
            </a:r>
          </a:p>
          <a:p>
            <a:pPr lvl="1"/>
            <a:r>
              <a:t>Second level</a:t>
            </a:r>
          </a:p>
          <a:p>
            <a:pPr lvl="2"/>
            <a:r>
              <a:t>Third level</a:t>
            </a:r>
          </a:p>
        </p:txBody>
      </p:sp>
      <p:sp>
        <p:nvSpPr>
          <p:cNvPr id="14" name="Text Placeholder 11">
            <a:extLst>
              <a:ext uri="{FF2B5EF4-FFF2-40B4-BE49-F238E27FC236}">
                <a16:creationId xmlns:a16="http://schemas.microsoft.com/office/drawing/2014/main" id="{AD3A2F10-3FDB-448A-AB8E-37A9BE106D0A}"/>
              </a:ext>
            </a:extLst>
          </p:cNvPr>
          <p:cNvSpPr>
            <a:spLocks noGrp="1"/>
          </p:cNvSpPr>
          <p:nvPr>
            <p:ph type="body" sz="quarter" idx="14" hasCustomPrompt="1"/>
          </p:nvPr>
        </p:nvSpPr>
        <p:spPr>
          <a:xfrm>
            <a:off x="457201" y="1761115"/>
            <a:ext cx="4167194" cy="369332"/>
          </a:xfrm>
        </p:spPr>
        <p:txBody>
          <a:bodyPr>
            <a:normAutofit/>
          </a:bodyPr>
          <a:lstStyle>
            <a:lvl1pPr marL="0" indent="0">
              <a:spcBef>
                <a:spcPts val="0"/>
              </a:spcBef>
              <a:buNone/>
              <a:defRPr sz="240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Header Text</a:t>
            </a:r>
          </a:p>
          <a:p>
            <a:pPr lvl="1"/>
            <a:r>
              <a:t>Second level</a:t>
            </a:r>
          </a:p>
        </p:txBody>
      </p:sp>
      <p:sp>
        <p:nvSpPr>
          <p:cNvPr id="16" name="Rectangle 15">
            <a:extLst>
              <a:ext uri="{FF2B5EF4-FFF2-40B4-BE49-F238E27FC236}">
                <a16:creationId xmlns:a16="http://schemas.microsoft.com/office/drawing/2014/main" id="{E3AC5B21-6032-4E75-A886-0490BD0672FF}"/>
              </a:ext>
            </a:extLst>
          </p:cNvPr>
          <p:cNvSpPr/>
          <p:nvPr/>
        </p:nvSpPr>
        <p:spPr>
          <a:xfrm>
            <a:off x="5724525" y="1590675"/>
            <a:ext cx="5791200" cy="3609975"/>
          </a:xfrm>
          <a:prstGeom prst="rect">
            <a:avLst/>
          </a:prstGeom>
          <a:solidFill>
            <a:srgbClr val="0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pic>
        <p:nvPicPr>
          <p:cNvPr id="11" name="Monitor" descr="A screen shot of a computer&#10;&#10;Description automatically generated">
            <a:extLst>
              <a:ext uri="{FF2B5EF4-FFF2-40B4-BE49-F238E27FC236}">
                <a16:creationId xmlns:a16="http://schemas.microsoft.com/office/drawing/2014/main" id="{A20BA736-4B6D-4F91-9D32-0E187B6811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99150" y="1311097"/>
            <a:ext cx="6245075" cy="4823003"/>
          </a:xfrm>
          <a:prstGeom prst="rect">
            <a:avLst/>
          </a:prstGeom>
        </p:spPr>
      </p:pic>
      <p:sp>
        <p:nvSpPr>
          <p:cNvPr id="15" name="Picture Placeholder 14">
            <a:extLst>
              <a:ext uri="{FF2B5EF4-FFF2-40B4-BE49-F238E27FC236}">
                <a16:creationId xmlns:a16="http://schemas.microsoft.com/office/drawing/2014/main" id="{E96629E9-FA44-48F3-92B3-67A8727BA771}"/>
              </a:ext>
            </a:extLst>
          </p:cNvPr>
          <p:cNvSpPr>
            <a:spLocks noGrp="1"/>
          </p:cNvSpPr>
          <p:nvPr>
            <p:ph type="pic" sz="quarter" idx="15" hasCustomPrompt="1"/>
          </p:nvPr>
        </p:nvSpPr>
        <p:spPr>
          <a:xfrm>
            <a:off x="5772150" y="1631156"/>
            <a:ext cx="5700714" cy="3512345"/>
          </a:xfrm>
          <a:solidFill>
            <a:srgbClr val="E6E6E6"/>
          </a:solidFill>
        </p:spPr>
        <p:txBody>
          <a:bodyPr tIns="914400"/>
          <a:lstStyle>
            <a:lvl1pPr algn="ctr">
              <a:buNone/>
              <a:defRPr/>
            </a:lvl1pPr>
          </a:lstStyle>
          <a:p>
            <a:r>
              <a:t>Click icon or drag and drop to add picture</a:t>
            </a:r>
          </a:p>
        </p:txBody>
      </p:sp>
    </p:spTree>
    <p:extLst>
      <p:ext uri="{BB962C8B-B14F-4D97-AF65-F5344CB8AC3E}">
        <p14:creationId xmlns:p14="http://schemas.microsoft.com/office/powerpoint/2010/main" val="637220097"/>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1_Phone and Table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3031B4E-3FC9-4C30-959F-35B9F200AEDD}"/>
              </a:ext>
            </a:extLst>
          </p:cNvPr>
          <p:cNvSpPr/>
          <p:nvPr/>
        </p:nvSpPr>
        <p:spPr>
          <a:xfrm>
            <a:off x="609600" y="1539629"/>
            <a:ext cx="7092180" cy="3826441"/>
          </a:xfrm>
          <a:prstGeom prst="rect">
            <a:avLst/>
          </a:prstGeom>
          <a:gradFill>
            <a:gsLst>
              <a:gs pos="0">
                <a:schemeClr val="bg1">
                  <a:lumMod val="75000"/>
                  <a:alpha val="54000"/>
                </a:schemeClr>
              </a:gs>
              <a:gs pos="45000">
                <a:schemeClr val="bg1">
                  <a:lumMod val="95000"/>
                  <a:alpha val="70000"/>
                </a:schemeClr>
              </a:gs>
              <a:gs pos="100000">
                <a:schemeClr val="bg1">
                  <a:lumMod val="95000"/>
                  <a:alpha val="76000"/>
                </a:schemeClr>
              </a:gs>
            </a:gsLst>
            <a:lin ang="2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a:extLst>
              <a:ext uri="{FF2B5EF4-FFF2-40B4-BE49-F238E27FC236}">
                <a16:creationId xmlns:a16="http://schemas.microsoft.com/office/drawing/2014/main" id="{28298BD1-8D4F-4888-B426-6820048566D4}"/>
              </a:ext>
            </a:extLst>
          </p:cNvPr>
          <p:cNvSpPr>
            <a:spLocks noGrp="1"/>
          </p:cNvSpPr>
          <p:nvPr>
            <p:ph type="title"/>
          </p:nvPr>
        </p:nvSpPr>
        <p:spPr/>
        <p:txBody>
          <a:bodyPr/>
          <a:lstStyle/>
          <a:p>
            <a:r>
              <a:rPr lang="en-US"/>
              <a:t>Click to edit Master title style</a:t>
            </a:r>
            <a:endParaRPr/>
          </a:p>
        </p:txBody>
      </p:sp>
      <p:sp>
        <p:nvSpPr>
          <p:cNvPr id="8" name="Text Placeholder 11">
            <a:extLst>
              <a:ext uri="{FF2B5EF4-FFF2-40B4-BE49-F238E27FC236}">
                <a16:creationId xmlns:a16="http://schemas.microsoft.com/office/drawing/2014/main" id="{19FE50EE-A3ED-4BD6-96A7-7D35461C8167}"/>
              </a:ext>
            </a:extLst>
          </p:cNvPr>
          <p:cNvSpPr>
            <a:spLocks noGrp="1"/>
          </p:cNvSpPr>
          <p:nvPr>
            <p:ph type="body" sz="quarter" idx="13" hasCustomPrompt="1"/>
          </p:nvPr>
        </p:nvSpPr>
        <p:spPr>
          <a:xfrm>
            <a:off x="785812" y="1886717"/>
            <a:ext cx="6700837" cy="317091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t>Click to add text</a:t>
            </a:r>
          </a:p>
          <a:p>
            <a:pPr lvl="1"/>
            <a:r>
              <a:t>Second level</a:t>
            </a:r>
          </a:p>
          <a:p>
            <a:pPr lvl="2"/>
            <a:r>
              <a:t>Third level</a:t>
            </a:r>
          </a:p>
        </p:txBody>
      </p:sp>
      <p:cxnSp>
        <p:nvCxnSpPr>
          <p:cNvPr id="6" name="Straight Connector 5">
            <a:extLst>
              <a:ext uri="{FF2B5EF4-FFF2-40B4-BE49-F238E27FC236}">
                <a16:creationId xmlns:a16="http://schemas.microsoft.com/office/drawing/2014/main" id="{2205D028-8620-41DC-9E6F-949C00167D75}"/>
              </a:ext>
            </a:extLst>
          </p:cNvPr>
          <p:cNvCxnSpPr>
            <a:cxnSpLocks/>
          </p:cNvCxnSpPr>
          <p:nvPr/>
        </p:nvCxnSpPr>
        <p:spPr>
          <a:xfrm>
            <a:off x="0" y="5783865"/>
            <a:ext cx="12198096" cy="0"/>
          </a:xfrm>
          <a:prstGeom prst="line">
            <a:avLst/>
          </a:prstGeom>
          <a:ln w="88900">
            <a:solidFill>
              <a:srgbClr val="FF6600"/>
            </a:solidFill>
          </a:ln>
        </p:spPr>
        <p:style>
          <a:lnRef idx="1">
            <a:schemeClr val="accent1"/>
          </a:lnRef>
          <a:fillRef idx="0">
            <a:schemeClr val="accent1"/>
          </a:fillRef>
          <a:effectRef idx="0">
            <a:schemeClr val="accent1"/>
          </a:effectRef>
          <a:fontRef idx="minor">
            <a:schemeClr val="tx1"/>
          </a:fontRef>
        </p:style>
      </p:cxnSp>
      <p:pic>
        <p:nvPicPr>
          <p:cNvPr id="3" name="Monitor" descr="A screen shot of a computer&#10;&#10;Description automatically generated">
            <a:extLst>
              <a:ext uri="{FF2B5EF4-FFF2-40B4-BE49-F238E27FC236}">
                <a16:creationId xmlns:a16="http://schemas.microsoft.com/office/drawing/2014/main" id="{96ADF39E-3081-A20B-8F14-7AFD9E4CCB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99150" y="1311097"/>
            <a:ext cx="6245075" cy="4823003"/>
          </a:xfrm>
          <a:prstGeom prst="rect">
            <a:avLst/>
          </a:prstGeom>
        </p:spPr>
      </p:pic>
      <p:sp>
        <p:nvSpPr>
          <p:cNvPr id="4" name="Picture Placeholder 14">
            <a:extLst>
              <a:ext uri="{FF2B5EF4-FFF2-40B4-BE49-F238E27FC236}">
                <a16:creationId xmlns:a16="http://schemas.microsoft.com/office/drawing/2014/main" id="{06FF1876-9E63-8682-09F6-12D2F7DC2D5A}"/>
              </a:ext>
            </a:extLst>
          </p:cNvPr>
          <p:cNvSpPr>
            <a:spLocks noGrp="1"/>
          </p:cNvSpPr>
          <p:nvPr>
            <p:ph type="pic" sz="quarter" idx="16" hasCustomPrompt="1"/>
          </p:nvPr>
        </p:nvSpPr>
        <p:spPr>
          <a:xfrm>
            <a:off x="5772150" y="1631156"/>
            <a:ext cx="5700714" cy="3512345"/>
          </a:xfrm>
          <a:solidFill>
            <a:srgbClr val="E6E6E6"/>
          </a:solidFill>
        </p:spPr>
        <p:txBody>
          <a:bodyPr tIns="914400"/>
          <a:lstStyle>
            <a:lvl1pPr algn="ctr">
              <a:buNone/>
              <a:defRPr/>
            </a:lvl1pPr>
          </a:lstStyle>
          <a:p>
            <a:r>
              <a:t>Click icon or drag and drop to add picture</a:t>
            </a:r>
          </a:p>
        </p:txBody>
      </p:sp>
      <p:pic>
        <p:nvPicPr>
          <p:cNvPr id="13" name="Cell" descr="A screen shot of a computer&#10;&#10;Description automatically generated">
            <a:extLst>
              <a:ext uri="{FF2B5EF4-FFF2-40B4-BE49-F238E27FC236}">
                <a16:creationId xmlns:a16="http://schemas.microsoft.com/office/drawing/2014/main" id="{4D971C02-31C7-4339-BB32-3E60B93253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18063" y="3347389"/>
            <a:ext cx="1311066" cy="2751393"/>
          </a:xfrm>
          <a:prstGeom prst="rect">
            <a:avLst/>
          </a:prstGeom>
        </p:spPr>
      </p:pic>
      <p:sp>
        <p:nvSpPr>
          <p:cNvPr id="18" name="Picture Placeholder 17">
            <a:extLst>
              <a:ext uri="{FF2B5EF4-FFF2-40B4-BE49-F238E27FC236}">
                <a16:creationId xmlns:a16="http://schemas.microsoft.com/office/drawing/2014/main" id="{04A532DB-CFF7-4411-BB84-D34F100FC2DB}"/>
              </a:ext>
            </a:extLst>
          </p:cNvPr>
          <p:cNvSpPr>
            <a:spLocks noGrp="1"/>
          </p:cNvSpPr>
          <p:nvPr>
            <p:ph type="pic" sz="quarter" idx="15" hasCustomPrompt="1"/>
          </p:nvPr>
        </p:nvSpPr>
        <p:spPr>
          <a:xfrm>
            <a:off x="5247659" y="3488994"/>
            <a:ext cx="1252657" cy="2509376"/>
          </a:xfrm>
          <a:prstGeom prst="roundRect">
            <a:avLst>
              <a:gd name="adj" fmla="val 7326"/>
            </a:avLst>
          </a:prstGeom>
          <a:solidFill>
            <a:srgbClr val="E6E6E6"/>
          </a:solidFill>
        </p:spPr>
        <p:txBody>
          <a:bodyPr tIns="182880">
            <a:normAutofit/>
          </a:bodyPr>
          <a:lstStyle>
            <a:lvl1pPr marL="0" indent="0" algn="ctr">
              <a:buNone/>
              <a:defRPr sz="12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t>Click icon or drag and drop to add picture</a:t>
            </a:r>
          </a:p>
        </p:txBody>
      </p:sp>
      <p:sp>
        <p:nvSpPr>
          <p:cNvPr id="15" name="Picture Placeholder 14">
            <a:extLst>
              <a:ext uri="{FF2B5EF4-FFF2-40B4-BE49-F238E27FC236}">
                <a16:creationId xmlns:a16="http://schemas.microsoft.com/office/drawing/2014/main" id="{4111C92F-8A80-DD01-09B7-954A5390EE58}"/>
              </a:ext>
            </a:extLst>
          </p:cNvPr>
          <p:cNvSpPr>
            <a:spLocks noGrp="1"/>
          </p:cNvSpPr>
          <p:nvPr>
            <p:ph type="pic" sz="quarter" idx="14" hasCustomPrompt="1"/>
          </p:nvPr>
        </p:nvSpPr>
        <p:spPr>
          <a:xfrm>
            <a:off x="5774034" y="1631155"/>
            <a:ext cx="5698830" cy="3531873"/>
          </a:xfrm>
          <a:custGeom>
            <a:avLst/>
            <a:gdLst>
              <a:gd name="connsiteX0" fmla="*/ 2570881 w 5698830"/>
              <a:gd name="connsiteY0" fmla="*/ 0 h 3531873"/>
              <a:gd name="connsiteX1" fmla="*/ 5698830 w 5698830"/>
              <a:gd name="connsiteY1" fmla="*/ 0 h 3531873"/>
              <a:gd name="connsiteX2" fmla="*/ 5698830 w 5698830"/>
              <a:gd name="connsiteY2" fmla="*/ 3531871 h 3531873"/>
              <a:gd name="connsiteX3" fmla="*/ 2997994 w 5698830"/>
              <a:gd name="connsiteY3" fmla="*/ 3531871 h 3531873"/>
              <a:gd name="connsiteX4" fmla="*/ 2997994 w 5698830"/>
              <a:gd name="connsiteY4" fmla="*/ 3531873 h 3531873"/>
              <a:gd name="connsiteX5" fmla="*/ 754856 w 5698830"/>
              <a:gd name="connsiteY5" fmla="*/ 3531873 h 3531873"/>
              <a:gd name="connsiteX6" fmla="*/ 754856 w 5698830"/>
              <a:gd name="connsiteY6" fmla="*/ 1894960 h 3531873"/>
              <a:gd name="connsiteX7" fmla="*/ 579161 w 5698830"/>
              <a:gd name="connsiteY7" fmla="*/ 1719265 h 3531873"/>
              <a:gd name="connsiteX8" fmla="*/ 0 w 5698830"/>
              <a:gd name="connsiteY8" fmla="*/ 1719265 h 3531873"/>
              <a:gd name="connsiteX9" fmla="*/ 0 w 5698830"/>
              <a:gd name="connsiteY9" fmla="*/ 1 h 3531873"/>
              <a:gd name="connsiteX10" fmla="*/ 2570881 w 5698830"/>
              <a:gd name="connsiteY10" fmla="*/ 1 h 3531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698830" h="3531873">
                <a:moveTo>
                  <a:pt x="2570881" y="0"/>
                </a:moveTo>
                <a:lnTo>
                  <a:pt x="5698830" y="0"/>
                </a:lnTo>
                <a:lnTo>
                  <a:pt x="5698830" y="3531871"/>
                </a:lnTo>
                <a:lnTo>
                  <a:pt x="2997994" y="3531871"/>
                </a:lnTo>
                <a:lnTo>
                  <a:pt x="2997994" y="3531873"/>
                </a:lnTo>
                <a:lnTo>
                  <a:pt x="754856" y="3531873"/>
                </a:lnTo>
                <a:lnTo>
                  <a:pt x="754856" y="1894960"/>
                </a:lnTo>
                <a:cubicBezTo>
                  <a:pt x="754856" y="1797926"/>
                  <a:pt x="676195" y="1719265"/>
                  <a:pt x="579161" y="1719265"/>
                </a:cubicBezTo>
                <a:lnTo>
                  <a:pt x="0" y="1719265"/>
                </a:lnTo>
                <a:lnTo>
                  <a:pt x="0" y="1"/>
                </a:lnTo>
                <a:lnTo>
                  <a:pt x="2570881" y="1"/>
                </a:lnTo>
                <a:close/>
              </a:path>
            </a:pathLst>
          </a:custGeom>
          <a:solidFill>
            <a:srgbClr val="E6E6E6"/>
          </a:solidFill>
        </p:spPr>
        <p:txBody>
          <a:bodyPr wrap="square" tIns="914400">
            <a:noAutofit/>
          </a:bodyPr>
          <a:lstStyle>
            <a:lvl1pPr marL="0" indent="0" algn="ctr">
              <a:buNone/>
              <a:defRPr sz="16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t>Click icon or drag and drop to add picture</a:t>
            </a:r>
          </a:p>
        </p:txBody>
      </p:sp>
    </p:spTree>
    <p:extLst>
      <p:ext uri="{BB962C8B-B14F-4D97-AF65-F5344CB8AC3E}">
        <p14:creationId xmlns:p14="http://schemas.microsoft.com/office/powerpoint/2010/main" val="3242725381"/>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Phone and Table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3031B4E-3FC9-4C30-959F-35B9F200AEDD}"/>
              </a:ext>
            </a:extLst>
          </p:cNvPr>
          <p:cNvSpPr/>
          <p:nvPr/>
        </p:nvSpPr>
        <p:spPr>
          <a:xfrm>
            <a:off x="609600" y="1539629"/>
            <a:ext cx="7092180" cy="3826441"/>
          </a:xfrm>
          <a:prstGeom prst="rect">
            <a:avLst/>
          </a:prstGeom>
          <a:gradFill>
            <a:gsLst>
              <a:gs pos="0">
                <a:schemeClr val="bg1">
                  <a:lumMod val="75000"/>
                  <a:alpha val="54000"/>
                </a:schemeClr>
              </a:gs>
              <a:gs pos="45000">
                <a:schemeClr val="bg1">
                  <a:lumMod val="95000"/>
                  <a:alpha val="70000"/>
                </a:schemeClr>
              </a:gs>
              <a:gs pos="100000">
                <a:schemeClr val="bg1">
                  <a:lumMod val="95000"/>
                  <a:alpha val="76000"/>
                </a:schemeClr>
              </a:gs>
            </a:gsLst>
            <a:lin ang="2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a:extLst>
              <a:ext uri="{FF2B5EF4-FFF2-40B4-BE49-F238E27FC236}">
                <a16:creationId xmlns:a16="http://schemas.microsoft.com/office/drawing/2014/main" id="{28298BD1-8D4F-4888-B426-6820048566D4}"/>
              </a:ext>
            </a:extLst>
          </p:cNvPr>
          <p:cNvSpPr>
            <a:spLocks noGrp="1"/>
          </p:cNvSpPr>
          <p:nvPr>
            <p:ph type="title"/>
          </p:nvPr>
        </p:nvSpPr>
        <p:spPr/>
        <p:txBody>
          <a:bodyPr/>
          <a:lstStyle/>
          <a:p>
            <a:r>
              <a:rPr lang="en-US"/>
              <a:t>Click to edit Master title style</a:t>
            </a:r>
            <a:endParaRPr/>
          </a:p>
        </p:txBody>
      </p:sp>
      <p:sp>
        <p:nvSpPr>
          <p:cNvPr id="8" name="Text Placeholder 11">
            <a:extLst>
              <a:ext uri="{FF2B5EF4-FFF2-40B4-BE49-F238E27FC236}">
                <a16:creationId xmlns:a16="http://schemas.microsoft.com/office/drawing/2014/main" id="{19FE50EE-A3ED-4BD6-96A7-7D35461C8167}"/>
              </a:ext>
            </a:extLst>
          </p:cNvPr>
          <p:cNvSpPr>
            <a:spLocks noGrp="1"/>
          </p:cNvSpPr>
          <p:nvPr>
            <p:ph type="body" sz="quarter" idx="13" hasCustomPrompt="1"/>
          </p:nvPr>
        </p:nvSpPr>
        <p:spPr>
          <a:xfrm>
            <a:off x="785812" y="1886717"/>
            <a:ext cx="6700837" cy="317091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t>Click to add text</a:t>
            </a:r>
          </a:p>
          <a:p>
            <a:pPr lvl="1"/>
            <a:r>
              <a:t>Second level</a:t>
            </a:r>
          </a:p>
          <a:p>
            <a:pPr lvl="2"/>
            <a:r>
              <a:t>Third level</a:t>
            </a:r>
          </a:p>
        </p:txBody>
      </p:sp>
      <p:cxnSp>
        <p:nvCxnSpPr>
          <p:cNvPr id="6" name="Straight Connector 5">
            <a:extLst>
              <a:ext uri="{FF2B5EF4-FFF2-40B4-BE49-F238E27FC236}">
                <a16:creationId xmlns:a16="http://schemas.microsoft.com/office/drawing/2014/main" id="{2205D028-8620-41DC-9E6F-949C00167D75}"/>
              </a:ext>
            </a:extLst>
          </p:cNvPr>
          <p:cNvCxnSpPr>
            <a:cxnSpLocks/>
          </p:cNvCxnSpPr>
          <p:nvPr/>
        </p:nvCxnSpPr>
        <p:spPr>
          <a:xfrm>
            <a:off x="0" y="5783865"/>
            <a:ext cx="12198096" cy="0"/>
          </a:xfrm>
          <a:prstGeom prst="line">
            <a:avLst/>
          </a:prstGeom>
          <a:ln w="88900">
            <a:solidFill>
              <a:srgbClr val="FF6600"/>
            </a:solidFill>
          </a:ln>
        </p:spPr>
        <p:style>
          <a:lnRef idx="1">
            <a:schemeClr val="accent1"/>
          </a:lnRef>
          <a:fillRef idx="0">
            <a:schemeClr val="accent1"/>
          </a:fillRef>
          <a:effectRef idx="0">
            <a:schemeClr val="accent1"/>
          </a:effectRef>
          <a:fontRef idx="minor">
            <a:schemeClr val="tx1"/>
          </a:fontRef>
        </p:style>
      </p:cxnSp>
      <p:sp>
        <p:nvSpPr>
          <p:cNvPr id="16" name="Tablet Fill Rectangle 15">
            <a:extLst>
              <a:ext uri="{FF2B5EF4-FFF2-40B4-BE49-F238E27FC236}">
                <a16:creationId xmlns:a16="http://schemas.microsoft.com/office/drawing/2014/main" id="{E4D87BDE-55C4-46ED-ACB1-EDCDC424D980}"/>
              </a:ext>
            </a:extLst>
          </p:cNvPr>
          <p:cNvSpPr/>
          <p:nvPr/>
        </p:nvSpPr>
        <p:spPr>
          <a:xfrm>
            <a:off x="8610601" y="1695450"/>
            <a:ext cx="3124200" cy="3994953"/>
          </a:xfrm>
          <a:prstGeom prst="rect">
            <a:avLst/>
          </a:prstGeom>
          <a:solidFill>
            <a:srgbClr val="0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pic>
        <p:nvPicPr>
          <p:cNvPr id="10" name="Tablet" descr="Graphical user interface&#10;&#10;Description automatically generated">
            <a:extLst>
              <a:ext uri="{FF2B5EF4-FFF2-40B4-BE49-F238E27FC236}">
                <a16:creationId xmlns:a16="http://schemas.microsoft.com/office/drawing/2014/main" id="{22E68041-471E-40E1-8361-27648AF65F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34053" y="1288008"/>
            <a:ext cx="3691259" cy="4932217"/>
          </a:xfrm>
          <a:prstGeom prst="rect">
            <a:avLst/>
          </a:prstGeom>
        </p:spPr>
      </p:pic>
      <p:pic>
        <p:nvPicPr>
          <p:cNvPr id="13" name="Cell" descr="A screen shot of a computer&#10;&#10;Description automatically generated">
            <a:extLst>
              <a:ext uri="{FF2B5EF4-FFF2-40B4-BE49-F238E27FC236}">
                <a16:creationId xmlns:a16="http://schemas.microsoft.com/office/drawing/2014/main" id="{4D971C02-31C7-4339-BB32-3E60B93253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18922" y="3468832"/>
            <a:ext cx="1311066" cy="2751393"/>
          </a:xfrm>
          <a:prstGeom prst="rect">
            <a:avLst/>
          </a:prstGeom>
        </p:spPr>
      </p:pic>
      <p:sp>
        <p:nvSpPr>
          <p:cNvPr id="18" name="Picture Placeholder 17">
            <a:extLst>
              <a:ext uri="{FF2B5EF4-FFF2-40B4-BE49-F238E27FC236}">
                <a16:creationId xmlns:a16="http://schemas.microsoft.com/office/drawing/2014/main" id="{04A532DB-CFF7-4411-BB84-D34F100FC2DB}"/>
              </a:ext>
            </a:extLst>
          </p:cNvPr>
          <p:cNvSpPr>
            <a:spLocks noGrp="1"/>
          </p:cNvSpPr>
          <p:nvPr>
            <p:ph type="pic" sz="quarter" idx="15" hasCustomPrompt="1"/>
          </p:nvPr>
        </p:nvSpPr>
        <p:spPr>
          <a:xfrm>
            <a:off x="8148518" y="3610437"/>
            <a:ext cx="1252657" cy="2509376"/>
          </a:xfrm>
          <a:prstGeom prst="roundRect">
            <a:avLst>
              <a:gd name="adj" fmla="val 7326"/>
            </a:avLst>
          </a:prstGeom>
          <a:solidFill>
            <a:srgbClr val="E6E6E6"/>
          </a:solidFill>
        </p:spPr>
        <p:txBody>
          <a:bodyPr tIns="182880">
            <a:normAutofit/>
          </a:bodyPr>
          <a:lstStyle>
            <a:lvl1pPr marL="0" indent="0" algn="ctr">
              <a:buNone/>
              <a:defRPr sz="12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t>Click icon or drag and drop to add picture</a:t>
            </a:r>
          </a:p>
        </p:txBody>
      </p:sp>
      <p:sp>
        <p:nvSpPr>
          <p:cNvPr id="21" name="Picture Placeholder 20">
            <a:extLst>
              <a:ext uri="{FF2B5EF4-FFF2-40B4-BE49-F238E27FC236}">
                <a16:creationId xmlns:a16="http://schemas.microsoft.com/office/drawing/2014/main" id="{FADC6A4C-A326-46AE-8C46-7EDDEB9B3C3B}"/>
              </a:ext>
            </a:extLst>
          </p:cNvPr>
          <p:cNvSpPr>
            <a:spLocks noGrp="1"/>
          </p:cNvSpPr>
          <p:nvPr>
            <p:ph type="pic" sz="quarter" idx="14" hasCustomPrompt="1"/>
          </p:nvPr>
        </p:nvSpPr>
        <p:spPr>
          <a:xfrm>
            <a:off x="8674893" y="1752599"/>
            <a:ext cx="2997994" cy="3852864"/>
          </a:xfrm>
          <a:custGeom>
            <a:avLst/>
            <a:gdLst>
              <a:gd name="connsiteX0" fmla="*/ 0 w 2997994"/>
              <a:gd name="connsiteY0" fmla="*/ 0 h 3852864"/>
              <a:gd name="connsiteX1" fmla="*/ 2997994 w 2997994"/>
              <a:gd name="connsiteY1" fmla="*/ 0 h 3852864"/>
              <a:gd name="connsiteX2" fmla="*/ 2997994 w 2997994"/>
              <a:gd name="connsiteY2" fmla="*/ 3852864 h 3852864"/>
              <a:gd name="connsiteX3" fmla="*/ 754856 w 2997994"/>
              <a:gd name="connsiteY3" fmla="*/ 3852864 h 3852864"/>
              <a:gd name="connsiteX4" fmla="*/ 754856 w 2997994"/>
              <a:gd name="connsiteY4" fmla="*/ 1894959 h 3852864"/>
              <a:gd name="connsiteX5" fmla="*/ 579161 w 2997994"/>
              <a:gd name="connsiteY5" fmla="*/ 1719264 h 3852864"/>
              <a:gd name="connsiteX6" fmla="*/ 0 w 2997994"/>
              <a:gd name="connsiteY6" fmla="*/ 1719264 h 385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7994" h="3852864">
                <a:moveTo>
                  <a:pt x="0" y="0"/>
                </a:moveTo>
                <a:lnTo>
                  <a:pt x="2997994" y="0"/>
                </a:lnTo>
                <a:lnTo>
                  <a:pt x="2997994" y="3852864"/>
                </a:lnTo>
                <a:lnTo>
                  <a:pt x="754856" y="3852864"/>
                </a:lnTo>
                <a:lnTo>
                  <a:pt x="754856" y="1894959"/>
                </a:lnTo>
                <a:cubicBezTo>
                  <a:pt x="754856" y="1797925"/>
                  <a:pt x="676195" y="1719264"/>
                  <a:pt x="579161" y="1719264"/>
                </a:cubicBezTo>
                <a:lnTo>
                  <a:pt x="0" y="1719264"/>
                </a:lnTo>
                <a:close/>
              </a:path>
            </a:pathLst>
          </a:custGeom>
          <a:solidFill>
            <a:srgbClr val="E6E6E6"/>
          </a:solidFill>
        </p:spPr>
        <p:txBody>
          <a:bodyPr wrap="square" tIns="914400">
            <a:noAutofit/>
          </a:bodyPr>
          <a:lstStyle>
            <a:lvl1pPr marL="0" indent="0" algn="ctr">
              <a:buNone/>
              <a:defRPr sz="16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t>Click icon or drag and drop to add picture</a:t>
            </a:r>
          </a:p>
        </p:txBody>
      </p:sp>
    </p:spTree>
    <p:extLst>
      <p:ext uri="{BB962C8B-B14F-4D97-AF65-F5344CB8AC3E}">
        <p14:creationId xmlns:p14="http://schemas.microsoft.com/office/powerpoint/2010/main" val="970929689"/>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Phone and Tablet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7F04D-00DC-4E12-8CB5-DF5B44DF25EA}"/>
              </a:ext>
            </a:extLst>
          </p:cNvPr>
          <p:cNvSpPr>
            <a:spLocks noGrp="1"/>
          </p:cNvSpPr>
          <p:nvPr>
            <p:ph type="title"/>
          </p:nvPr>
        </p:nvSpPr>
        <p:spPr/>
        <p:txBody>
          <a:bodyPr/>
          <a:lstStyle/>
          <a:p>
            <a:r>
              <a:rPr lang="en-US"/>
              <a:t>Click to edit Master title style</a:t>
            </a:r>
            <a:endParaRPr/>
          </a:p>
        </p:txBody>
      </p:sp>
      <p:cxnSp>
        <p:nvCxnSpPr>
          <p:cNvPr id="6" name="Straight Connector 5">
            <a:extLst>
              <a:ext uri="{FF2B5EF4-FFF2-40B4-BE49-F238E27FC236}">
                <a16:creationId xmlns:a16="http://schemas.microsoft.com/office/drawing/2014/main" id="{E663CCDD-A126-4F5E-9E57-592AEB54997F}"/>
              </a:ext>
            </a:extLst>
          </p:cNvPr>
          <p:cNvCxnSpPr>
            <a:cxnSpLocks/>
          </p:cNvCxnSpPr>
          <p:nvPr/>
        </p:nvCxnSpPr>
        <p:spPr>
          <a:xfrm>
            <a:off x="-9427" y="5783865"/>
            <a:ext cx="12198096" cy="0"/>
          </a:xfrm>
          <a:prstGeom prst="line">
            <a:avLst/>
          </a:prstGeom>
          <a:ln w="88900">
            <a:solidFill>
              <a:srgbClr val="FF6600"/>
            </a:solidFill>
          </a:ln>
        </p:spPr>
        <p:style>
          <a:lnRef idx="1">
            <a:schemeClr val="accent1"/>
          </a:lnRef>
          <a:fillRef idx="0">
            <a:schemeClr val="accent1"/>
          </a:fillRef>
          <a:effectRef idx="0">
            <a:schemeClr val="accent1"/>
          </a:effectRef>
          <a:fontRef idx="minor">
            <a:schemeClr val="tx1"/>
          </a:fontRef>
        </p:style>
      </p:cxnSp>
      <p:sp>
        <p:nvSpPr>
          <p:cNvPr id="13" name="Text Placeholder 12">
            <a:extLst>
              <a:ext uri="{FF2B5EF4-FFF2-40B4-BE49-F238E27FC236}">
                <a16:creationId xmlns:a16="http://schemas.microsoft.com/office/drawing/2014/main" id="{3909F94E-5FE1-48E2-8571-AF608BB07361}"/>
              </a:ext>
            </a:extLst>
          </p:cNvPr>
          <p:cNvSpPr>
            <a:spLocks noGrp="1"/>
          </p:cNvSpPr>
          <p:nvPr>
            <p:ph type="body" sz="quarter" idx="13" hasCustomPrompt="1"/>
          </p:nvPr>
        </p:nvSpPr>
        <p:spPr>
          <a:xfrm>
            <a:off x="4514464" y="1717454"/>
            <a:ext cx="1645920" cy="341632"/>
          </a:xfrm>
        </p:spPr>
        <p:txBody>
          <a:bodyPr/>
          <a:lstStyle>
            <a:lvl1pPr marL="0" indent="0">
              <a:spcBef>
                <a:spcPts val="0"/>
              </a:spcBef>
              <a:buNone/>
              <a:defRPr sz="1800" b="0">
                <a:solidFill>
                  <a:srgbClr val="FF6600"/>
                </a:solidFill>
                <a:latin typeface="+mj-lt"/>
              </a:defRPr>
            </a:lvl1pPr>
            <a:lvl2pPr marL="0" indent="0">
              <a:spcBef>
                <a:spcPts val="0"/>
              </a:spcBef>
              <a:buNone/>
              <a:defRPr sz="1800"/>
            </a:lvl2pPr>
            <a:lvl3pPr marL="0" indent="0">
              <a:spcBef>
                <a:spcPts val="0"/>
              </a:spcBef>
              <a:buNone/>
              <a:defRPr sz="1800"/>
            </a:lvl3pPr>
            <a:lvl4pPr marL="0" indent="0">
              <a:spcBef>
                <a:spcPts val="0"/>
              </a:spcBef>
              <a:buNone/>
              <a:defRPr sz="1800"/>
            </a:lvl4pPr>
            <a:lvl5pPr marL="0" indent="0">
              <a:spcBef>
                <a:spcPts val="0"/>
              </a:spcBef>
              <a:buNone/>
              <a:defRPr sz="1800"/>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t>Header Text</a:t>
            </a:r>
          </a:p>
        </p:txBody>
      </p:sp>
      <p:sp>
        <p:nvSpPr>
          <p:cNvPr id="15" name="Text Placeholder 12">
            <a:extLst>
              <a:ext uri="{FF2B5EF4-FFF2-40B4-BE49-F238E27FC236}">
                <a16:creationId xmlns:a16="http://schemas.microsoft.com/office/drawing/2014/main" id="{00D5347C-18F4-4F36-8AD9-DD78FAD0504B}"/>
              </a:ext>
            </a:extLst>
          </p:cNvPr>
          <p:cNvSpPr>
            <a:spLocks noGrp="1"/>
          </p:cNvSpPr>
          <p:nvPr>
            <p:ph type="body" sz="quarter" idx="14" hasCustomPrompt="1"/>
          </p:nvPr>
        </p:nvSpPr>
        <p:spPr>
          <a:xfrm>
            <a:off x="6400720" y="1715450"/>
            <a:ext cx="5294516" cy="341628"/>
          </a:xfrm>
        </p:spPr>
        <p:txBody>
          <a:bodyPr/>
          <a:lstStyle>
            <a:lvl1pPr marL="0" indent="0">
              <a:spcBef>
                <a:spcPts val="0"/>
              </a:spcBef>
              <a:buNone/>
              <a:defRPr sz="16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t>Click to add text</a:t>
            </a:r>
          </a:p>
        </p:txBody>
      </p:sp>
      <p:sp>
        <p:nvSpPr>
          <p:cNvPr id="16" name="Text Placeholder 12">
            <a:extLst>
              <a:ext uri="{FF2B5EF4-FFF2-40B4-BE49-F238E27FC236}">
                <a16:creationId xmlns:a16="http://schemas.microsoft.com/office/drawing/2014/main" id="{3FDD05B7-59E6-407C-91C1-79D113DE5FCD}"/>
              </a:ext>
            </a:extLst>
          </p:cNvPr>
          <p:cNvSpPr>
            <a:spLocks noGrp="1"/>
          </p:cNvSpPr>
          <p:nvPr>
            <p:ph type="body" sz="quarter" idx="15" hasCustomPrompt="1"/>
          </p:nvPr>
        </p:nvSpPr>
        <p:spPr>
          <a:xfrm>
            <a:off x="4514464" y="2781946"/>
            <a:ext cx="1645920" cy="341632"/>
          </a:xfrm>
        </p:spPr>
        <p:txBody>
          <a:bodyPr/>
          <a:lstStyle>
            <a:lvl1pPr marL="0" indent="0">
              <a:spcBef>
                <a:spcPts val="0"/>
              </a:spcBef>
              <a:buNone/>
              <a:defRPr sz="1800" b="0">
                <a:solidFill>
                  <a:srgbClr val="FF6600"/>
                </a:solidFill>
                <a:latin typeface="+mj-lt"/>
              </a:defRPr>
            </a:lvl1pPr>
            <a:lvl2pPr marL="0" indent="0">
              <a:spcBef>
                <a:spcPts val="0"/>
              </a:spcBef>
              <a:buNone/>
              <a:defRPr sz="1800"/>
            </a:lvl2pPr>
            <a:lvl3pPr marL="0" indent="0">
              <a:spcBef>
                <a:spcPts val="0"/>
              </a:spcBef>
              <a:buNone/>
              <a:defRPr sz="1800"/>
            </a:lvl3pPr>
            <a:lvl4pPr marL="0" indent="0">
              <a:spcBef>
                <a:spcPts val="0"/>
              </a:spcBef>
              <a:buNone/>
              <a:defRPr sz="1800"/>
            </a:lvl4pPr>
            <a:lvl5pPr marL="0" indent="0">
              <a:spcBef>
                <a:spcPts val="0"/>
              </a:spcBef>
              <a:buNone/>
              <a:defRPr sz="1800"/>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t>Header Text</a:t>
            </a:r>
          </a:p>
        </p:txBody>
      </p:sp>
      <p:sp>
        <p:nvSpPr>
          <p:cNvPr id="17" name="Text Placeholder 12">
            <a:extLst>
              <a:ext uri="{FF2B5EF4-FFF2-40B4-BE49-F238E27FC236}">
                <a16:creationId xmlns:a16="http://schemas.microsoft.com/office/drawing/2014/main" id="{6DBE2B37-3CD2-4CD8-88D2-EE74238EC6A5}"/>
              </a:ext>
            </a:extLst>
          </p:cNvPr>
          <p:cNvSpPr>
            <a:spLocks noGrp="1"/>
          </p:cNvSpPr>
          <p:nvPr>
            <p:ph type="body" sz="quarter" idx="16" hasCustomPrompt="1"/>
          </p:nvPr>
        </p:nvSpPr>
        <p:spPr>
          <a:xfrm>
            <a:off x="4514464" y="3846440"/>
            <a:ext cx="1645920" cy="341632"/>
          </a:xfrm>
        </p:spPr>
        <p:txBody>
          <a:bodyPr/>
          <a:lstStyle>
            <a:lvl1pPr marL="0" indent="0">
              <a:spcBef>
                <a:spcPts val="0"/>
              </a:spcBef>
              <a:buNone/>
              <a:defRPr sz="1800" b="0">
                <a:solidFill>
                  <a:srgbClr val="FF6600"/>
                </a:solidFill>
                <a:latin typeface="+mj-lt"/>
              </a:defRPr>
            </a:lvl1pPr>
            <a:lvl2pPr marL="0" indent="0">
              <a:spcBef>
                <a:spcPts val="0"/>
              </a:spcBef>
              <a:buNone/>
              <a:defRPr sz="1800"/>
            </a:lvl2pPr>
            <a:lvl3pPr marL="0" indent="0">
              <a:spcBef>
                <a:spcPts val="0"/>
              </a:spcBef>
              <a:buNone/>
              <a:defRPr sz="1800"/>
            </a:lvl3pPr>
            <a:lvl4pPr marL="0" indent="0">
              <a:spcBef>
                <a:spcPts val="0"/>
              </a:spcBef>
              <a:buNone/>
              <a:defRPr sz="1800"/>
            </a:lvl4pPr>
            <a:lvl5pPr marL="0" indent="0">
              <a:spcBef>
                <a:spcPts val="0"/>
              </a:spcBef>
              <a:buNone/>
              <a:defRPr sz="1800"/>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t>Header Text</a:t>
            </a:r>
          </a:p>
        </p:txBody>
      </p:sp>
      <p:sp>
        <p:nvSpPr>
          <p:cNvPr id="18" name="Text Placeholder 12">
            <a:extLst>
              <a:ext uri="{FF2B5EF4-FFF2-40B4-BE49-F238E27FC236}">
                <a16:creationId xmlns:a16="http://schemas.microsoft.com/office/drawing/2014/main" id="{0682D007-4809-43B9-BA47-DB26E41E7485}"/>
              </a:ext>
            </a:extLst>
          </p:cNvPr>
          <p:cNvSpPr>
            <a:spLocks noGrp="1"/>
          </p:cNvSpPr>
          <p:nvPr>
            <p:ph type="body" sz="quarter" idx="17" hasCustomPrompt="1"/>
          </p:nvPr>
        </p:nvSpPr>
        <p:spPr>
          <a:xfrm>
            <a:off x="4514464" y="4910934"/>
            <a:ext cx="1645920" cy="341632"/>
          </a:xfrm>
        </p:spPr>
        <p:txBody>
          <a:bodyPr/>
          <a:lstStyle>
            <a:lvl1pPr marL="0" indent="0">
              <a:spcBef>
                <a:spcPts val="0"/>
              </a:spcBef>
              <a:buNone/>
              <a:defRPr sz="1800" b="0">
                <a:solidFill>
                  <a:srgbClr val="FF6600"/>
                </a:solidFill>
                <a:latin typeface="+mj-lt"/>
              </a:defRPr>
            </a:lvl1pPr>
            <a:lvl2pPr marL="0" indent="0">
              <a:spcBef>
                <a:spcPts val="0"/>
              </a:spcBef>
              <a:buNone/>
              <a:defRPr sz="1800"/>
            </a:lvl2pPr>
            <a:lvl3pPr marL="0" indent="0">
              <a:spcBef>
                <a:spcPts val="0"/>
              </a:spcBef>
              <a:buNone/>
              <a:defRPr sz="1800"/>
            </a:lvl3pPr>
            <a:lvl4pPr marL="0" indent="0">
              <a:spcBef>
                <a:spcPts val="0"/>
              </a:spcBef>
              <a:buNone/>
              <a:defRPr sz="1800"/>
            </a:lvl4pPr>
            <a:lvl5pPr marL="0" indent="0">
              <a:spcBef>
                <a:spcPts val="0"/>
              </a:spcBef>
              <a:buNone/>
              <a:defRPr sz="1800"/>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t>Header Text</a:t>
            </a:r>
          </a:p>
        </p:txBody>
      </p:sp>
      <p:sp>
        <p:nvSpPr>
          <p:cNvPr id="19" name="Text Placeholder 12">
            <a:extLst>
              <a:ext uri="{FF2B5EF4-FFF2-40B4-BE49-F238E27FC236}">
                <a16:creationId xmlns:a16="http://schemas.microsoft.com/office/drawing/2014/main" id="{ECDDE34D-E049-406C-8C12-D983C055AAA7}"/>
              </a:ext>
            </a:extLst>
          </p:cNvPr>
          <p:cNvSpPr>
            <a:spLocks noGrp="1"/>
          </p:cNvSpPr>
          <p:nvPr>
            <p:ph type="body" sz="quarter" idx="18" hasCustomPrompt="1"/>
          </p:nvPr>
        </p:nvSpPr>
        <p:spPr>
          <a:xfrm>
            <a:off x="6400720" y="2781950"/>
            <a:ext cx="5294516" cy="341628"/>
          </a:xfrm>
        </p:spPr>
        <p:txBody>
          <a:bodyPr/>
          <a:lstStyle>
            <a:lvl1pPr marL="0" indent="0">
              <a:spcBef>
                <a:spcPts val="0"/>
              </a:spcBef>
              <a:buNone/>
              <a:defRPr sz="16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t>Click to add text</a:t>
            </a:r>
          </a:p>
        </p:txBody>
      </p:sp>
      <p:sp>
        <p:nvSpPr>
          <p:cNvPr id="20" name="Text Placeholder 12">
            <a:extLst>
              <a:ext uri="{FF2B5EF4-FFF2-40B4-BE49-F238E27FC236}">
                <a16:creationId xmlns:a16="http://schemas.microsoft.com/office/drawing/2014/main" id="{57412209-38F4-41D0-BFD8-8E45D030D138}"/>
              </a:ext>
            </a:extLst>
          </p:cNvPr>
          <p:cNvSpPr>
            <a:spLocks noGrp="1"/>
          </p:cNvSpPr>
          <p:nvPr>
            <p:ph type="body" sz="quarter" idx="19" hasCustomPrompt="1"/>
          </p:nvPr>
        </p:nvSpPr>
        <p:spPr>
          <a:xfrm>
            <a:off x="6400720" y="3848450"/>
            <a:ext cx="5294516" cy="341628"/>
          </a:xfrm>
        </p:spPr>
        <p:txBody>
          <a:bodyPr/>
          <a:lstStyle>
            <a:lvl1pPr marL="0" indent="0">
              <a:spcBef>
                <a:spcPts val="0"/>
              </a:spcBef>
              <a:buNone/>
              <a:defRPr sz="16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t>Click to add text</a:t>
            </a:r>
          </a:p>
        </p:txBody>
      </p:sp>
      <p:sp>
        <p:nvSpPr>
          <p:cNvPr id="21" name="Text Placeholder 12">
            <a:extLst>
              <a:ext uri="{FF2B5EF4-FFF2-40B4-BE49-F238E27FC236}">
                <a16:creationId xmlns:a16="http://schemas.microsoft.com/office/drawing/2014/main" id="{1E73265C-FFA0-4704-A098-93BF82BB15E5}"/>
              </a:ext>
            </a:extLst>
          </p:cNvPr>
          <p:cNvSpPr>
            <a:spLocks noGrp="1"/>
          </p:cNvSpPr>
          <p:nvPr>
            <p:ph type="body" sz="quarter" idx="20" hasCustomPrompt="1"/>
          </p:nvPr>
        </p:nvSpPr>
        <p:spPr>
          <a:xfrm>
            <a:off x="6400720" y="4914950"/>
            <a:ext cx="5294516" cy="341628"/>
          </a:xfrm>
        </p:spPr>
        <p:txBody>
          <a:bodyPr/>
          <a:lstStyle>
            <a:lvl1pPr marL="0" indent="0">
              <a:spcBef>
                <a:spcPts val="0"/>
              </a:spcBef>
              <a:buNone/>
              <a:defRPr sz="16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t>Click to add text</a:t>
            </a:r>
          </a:p>
        </p:txBody>
      </p:sp>
      <p:sp>
        <p:nvSpPr>
          <p:cNvPr id="22" name="Media Placeholder 17">
            <a:extLst>
              <a:ext uri="{FF2B5EF4-FFF2-40B4-BE49-F238E27FC236}">
                <a16:creationId xmlns:a16="http://schemas.microsoft.com/office/drawing/2014/main" id="{7E444553-8808-4A6E-99C8-1107CBB788A8}"/>
              </a:ext>
            </a:extLst>
          </p:cNvPr>
          <p:cNvSpPr>
            <a:spLocks noGrp="1"/>
          </p:cNvSpPr>
          <p:nvPr>
            <p:ph type="media" sz="quarter" idx="22" hasCustomPrompt="1"/>
          </p:nvPr>
        </p:nvSpPr>
        <p:spPr>
          <a:xfrm>
            <a:off x="6245352" y="1527048"/>
            <a:ext cx="9144" cy="722376"/>
          </a:xfrm>
          <a:solidFill>
            <a:schemeClr val="bg1">
              <a:lumMod val="65000"/>
            </a:schemeClr>
          </a:solidFill>
        </p:spPr>
        <p:txBody>
          <a:bodyPr>
            <a:noAutofit/>
          </a:bodyPr>
          <a:lstStyle>
            <a:lvl1pPr marL="0" indent="0">
              <a:buNone/>
              <a:defRPr sz="100" b="0" i="0"/>
            </a:lvl1pPr>
          </a:lstStyle>
          <a:p>
            <a:r>
              <a:t> </a:t>
            </a:r>
          </a:p>
        </p:txBody>
      </p:sp>
      <p:sp>
        <p:nvSpPr>
          <p:cNvPr id="23" name="Media Placeholder 2">
            <a:extLst>
              <a:ext uri="{FF2B5EF4-FFF2-40B4-BE49-F238E27FC236}">
                <a16:creationId xmlns:a16="http://schemas.microsoft.com/office/drawing/2014/main" id="{B7966B18-F720-4044-A15C-3333D228AFEA}"/>
              </a:ext>
            </a:extLst>
          </p:cNvPr>
          <p:cNvSpPr>
            <a:spLocks noGrp="1"/>
          </p:cNvSpPr>
          <p:nvPr>
            <p:ph type="media" sz="quarter" idx="31" hasCustomPrompt="1"/>
          </p:nvPr>
        </p:nvSpPr>
        <p:spPr>
          <a:xfrm>
            <a:off x="4572000" y="2432304"/>
            <a:ext cx="7013448" cy="9144"/>
          </a:xfrm>
          <a:prstGeom prst="rect">
            <a:avLst/>
          </a:prstGeom>
          <a:solidFill>
            <a:schemeClr val="bg1">
              <a:lumMod val="65000"/>
            </a:schemeClr>
          </a:solidFill>
        </p:spPr>
        <p:txBody>
          <a:bodyPr/>
          <a:lstStyle>
            <a:lvl1pPr marL="0" indent="0">
              <a:buNone/>
              <a:defRPr b="0" i="0"/>
            </a:lvl1pPr>
          </a:lstStyle>
          <a:p>
            <a:r>
              <a:t> </a:t>
            </a:r>
          </a:p>
        </p:txBody>
      </p:sp>
      <p:sp>
        <p:nvSpPr>
          <p:cNvPr id="24" name="Media Placeholder 17">
            <a:extLst>
              <a:ext uri="{FF2B5EF4-FFF2-40B4-BE49-F238E27FC236}">
                <a16:creationId xmlns:a16="http://schemas.microsoft.com/office/drawing/2014/main" id="{0A36658E-B40F-4856-A3C0-94A8A56258AE}"/>
              </a:ext>
            </a:extLst>
          </p:cNvPr>
          <p:cNvSpPr>
            <a:spLocks noGrp="1"/>
          </p:cNvSpPr>
          <p:nvPr>
            <p:ph type="media" sz="quarter" idx="32" hasCustomPrompt="1"/>
          </p:nvPr>
        </p:nvSpPr>
        <p:spPr>
          <a:xfrm>
            <a:off x="6245352" y="2587752"/>
            <a:ext cx="9144" cy="722376"/>
          </a:xfrm>
          <a:solidFill>
            <a:schemeClr val="bg1">
              <a:lumMod val="65000"/>
            </a:schemeClr>
          </a:solidFill>
        </p:spPr>
        <p:txBody>
          <a:bodyPr>
            <a:noAutofit/>
          </a:bodyPr>
          <a:lstStyle>
            <a:lvl1pPr marL="0" indent="0">
              <a:buNone/>
              <a:defRPr sz="100" b="0" i="0"/>
            </a:lvl1pPr>
          </a:lstStyle>
          <a:p>
            <a:r>
              <a:t> </a:t>
            </a:r>
          </a:p>
        </p:txBody>
      </p:sp>
      <p:sp>
        <p:nvSpPr>
          <p:cNvPr id="25" name="Media Placeholder 2">
            <a:extLst>
              <a:ext uri="{FF2B5EF4-FFF2-40B4-BE49-F238E27FC236}">
                <a16:creationId xmlns:a16="http://schemas.microsoft.com/office/drawing/2014/main" id="{2769BA06-A220-42BF-A12A-8EF384AE78EB}"/>
              </a:ext>
            </a:extLst>
          </p:cNvPr>
          <p:cNvSpPr>
            <a:spLocks noGrp="1"/>
          </p:cNvSpPr>
          <p:nvPr>
            <p:ph type="media" sz="quarter" idx="33" hasCustomPrompt="1"/>
          </p:nvPr>
        </p:nvSpPr>
        <p:spPr>
          <a:xfrm>
            <a:off x="4572000" y="3493008"/>
            <a:ext cx="7013448" cy="9144"/>
          </a:xfrm>
          <a:prstGeom prst="rect">
            <a:avLst/>
          </a:prstGeom>
          <a:solidFill>
            <a:schemeClr val="bg1">
              <a:lumMod val="65000"/>
            </a:schemeClr>
          </a:solidFill>
        </p:spPr>
        <p:txBody>
          <a:bodyPr/>
          <a:lstStyle>
            <a:lvl1pPr marL="0" indent="0">
              <a:buNone/>
              <a:defRPr b="0" i="0"/>
            </a:lvl1pPr>
          </a:lstStyle>
          <a:p>
            <a:r>
              <a:t> </a:t>
            </a:r>
          </a:p>
        </p:txBody>
      </p:sp>
      <p:sp>
        <p:nvSpPr>
          <p:cNvPr id="26" name="Media Placeholder 17">
            <a:extLst>
              <a:ext uri="{FF2B5EF4-FFF2-40B4-BE49-F238E27FC236}">
                <a16:creationId xmlns:a16="http://schemas.microsoft.com/office/drawing/2014/main" id="{EBB7C35A-3896-4B89-B988-D81181E249AC}"/>
              </a:ext>
            </a:extLst>
          </p:cNvPr>
          <p:cNvSpPr>
            <a:spLocks noGrp="1"/>
          </p:cNvSpPr>
          <p:nvPr>
            <p:ph type="media" sz="quarter" idx="34" hasCustomPrompt="1"/>
          </p:nvPr>
        </p:nvSpPr>
        <p:spPr>
          <a:xfrm>
            <a:off x="6245352" y="3657600"/>
            <a:ext cx="9144" cy="722376"/>
          </a:xfrm>
          <a:solidFill>
            <a:schemeClr val="bg1">
              <a:lumMod val="65000"/>
            </a:schemeClr>
          </a:solidFill>
        </p:spPr>
        <p:txBody>
          <a:bodyPr>
            <a:noAutofit/>
          </a:bodyPr>
          <a:lstStyle>
            <a:lvl1pPr marL="0" indent="0">
              <a:buNone/>
              <a:defRPr sz="100" b="0" i="0"/>
            </a:lvl1pPr>
          </a:lstStyle>
          <a:p>
            <a:r>
              <a:t> </a:t>
            </a:r>
          </a:p>
        </p:txBody>
      </p:sp>
      <p:sp>
        <p:nvSpPr>
          <p:cNvPr id="27" name="Media Placeholder 2">
            <a:extLst>
              <a:ext uri="{FF2B5EF4-FFF2-40B4-BE49-F238E27FC236}">
                <a16:creationId xmlns:a16="http://schemas.microsoft.com/office/drawing/2014/main" id="{E0375112-CFD6-443A-818B-1EA1AD4A081A}"/>
              </a:ext>
            </a:extLst>
          </p:cNvPr>
          <p:cNvSpPr>
            <a:spLocks noGrp="1"/>
          </p:cNvSpPr>
          <p:nvPr>
            <p:ph type="media" sz="quarter" idx="35" hasCustomPrompt="1"/>
          </p:nvPr>
        </p:nvSpPr>
        <p:spPr>
          <a:xfrm>
            <a:off x="4572000" y="4544568"/>
            <a:ext cx="7013448" cy="9144"/>
          </a:xfrm>
          <a:prstGeom prst="rect">
            <a:avLst/>
          </a:prstGeom>
          <a:solidFill>
            <a:schemeClr val="bg1">
              <a:lumMod val="65000"/>
            </a:schemeClr>
          </a:solidFill>
        </p:spPr>
        <p:txBody>
          <a:bodyPr/>
          <a:lstStyle>
            <a:lvl1pPr marL="0" indent="0">
              <a:buNone/>
              <a:defRPr b="0" i="0"/>
            </a:lvl1pPr>
          </a:lstStyle>
          <a:p>
            <a:r>
              <a:t> </a:t>
            </a:r>
          </a:p>
        </p:txBody>
      </p:sp>
      <p:sp>
        <p:nvSpPr>
          <p:cNvPr id="31" name="Media Placeholder 17">
            <a:extLst>
              <a:ext uri="{FF2B5EF4-FFF2-40B4-BE49-F238E27FC236}">
                <a16:creationId xmlns:a16="http://schemas.microsoft.com/office/drawing/2014/main" id="{3502F681-2DA4-4DCE-9BDF-81032A5C6C6E}"/>
              </a:ext>
            </a:extLst>
          </p:cNvPr>
          <p:cNvSpPr>
            <a:spLocks noGrp="1"/>
          </p:cNvSpPr>
          <p:nvPr>
            <p:ph type="media" sz="quarter" idx="36" hasCustomPrompt="1"/>
          </p:nvPr>
        </p:nvSpPr>
        <p:spPr>
          <a:xfrm>
            <a:off x="6245352" y="4718304"/>
            <a:ext cx="9144" cy="722376"/>
          </a:xfrm>
          <a:solidFill>
            <a:schemeClr val="bg1">
              <a:lumMod val="65000"/>
            </a:schemeClr>
          </a:solidFill>
        </p:spPr>
        <p:txBody>
          <a:bodyPr>
            <a:noAutofit/>
          </a:bodyPr>
          <a:lstStyle>
            <a:lvl1pPr marL="0" indent="0">
              <a:buNone/>
              <a:defRPr sz="100" b="0" i="0"/>
            </a:lvl1pPr>
          </a:lstStyle>
          <a:p>
            <a:r>
              <a:t> </a:t>
            </a:r>
          </a:p>
        </p:txBody>
      </p:sp>
      <p:sp>
        <p:nvSpPr>
          <p:cNvPr id="28" name="Tablet Fill Rectangle 15">
            <a:extLst>
              <a:ext uri="{FF2B5EF4-FFF2-40B4-BE49-F238E27FC236}">
                <a16:creationId xmlns:a16="http://schemas.microsoft.com/office/drawing/2014/main" id="{0744AD3B-439C-4A2B-8CC9-8713A704F7C7}"/>
              </a:ext>
            </a:extLst>
          </p:cNvPr>
          <p:cNvSpPr/>
          <p:nvPr/>
        </p:nvSpPr>
        <p:spPr>
          <a:xfrm>
            <a:off x="970885" y="1695450"/>
            <a:ext cx="3124200" cy="3994953"/>
          </a:xfrm>
          <a:prstGeom prst="rect">
            <a:avLst/>
          </a:prstGeom>
          <a:solidFill>
            <a:srgbClr val="0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pic>
        <p:nvPicPr>
          <p:cNvPr id="29" name="Tablet" descr="Graphical user interface&#10;&#10;Description automatically generated">
            <a:extLst>
              <a:ext uri="{FF2B5EF4-FFF2-40B4-BE49-F238E27FC236}">
                <a16:creationId xmlns:a16="http://schemas.microsoft.com/office/drawing/2014/main" id="{C23A519E-C90A-474C-BA53-E16BFD1458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337" y="1288008"/>
            <a:ext cx="3691259" cy="4932217"/>
          </a:xfrm>
          <a:prstGeom prst="rect">
            <a:avLst/>
          </a:prstGeom>
        </p:spPr>
      </p:pic>
      <p:pic>
        <p:nvPicPr>
          <p:cNvPr id="30" name="Cell" descr="A screen shot of a computer&#10;&#10;Description automatically generated">
            <a:extLst>
              <a:ext uri="{FF2B5EF4-FFF2-40B4-BE49-F238E27FC236}">
                <a16:creationId xmlns:a16="http://schemas.microsoft.com/office/drawing/2014/main" id="{6907C8E4-77F3-4B3F-ADDF-541007C2A7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9206" y="3468832"/>
            <a:ext cx="1311066" cy="2751393"/>
          </a:xfrm>
          <a:prstGeom prst="rect">
            <a:avLst/>
          </a:prstGeom>
        </p:spPr>
      </p:pic>
      <p:sp>
        <p:nvSpPr>
          <p:cNvPr id="32" name="Picture Placeholder 17">
            <a:extLst>
              <a:ext uri="{FF2B5EF4-FFF2-40B4-BE49-F238E27FC236}">
                <a16:creationId xmlns:a16="http://schemas.microsoft.com/office/drawing/2014/main" id="{5717BCE2-57AD-4862-9CF3-CC1E4EC13C88}"/>
              </a:ext>
            </a:extLst>
          </p:cNvPr>
          <p:cNvSpPr>
            <a:spLocks noGrp="1"/>
          </p:cNvSpPr>
          <p:nvPr>
            <p:ph type="pic" sz="quarter" idx="37" hasCustomPrompt="1"/>
          </p:nvPr>
        </p:nvSpPr>
        <p:spPr>
          <a:xfrm>
            <a:off x="508802" y="3610437"/>
            <a:ext cx="1252657" cy="2509376"/>
          </a:xfrm>
          <a:prstGeom prst="roundRect">
            <a:avLst>
              <a:gd name="adj" fmla="val 7326"/>
            </a:avLst>
          </a:prstGeom>
          <a:solidFill>
            <a:srgbClr val="E6E6E6"/>
          </a:solidFill>
        </p:spPr>
        <p:txBody>
          <a:bodyPr tIns="182880">
            <a:normAutofit/>
          </a:bodyPr>
          <a:lstStyle>
            <a:lvl1pPr marL="0" indent="0" algn="ctr">
              <a:buNone/>
              <a:defRPr sz="12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t>Click icon or drag and drop to add picture</a:t>
            </a:r>
          </a:p>
        </p:txBody>
      </p:sp>
      <p:sp>
        <p:nvSpPr>
          <p:cNvPr id="33" name="Picture Placeholder 32">
            <a:extLst>
              <a:ext uri="{FF2B5EF4-FFF2-40B4-BE49-F238E27FC236}">
                <a16:creationId xmlns:a16="http://schemas.microsoft.com/office/drawing/2014/main" id="{B646E9E6-ABC7-4EA6-89D4-573EC06731F1}"/>
              </a:ext>
            </a:extLst>
          </p:cNvPr>
          <p:cNvSpPr>
            <a:spLocks noGrp="1"/>
          </p:cNvSpPr>
          <p:nvPr>
            <p:ph type="pic" sz="quarter" idx="38" hasCustomPrompt="1"/>
          </p:nvPr>
        </p:nvSpPr>
        <p:spPr>
          <a:xfrm>
            <a:off x="1035177" y="1752599"/>
            <a:ext cx="2997994" cy="3852864"/>
          </a:xfrm>
          <a:custGeom>
            <a:avLst/>
            <a:gdLst>
              <a:gd name="connsiteX0" fmla="*/ 0 w 2997994"/>
              <a:gd name="connsiteY0" fmla="*/ 0 h 3852864"/>
              <a:gd name="connsiteX1" fmla="*/ 2997994 w 2997994"/>
              <a:gd name="connsiteY1" fmla="*/ 0 h 3852864"/>
              <a:gd name="connsiteX2" fmla="*/ 2997994 w 2997994"/>
              <a:gd name="connsiteY2" fmla="*/ 3852864 h 3852864"/>
              <a:gd name="connsiteX3" fmla="*/ 754856 w 2997994"/>
              <a:gd name="connsiteY3" fmla="*/ 3852864 h 3852864"/>
              <a:gd name="connsiteX4" fmla="*/ 754856 w 2997994"/>
              <a:gd name="connsiteY4" fmla="*/ 1894959 h 3852864"/>
              <a:gd name="connsiteX5" fmla="*/ 579161 w 2997994"/>
              <a:gd name="connsiteY5" fmla="*/ 1719264 h 3852864"/>
              <a:gd name="connsiteX6" fmla="*/ 0 w 2997994"/>
              <a:gd name="connsiteY6" fmla="*/ 1719264 h 385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7994" h="3852864">
                <a:moveTo>
                  <a:pt x="0" y="0"/>
                </a:moveTo>
                <a:lnTo>
                  <a:pt x="2997994" y="0"/>
                </a:lnTo>
                <a:lnTo>
                  <a:pt x="2997994" y="3852864"/>
                </a:lnTo>
                <a:lnTo>
                  <a:pt x="754856" y="3852864"/>
                </a:lnTo>
                <a:lnTo>
                  <a:pt x="754856" y="1894959"/>
                </a:lnTo>
                <a:cubicBezTo>
                  <a:pt x="754856" y="1797925"/>
                  <a:pt x="676195" y="1719264"/>
                  <a:pt x="579161" y="1719264"/>
                </a:cubicBezTo>
                <a:lnTo>
                  <a:pt x="0" y="1719264"/>
                </a:lnTo>
                <a:close/>
              </a:path>
            </a:pathLst>
          </a:custGeom>
          <a:solidFill>
            <a:srgbClr val="E6E6E6"/>
          </a:solidFill>
        </p:spPr>
        <p:txBody>
          <a:bodyPr wrap="square" tIns="914400">
            <a:noAutofit/>
          </a:bodyPr>
          <a:lstStyle>
            <a:lvl1pPr marL="0" indent="0" algn="ctr">
              <a:buNone/>
              <a:defRPr sz="16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t>Click icon or drag and drop to add picture</a:t>
            </a:r>
          </a:p>
        </p:txBody>
      </p:sp>
    </p:spTree>
    <p:extLst>
      <p:ext uri="{BB962C8B-B14F-4D97-AF65-F5344CB8AC3E}">
        <p14:creationId xmlns:p14="http://schemas.microsoft.com/office/powerpoint/2010/main" val="2030518809"/>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1 Tablet w Tex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3031B4E-3FC9-4C30-959F-35B9F200AEDD}"/>
              </a:ext>
            </a:extLst>
          </p:cNvPr>
          <p:cNvSpPr/>
          <p:nvPr/>
        </p:nvSpPr>
        <p:spPr>
          <a:xfrm>
            <a:off x="609600" y="1539629"/>
            <a:ext cx="7092180" cy="3826441"/>
          </a:xfrm>
          <a:prstGeom prst="rect">
            <a:avLst/>
          </a:prstGeom>
          <a:gradFill>
            <a:gsLst>
              <a:gs pos="0">
                <a:schemeClr val="bg1">
                  <a:lumMod val="75000"/>
                  <a:alpha val="54000"/>
                </a:schemeClr>
              </a:gs>
              <a:gs pos="45000">
                <a:schemeClr val="bg1">
                  <a:lumMod val="95000"/>
                  <a:alpha val="70000"/>
                </a:schemeClr>
              </a:gs>
              <a:gs pos="100000">
                <a:schemeClr val="bg1">
                  <a:lumMod val="95000"/>
                  <a:alpha val="76000"/>
                </a:schemeClr>
              </a:gs>
            </a:gsLst>
            <a:lin ang="2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a:extLst>
              <a:ext uri="{FF2B5EF4-FFF2-40B4-BE49-F238E27FC236}">
                <a16:creationId xmlns:a16="http://schemas.microsoft.com/office/drawing/2014/main" id="{28298BD1-8D4F-4888-B426-6820048566D4}"/>
              </a:ext>
            </a:extLst>
          </p:cNvPr>
          <p:cNvSpPr>
            <a:spLocks noGrp="1"/>
          </p:cNvSpPr>
          <p:nvPr>
            <p:ph type="title"/>
          </p:nvPr>
        </p:nvSpPr>
        <p:spPr/>
        <p:txBody>
          <a:bodyPr/>
          <a:lstStyle/>
          <a:p>
            <a:r>
              <a:rPr lang="en-US"/>
              <a:t>Click to edit Master title style</a:t>
            </a:r>
            <a:endParaRPr/>
          </a:p>
        </p:txBody>
      </p:sp>
      <p:sp>
        <p:nvSpPr>
          <p:cNvPr id="8" name="Text Placeholder 11">
            <a:extLst>
              <a:ext uri="{FF2B5EF4-FFF2-40B4-BE49-F238E27FC236}">
                <a16:creationId xmlns:a16="http://schemas.microsoft.com/office/drawing/2014/main" id="{19FE50EE-A3ED-4BD6-96A7-7D35461C8167}"/>
              </a:ext>
            </a:extLst>
          </p:cNvPr>
          <p:cNvSpPr>
            <a:spLocks noGrp="1"/>
          </p:cNvSpPr>
          <p:nvPr>
            <p:ph type="body" sz="quarter" idx="13" hasCustomPrompt="1"/>
          </p:nvPr>
        </p:nvSpPr>
        <p:spPr>
          <a:xfrm>
            <a:off x="785812" y="1886717"/>
            <a:ext cx="6700837" cy="317091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t>Click to add text</a:t>
            </a:r>
          </a:p>
          <a:p>
            <a:pPr lvl="1"/>
            <a:r>
              <a:t>Second level</a:t>
            </a:r>
          </a:p>
          <a:p>
            <a:pPr lvl="2"/>
            <a:r>
              <a:t>Third level</a:t>
            </a:r>
          </a:p>
        </p:txBody>
      </p:sp>
      <p:cxnSp>
        <p:nvCxnSpPr>
          <p:cNvPr id="6" name="Straight Connector 5">
            <a:extLst>
              <a:ext uri="{FF2B5EF4-FFF2-40B4-BE49-F238E27FC236}">
                <a16:creationId xmlns:a16="http://schemas.microsoft.com/office/drawing/2014/main" id="{2205D028-8620-41DC-9E6F-949C00167D75}"/>
              </a:ext>
            </a:extLst>
          </p:cNvPr>
          <p:cNvCxnSpPr>
            <a:cxnSpLocks/>
          </p:cNvCxnSpPr>
          <p:nvPr/>
        </p:nvCxnSpPr>
        <p:spPr>
          <a:xfrm>
            <a:off x="-9427" y="5783865"/>
            <a:ext cx="12198096" cy="0"/>
          </a:xfrm>
          <a:prstGeom prst="line">
            <a:avLst/>
          </a:prstGeom>
          <a:ln w="88900">
            <a:solidFill>
              <a:srgbClr val="FF6600"/>
            </a:solidFill>
          </a:ln>
        </p:spPr>
        <p:style>
          <a:lnRef idx="1">
            <a:schemeClr val="accent1"/>
          </a:lnRef>
          <a:fillRef idx="0">
            <a:schemeClr val="accent1"/>
          </a:fillRef>
          <a:effectRef idx="0">
            <a:schemeClr val="accent1"/>
          </a:effectRef>
          <a:fontRef idx="minor">
            <a:schemeClr val="tx1"/>
          </a:fontRef>
        </p:style>
      </p:cxnSp>
      <p:sp>
        <p:nvSpPr>
          <p:cNvPr id="10" name="tablet fill">
            <a:extLst>
              <a:ext uri="{FF2B5EF4-FFF2-40B4-BE49-F238E27FC236}">
                <a16:creationId xmlns:a16="http://schemas.microsoft.com/office/drawing/2014/main" id="{17DB4081-E6D8-4CF2-A68D-E04D0D0026D5}"/>
              </a:ext>
            </a:extLst>
          </p:cNvPr>
          <p:cNvSpPr/>
          <p:nvPr/>
        </p:nvSpPr>
        <p:spPr>
          <a:xfrm>
            <a:off x="8308084" y="1727200"/>
            <a:ext cx="3098104" cy="3933809"/>
          </a:xfrm>
          <a:prstGeom prst="rect">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pic>
        <p:nvPicPr>
          <p:cNvPr id="7" name="Tablet" descr="Graphical user interface&#10;&#10;Description automatically generated">
            <a:extLst>
              <a:ext uri="{FF2B5EF4-FFF2-40B4-BE49-F238E27FC236}">
                <a16:creationId xmlns:a16="http://schemas.microsoft.com/office/drawing/2014/main" id="{0DA91837-39C6-461E-988A-A19CA81FD1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41384" y="1319758"/>
            <a:ext cx="3691259" cy="4932217"/>
          </a:xfrm>
          <a:prstGeom prst="rect">
            <a:avLst/>
          </a:prstGeom>
        </p:spPr>
      </p:pic>
      <p:sp>
        <p:nvSpPr>
          <p:cNvPr id="15" name="Picture Placeholder 14">
            <a:extLst>
              <a:ext uri="{FF2B5EF4-FFF2-40B4-BE49-F238E27FC236}">
                <a16:creationId xmlns:a16="http://schemas.microsoft.com/office/drawing/2014/main" id="{0DD44503-C05B-4347-B8E0-2B0B6D575703}"/>
              </a:ext>
            </a:extLst>
          </p:cNvPr>
          <p:cNvSpPr>
            <a:spLocks noGrp="1"/>
          </p:cNvSpPr>
          <p:nvPr>
            <p:ph type="pic" sz="quarter" idx="14" hasCustomPrompt="1"/>
          </p:nvPr>
        </p:nvSpPr>
        <p:spPr>
          <a:xfrm>
            <a:off x="8374857" y="1786531"/>
            <a:ext cx="2997994" cy="3848299"/>
          </a:xfrm>
          <a:solidFill>
            <a:srgbClr val="E6E6E6"/>
          </a:solidFill>
        </p:spPr>
        <p:txBody>
          <a:bodyPr tIns="914400">
            <a:normAutofit/>
          </a:bodyPr>
          <a:lstStyle>
            <a:lvl1pPr marL="0" indent="0" algn="ctr">
              <a:buNone/>
              <a:defRPr sz="16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t>Click icon or drag and drop to add picture</a:t>
            </a:r>
          </a:p>
        </p:txBody>
      </p:sp>
    </p:spTree>
    <p:extLst>
      <p:ext uri="{BB962C8B-B14F-4D97-AF65-F5344CB8AC3E}">
        <p14:creationId xmlns:p14="http://schemas.microsoft.com/office/powerpoint/2010/main" val="4195822996"/>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1 Phone w Text">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2205D028-8620-41DC-9E6F-949C00167D75}"/>
              </a:ext>
            </a:extLst>
          </p:cNvPr>
          <p:cNvCxnSpPr>
            <a:cxnSpLocks/>
          </p:cNvCxnSpPr>
          <p:nvPr/>
        </p:nvCxnSpPr>
        <p:spPr>
          <a:xfrm>
            <a:off x="-9427" y="5783865"/>
            <a:ext cx="12198096" cy="0"/>
          </a:xfrm>
          <a:prstGeom prst="line">
            <a:avLst/>
          </a:prstGeom>
          <a:ln w="88900">
            <a:solidFill>
              <a:srgbClr val="FF6600"/>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D123F6D1-3B7A-45BF-B350-EC96BD313876}"/>
              </a:ext>
            </a:extLst>
          </p:cNvPr>
          <p:cNvSpPr/>
          <p:nvPr/>
        </p:nvSpPr>
        <p:spPr>
          <a:xfrm>
            <a:off x="8617756" y="1409632"/>
            <a:ext cx="2129353" cy="4224338"/>
          </a:xfrm>
          <a:custGeom>
            <a:avLst/>
            <a:gdLst>
              <a:gd name="connsiteX0" fmla="*/ 0 w 2107406"/>
              <a:gd name="connsiteY0" fmla="*/ 0 h 4226719"/>
              <a:gd name="connsiteX1" fmla="*/ 2107406 w 2107406"/>
              <a:gd name="connsiteY1" fmla="*/ 0 h 4226719"/>
              <a:gd name="connsiteX2" fmla="*/ 2107406 w 2107406"/>
              <a:gd name="connsiteY2" fmla="*/ 4226719 h 4226719"/>
              <a:gd name="connsiteX3" fmla="*/ 0 w 2107406"/>
              <a:gd name="connsiteY3" fmla="*/ 4226719 h 4226719"/>
              <a:gd name="connsiteX4" fmla="*/ 0 w 2107406"/>
              <a:gd name="connsiteY4" fmla="*/ 0 h 4226719"/>
              <a:gd name="connsiteX0" fmla="*/ 0 w 2107406"/>
              <a:gd name="connsiteY0" fmla="*/ 0 h 4226719"/>
              <a:gd name="connsiteX1" fmla="*/ 2107406 w 2107406"/>
              <a:gd name="connsiteY1" fmla="*/ 0 h 4226719"/>
              <a:gd name="connsiteX2" fmla="*/ 2107406 w 2107406"/>
              <a:gd name="connsiteY2" fmla="*/ 4226719 h 4226719"/>
              <a:gd name="connsiteX3" fmla="*/ 107156 w 2107406"/>
              <a:gd name="connsiteY3" fmla="*/ 4224338 h 4226719"/>
              <a:gd name="connsiteX4" fmla="*/ 0 w 2107406"/>
              <a:gd name="connsiteY4" fmla="*/ 4226719 h 4226719"/>
              <a:gd name="connsiteX5" fmla="*/ 0 w 2107406"/>
              <a:gd name="connsiteY5"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09537 w 2109787"/>
              <a:gd name="connsiteY3" fmla="*/ 4224338 h 4226719"/>
              <a:gd name="connsiteX4" fmla="*/ 2381 w 2109787"/>
              <a:gd name="connsiteY4" fmla="*/ 4226719 h 4226719"/>
              <a:gd name="connsiteX5" fmla="*/ 0 w 2109787"/>
              <a:gd name="connsiteY5" fmla="*/ 4079082 h 4226719"/>
              <a:gd name="connsiteX6" fmla="*/ 2381 w 2109787"/>
              <a:gd name="connsiteY6"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09537 w 2109787"/>
              <a:gd name="connsiteY3" fmla="*/ 4224338 h 4226719"/>
              <a:gd name="connsiteX4" fmla="*/ 0 w 2109787"/>
              <a:gd name="connsiteY4" fmla="*/ 4079082 h 4226719"/>
              <a:gd name="connsiteX5" fmla="*/ 2381 w 2109787"/>
              <a:gd name="connsiteY5"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974057 w 2109787"/>
              <a:gd name="connsiteY3" fmla="*/ 4224338 h 4226719"/>
              <a:gd name="connsiteX4" fmla="*/ 109537 w 2109787"/>
              <a:gd name="connsiteY4" fmla="*/ 4224338 h 4226719"/>
              <a:gd name="connsiteX5" fmla="*/ 0 w 2109787"/>
              <a:gd name="connsiteY5" fmla="*/ 4079082 h 4226719"/>
              <a:gd name="connsiteX6" fmla="*/ 2381 w 2109787"/>
              <a:gd name="connsiteY6" fmla="*/ 0 h 4226719"/>
              <a:gd name="connsiteX0" fmla="*/ 2381 w 2109788"/>
              <a:gd name="connsiteY0" fmla="*/ 0 h 4226719"/>
              <a:gd name="connsiteX1" fmla="*/ 2109787 w 2109788"/>
              <a:gd name="connsiteY1" fmla="*/ 0 h 4226719"/>
              <a:gd name="connsiteX2" fmla="*/ 2109788 w 2109788"/>
              <a:gd name="connsiteY2" fmla="*/ 4088607 h 4226719"/>
              <a:gd name="connsiteX3" fmla="*/ 2109787 w 2109788"/>
              <a:gd name="connsiteY3" fmla="*/ 4226719 h 4226719"/>
              <a:gd name="connsiteX4" fmla="*/ 1974057 w 2109788"/>
              <a:gd name="connsiteY4" fmla="*/ 4224338 h 4226719"/>
              <a:gd name="connsiteX5" fmla="*/ 109537 w 2109788"/>
              <a:gd name="connsiteY5" fmla="*/ 4224338 h 4226719"/>
              <a:gd name="connsiteX6" fmla="*/ 0 w 2109788"/>
              <a:gd name="connsiteY6" fmla="*/ 4079082 h 4226719"/>
              <a:gd name="connsiteX7" fmla="*/ 2381 w 2109788"/>
              <a:gd name="connsiteY7" fmla="*/ 0 h 4226719"/>
              <a:gd name="connsiteX0" fmla="*/ 2381 w 2160409"/>
              <a:gd name="connsiteY0" fmla="*/ 0 h 4434989"/>
              <a:gd name="connsiteX1" fmla="*/ 2109787 w 2160409"/>
              <a:gd name="connsiteY1" fmla="*/ 0 h 4434989"/>
              <a:gd name="connsiteX2" fmla="*/ 2109788 w 2160409"/>
              <a:gd name="connsiteY2" fmla="*/ 4088607 h 4434989"/>
              <a:gd name="connsiteX3" fmla="*/ 1974057 w 2160409"/>
              <a:gd name="connsiteY3" fmla="*/ 4224338 h 4434989"/>
              <a:gd name="connsiteX4" fmla="*/ 109537 w 2160409"/>
              <a:gd name="connsiteY4" fmla="*/ 4224338 h 4434989"/>
              <a:gd name="connsiteX5" fmla="*/ 0 w 2160409"/>
              <a:gd name="connsiteY5" fmla="*/ 4079082 h 4434989"/>
              <a:gd name="connsiteX6" fmla="*/ 2381 w 2160409"/>
              <a:gd name="connsiteY6" fmla="*/ 0 h 4434989"/>
              <a:gd name="connsiteX0" fmla="*/ 2381 w 2147760"/>
              <a:gd name="connsiteY0" fmla="*/ 0 h 4224338"/>
              <a:gd name="connsiteX1" fmla="*/ 2109787 w 2147760"/>
              <a:gd name="connsiteY1" fmla="*/ 0 h 4224338"/>
              <a:gd name="connsiteX2" fmla="*/ 2109788 w 2147760"/>
              <a:gd name="connsiteY2" fmla="*/ 4088607 h 4224338"/>
              <a:gd name="connsiteX3" fmla="*/ 1974057 w 2147760"/>
              <a:gd name="connsiteY3" fmla="*/ 4224338 h 4224338"/>
              <a:gd name="connsiteX4" fmla="*/ 109537 w 2147760"/>
              <a:gd name="connsiteY4" fmla="*/ 4224338 h 4224338"/>
              <a:gd name="connsiteX5" fmla="*/ 0 w 2147760"/>
              <a:gd name="connsiteY5" fmla="*/ 4079082 h 4224338"/>
              <a:gd name="connsiteX6" fmla="*/ 2381 w 2147760"/>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057400 w 2109788"/>
              <a:gd name="connsiteY1" fmla="*/ 0 h 4224338"/>
              <a:gd name="connsiteX2" fmla="*/ 2109787 w 2109788"/>
              <a:gd name="connsiteY2" fmla="*/ 0 h 4224338"/>
              <a:gd name="connsiteX3" fmla="*/ 2109788 w 2109788"/>
              <a:gd name="connsiteY3" fmla="*/ 4088607 h 4224338"/>
              <a:gd name="connsiteX4" fmla="*/ 1974057 w 2109788"/>
              <a:gd name="connsiteY4" fmla="*/ 4224338 h 4224338"/>
              <a:gd name="connsiteX5" fmla="*/ 109537 w 2109788"/>
              <a:gd name="connsiteY5" fmla="*/ 4224338 h 4224338"/>
              <a:gd name="connsiteX6" fmla="*/ 0 w 2109788"/>
              <a:gd name="connsiteY6" fmla="*/ 4079082 h 4224338"/>
              <a:gd name="connsiteX7" fmla="*/ 2381 w 2109788"/>
              <a:gd name="connsiteY7" fmla="*/ 0 h 4224338"/>
              <a:gd name="connsiteX0" fmla="*/ 2381 w 2119841"/>
              <a:gd name="connsiteY0" fmla="*/ 246407 h 4470745"/>
              <a:gd name="connsiteX1" fmla="*/ 2057400 w 2119841"/>
              <a:gd name="connsiteY1" fmla="*/ 246407 h 4470745"/>
              <a:gd name="connsiteX2" fmla="*/ 2109787 w 2119841"/>
              <a:gd name="connsiteY2" fmla="*/ 246407 h 4470745"/>
              <a:gd name="connsiteX3" fmla="*/ 2109787 w 2119841"/>
              <a:gd name="connsiteY3" fmla="*/ 320226 h 4470745"/>
              <a:gd name="connsiteX4" fmla="*/ 2109788 w 2119841"/>
              <a:gd name="connsiteY4" fmla="*/ 4335014 h 4470745"/>
              <a:gd name="connsiteX5" fmla="*/ 1974057 w 2119841"/>
              <a:gd name="connsiteY5" fmla="*/ 4470745 h 4470745"/>
              <a:gd name="connsiteX6" fmla="*/ 109537 w 2119841"/>
              <a:gd name="connsiteY6" fmla="*/ 4470745 h 4470745"/>
              <a:gd name="connsiteX7" fmla="*/ 0 w 2119841"/>
              <a:gd name="connsiteY7" fmla="*/ 4325489 h 4470745"/>
              <a:gd name="connsiteX8" fmla="*/ 2381 w 2119841"/>
              <a:gd name="connsiteY8" fmla="*/ 246407 h 4470745"/>
              <a:gd name="connsiteX0" fmla="*/ 2381 w 2119841"/>
              <a:gd name="connsiteY0" fmla="*/ 0 h 4224338"/>
              <a:gd name="connsiteX1" fmla="*/ 2057400 w 2119841"/>
              <a:gd name="connsiteY1" fmla="*/ 0 h 4224338"/>
              <a:gd name="connsiteX2" fmla="*/ 2109787 w 2119841"/>
              <a:gd name="connsiteY2" fmla="*/ 73819 h 4224338"/>
              <a:gd name="connsiteX3" fmla="*/ 2109788 w 2119841"/>
              <a:gd name="connsiteY3" fmla="*/ 4088607 h 4224338"/>
              <a:gd name="connsiteX4" fmla="*/ 1974057 w 2119841"/>
              <a:gd name="connsiteY4" fmla="*/ 4224338 h 4224338"/>
              <a:gd name="connsiteX5" fmla="*/ 109537 w 2119841"/>
              <a:gd name="connsiteY5" fmla="*/ 4224338 h 4224338"/>
              <a:gd name="connsiteX6" fmla="*/ 0 w 2119841"/>
              <a:gd name="connsiteY6" fmla="*/ 4079082 h 4224338"/>
              <a:gd name="connsiteX7" fmla="*/ 2381 w 2119841"/>
              <a:gd name="connsiteY7" fmla="*/ 0 h 4224338"/>
              <a:gd name="connsiteX0" fmla="*/ 2381 w 2119841"/>
              <a:gd name="connsiteY0" fmla="*/ 0 h 4224338"/>
              <a:gd name="connsiteX1" fmla="*/ 54769 w 2119841"/>
              <a:gd name="connsiteY1" fmla="*/ 0 h 4224338"/>
              <a:gd name="connsiteX2" fmla="*/ 2057400 w 2119841"/>
              <a:gd name="connsiteY2" fmla="*/ 0 h 4224338"/>
              <a:gd name="connsiteX3" fmla="*/ 2109787 w 2119841"/>
              <a:gd name="connsiteY3" fmla="*/ 73819 h 4224338"/>
              <a:gd name="connsiteX4" fmla="*/ 2109788 w 2119841"/>
              <a:gd name="connsiteY4" fmla="*/ 4088607 h 4224338"/>
              <a:gd name="connsiteX5" fmla="*/ 1974057 w 2119841"/>
              <a:gd name="connsiteY5" fmla="*/ 4224338 h 4224338"/>
              <a:gd name="connsiteX6" fmla="*/ 109537 w 2119841"/>
              <a:gd name="connsiteY6" fmla="*/ 4224338 h 4224338"/>
              <a:gd name="connsiteX7" fmla="*/ 0 w 2119841"/>
              <a:gd name="connsiteY7" fmla="*/ 4079082 h 4224338"/>
              <a:gd name="connsiteX8" fmla="*/ 2381 w 2119841"/>
              <a:gd name="connsiteY8" fmla="*/ 0 h 4224338"/>
              <a:gd name="connsiteX0" fmla="*/ 9822 w 2127282"/>
              <a:gd name="connsiteY0" fmla="*/ 243917 h 4468255"/>
              <a:gd name="connsiteX1" fmla="*/ 62210 w 2127282"/>
              <a:gd name="connsiteY1" fmla="*/ 243917 h 4468255"/>
              <a:gd name="connsiteX2" fmla="*/ 2064841 w 2127282"/>
              <a:gd name="connsiteY2" fmla="*/ 243917 h 4468255"/>
              <a:gd name="connsiteX3" fmla="*/ 2117228 w 2127282"/>
              <a:gd name="connsiteY3" fmla="*/ 317736 h 4468255"/>
              <a:gd name="connsiteX4" fmla="*/ 2117229 w 2127282"/>
              <a:gd name="connsiteY4" fmla="*/ 4332524 h 4468255"/>
              <a:gd name="connsiteX5" fmla="*/ 1981498 w 2127282"/>
              <a:gd name="connsiteY5" fmla="*/ 4468255 h 4468255"/>
              <a:gd name="connsiteX6" fmla="*/ 116978 w 2127282"/>
              <a:gd name="connsiteY6" fmla="*/ 4468255 h 4468255"/>
              <a:gd name="connsiteX7" fmla="*/ 7441 w 2127282"/>
              <a:gd name="connsiteY7" fmla="*/ 4322999 h 4468255"/>
              <a:gd name="connsiteX8" fmla="*/ 9822 w 2127282"/>
              <a:gd name="connsiteY8" fmla="*/ 320117 h 4468255"/>
              <a:gd name="connsiteX9" fmla="*/ 9822 w 2127282"/>
              <a:gd name="connsiteY9" fmla="*/ 243917 h 4468255"/>
              <a:gd name="connsiteX0" fmla="*/ 112365 w 2229825"/>
              <a:gd name="connsiteY0" fmla="*/ 320117 h 4468255"/>
              <a:gd name="connsiteX1" fmla="*/ 164753 w 2229825"/>
              <a:gd name="connsiteY1" fmla="*/ 243917 h 4468255"/>
              <a:gd name="connsiteX2" fmla="*/ 2167384 w 2229825"/>
              <a:gd name="connsiteY2" fmla="*/ 243917 h 4468255"/>
              <a:gd name="connsiteX3" fmla="*/ 2219771 w 2229825"/>
              <a:gd name="connsiteY3" fmla="*/ 317736 h 4468255"/>
              <a:gd name="connsiteX4" fmla="*/ 2219772 w 2229825"/>
              <a:gd name="connsiteY4" fmla="*/ 4332524 h 4468255"/>
              <a:gd name="connsiteX5" fmla="*/ 2084041 w 2229825"/>
              <a:gd name="connsiteY5" fmla="*/ 4468255 h 4468255"/>
              <a:gd name="connsiteX6" fmla="*/ 219521 w 2229825"/>
              <a:gd name="connsiteY6" fmla="*/ 4468255 h 4468255"/>
              <a:gd name="connsiteX7" fmla="*/ 109984 w 2229825"/>
              <a:gd name="connsiteY7" fmla="*/ 4322999 h 4468255"/>
              <a:gd name="connsiteX8" fmla="*/ 112365 w 2229825"/>
              <a:gd name="connsiteY8" fmla="*/ 320117 h 4468255"/>
              <a:gd name="connsiteX0" fmla="*/ 11893 w 2129353"/>
              <a:gd name="connsiteY0" fmla="*/ 313209 h 4461347"/>
              <a:gd name="connsiteX1" fmla="*/ 64281 w 2129353"/>
              <a:gd name="connsiteY1" fmla="*/ 237009 h 4461347"/>
              <a:gd name="connsiteX2" fmla="*/ 2066912 w 2129353"/>
              <a:gd name="connsiteY2" fmla="*/ 237009 h 4461347"/>
              <a:gd name="connsiteX3" fmla="*/ 2119299 w 2129353"/>
              <a:gd name="connsiteY3" fmla="*/ 310828 h 4461347"/>
              <a:gd name="connsiteX4" fmla="*/ 2119300 w 2129353"/>
              <a:gd name="connsiteY4" fmla="*/ 4325616 h 4461347"/>
              <a:gd name="connsiteX5" fmla="*/ 1983569 w 2129353"/>
              <a:gd name="connsiteY5" fmla="*/ 4461347 h 4461347"/>
              <a:gd name="connsiteX6" fmla="*/ 119049 w 2129353"/>
              <a:gd name="connsiteY6" fmla="*/ 4461347 h 4461347"/>
              <a:gd name="connsiteX7" fmla="*/ 9512 w 2129353"/>
              <a:gd name="connsiteY7" fmla="*/ 4316091 h 4461347"/>
              <a:gd name="connsiteX8" fmla="*/ 11893 w 2129353"/>
              <a:gd name="connsiteY8" fmla="*/ 313209 h 4461347"/>
              <a:gd name="connsiteX0" fmla="*/ 11893 w 2129353"/>
              <a:gd name="connsiteY0" fmla="*/ 76200 h 4224338"/>
              <a:gd name="connsiteX1" fmla="*/ 64281 w 2129353"/>
              <a:gd name="connsiteY1" fmla="*/ 0 h 4224338"/>
              <a:gd name="connsiteX2" fmla="*/ 2066912 w 2129353"/>
              <a:gd name="connsiteY2" fmla="*/ 0 h 4224338"/>
              <a:gd name="connsiteX3" fmla="*/ 2119299 w 2129353"/>
              <a:gd name="connsiteY3" fmla="*/ 73819 h 4224338"/>
              <a:gd name="connsiteX4" fmla="*/ 2119300 w 2129353"/>
              <a:gd name="connsiteY4" fmla="*/ 4088607 h 4224338"/>
              <a:gd name="connsiteX5" fmla="*/ 1983569 w 2129353"/>
              <a:gd name="connsiteY5" fmla="*/ 4224338 h 4224338"/>
              <a:gd name="connsiteX6" fmla="*/ 119049 w 2129353"/>
              <a:gd name="connsiteY6" fmla="*/ 4224338 h 4224338"/>
              <a:gd name="connsiteX7" fmla="*/ 9512 w 2129353"/>
              <a:gd name="connsiteY7" fmla="*/ 4079082 h 4224338"/>
              <a:gd name="connsiteX8" fmla="*/ 11893 w 2129353"/>
              <a:gd name="connsiteY8" fmla="*/ 76200 h 422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9353" h="4224338">
                <a:moveTo>
                  <a:pt x="11893" y="76200"/>
                </a:moveTo>
                <a:cubicBezTo>
                  <a:pt x="44834" y="13096"/>
                  <a:pt x="33722" y="41275"/>
                  <a:pt x="64281" y="0"/>
                </a:cubicBezTo>
                <a:lnTo>
                  <a:pt x="2066912" y="0"/>
                </a:lnTo>
                <a:lnTo>
                  <a:pt x="2119299" y="73819"/>
                </a:lnTo>
                <a:cubicBezTo>
                  <a:pt x="2119299" y="755253"/>
                  <a:pt x="2141922" y="3396854"/>
                  <a:pt x="2119300" y="4088607"/>
                </a:cubicBezTo>
                <a:cubicBezTo>
                  <a:pt x="2075247" y="4156869"/>
                  <a:pt x="2114538" y="4196954"/>
                  <a:pt x="1983569" y="4224338"/>
                </a:cubicBezTo>
                <a:lnTo>
                  <a:pt x="119049" y="4224338"/>
                </a:lnTo>
                <a:lnTo>
                  <a:pt x="9512" y="4079082"/>
                </a:lnTo>
                <a:cubicBezTo>
                  <a:pt x="-8347" y="3387726"/>
                  <a:pt x="2765" y="756047"/>
                  <a:pt x="11893" y="76200"/>
                </a:cubicBezTo>
                <a:close/>
              </a:path>
            </a:pathLst>
          </a:custGeom>
          <a:solidFill>
            <a:srgbClr val="0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12" name="Rectangle 11">
            <a:extLst>
              <a:ext uri="{FF2B5EF4-FFF2-40B4-BE49-F238E27FC236}">
                <a16:creationId xmlns:a16="http://schemas.microsoft.com/office/drawing/2014/main" id="{B3031B4E-3FC9-4C30-959F-35B9F200AEDD}"/>
              </a:ext>
            </a:extLst>
          </p:cNvPr>
          <p:cNvSpPr/>
          <p:nvPr/>
        </p:nvSpPr>
        <p:spPr>
          <a:xfrm>
            <a:off x="609600" y="1539629"/>
            <a:ext cx="7092180" cy="3826441"/>
          </a:xfrm>
          <a:prstGeom prst="rect">
            <a:avLst/>
          </a:prstGeom>
          <a:gradFill>
            <a:gsLst>
              <a:gs pos="0">
                <a:schemeClr val="bg1">
                  <a:lumMod val="75000"/>
                  <a:alpha val="54000"/>
                </a:schemeClr>
              </a:gs>
              <a:gs pos="45000">
                <a:schemeClr val="bg1">
                  <a:lumMod val="95000"/>
                  <a:alpha val="70000"/>
                </a:schemeClr>
              </a:gs>
              <a:gs pos="100000">
                <a:schemeClr val="bg1">
                  <a:lumMod val="95000"/>
                  <a:alpha val="76000"/>
                </a:schemeClr>
              </a:gs>
            </a:gsLst>
            <a:lin ang="2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a:extLst>
              <a:ext uri="{FF2B5EF4-FFF2-40B4-BE49-F238E27FC236}">
                <a16:creationId xmlns:a16="http://schemas.microsoft.com/office/drawing/2014/main" id="{28298BD1-8D4F-4888-B426-6820048566D4}"/>
              </a:ext>
            </a:extLst>
          </p:cNvPr>
          <p:cNvSpPr>
            <a:spLocks noGrp="1"/>
          </p:cNvSpPr>
          <p:nvPr>
            <p:ph type="title"/>
          </p:nvPr>
        </p:nvSpPr>
        <p:spPr/>
        <p:txBody>
          <a:bodyPr/>
          <a:lstStyle/>
          <a:p>
            <a:r>
              <a:rPr lang="en-US"/>
              <a:t>Click to edit Master title style</a:t>
            </a:r>
            <a:endParaRPr/>
          </a:p>
        </p:txBody>
      </p:sp>
      <p:sp>
        <p:nvSpPr>
          <p:cNvPr id="8" name="Text Placeholder 11">
            <a:extLst>
              <a:ext uri="{FF2B5EF4-FFF2-40B4-BE49-F238E27FC236}">
                <a16:creationId xmlns:a16="http://schemas.microsoft.com/office/drawing/2014/main" id="{19FE50EE-A3ED-4BD6-96A7-7D35461C8167}"/>
              </a:ext>
            </a:extLst>
          </p:cNvPr>
          <p:cNvSpPr>
            <a:spLocks noGrp="1"/>
          </p:cNvSpPr>
          <p:nvPr>
            <p:ph type="body" sz="quarter" idx="13" hasCustomPrompt="1"/>
          </p:nvPr>
        </p:nvSpPr>
        <p:spPr>
          <a:xfrm>
            <a:off x="785812" y="1886717"/>
            <a:ext cx="6700837" cy="317091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t>Click to add text</a:t>
            </a:r>
          </a:p>
          <a:p>
            <a:pPr lvl="1"/>
            <a:r>
              <a:t>Second level</a:t>
            </a:r>
          </a:p>
          <a:p>
            <a:pPr lvl="2"/>
            <a:r>
              <a:t>Third level</a:t>
            </a:r>
          </a:p>
        </p:txBody>
      </p:sp>
      <p:pic>
        <p:nvPicPr>
          <p:cNvPr id="13" name="Cell" descr="A screen shot of a computer&#10;&#10;Description automatically generated">
            <a:extLst>
              <a:ext uri="{FF2B5EF4-FFF2-40B4-BE49-F238E27FC236}">
                <a16:creationId xmlns:a16="http://schemas.microsoft.com/office/drawing/2014/main" id="{065CF7CA-A2AD-43F8-8B7F-9E5E9ED7C5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97893" y="1201783"/>
            <a:ext cx="2175108" cy="4564665"/>
          </a:xfrm>
          <a:prstGeom prst="rect">
            <a:avLst/>
          </a:prstGeom>
        </p:spPr>
      </p:pic>
      <p:sp>
        <p:nvSpPr>
          <p:cNvPr id="14" name="Picture Placeholder 17">
            <a:extLst>
              <a:ext uri="{FF2B5EF4-FFF2-40B4-BE49-F238E27FC236}">
                <a16:creationId xmlns:a16="http://schemas.microsoft.com/office/drawing/2014/main" id="{B86201E7-2D76-4B45-AF1B-646A5DF47750}"/>
              </a:ext>
            </a:extLst>
          </p:cNvPr>
          <p:cNvSpPr>
            <a:spLocks noGrp="1" noChangeAspect="1"/>
          </p:cNvSpPr>
          <p:nvPr>
            <p:ph type="pic" sz="quarter" idx="15" hasCustomPrompt="1"/>
          </p:nvPr>
        </p:nvSpPr>
        <p:spPr>
          <a:xfrm>
            <a:off x="8642350" y="1429475"/>
            <a:ext cx="2082800" cy="4168775"/>
          </a:xfrm>
          <a:prstGeom prst="roundRect">
            <a:avLst>
              <a:gd name="adj" fmla="val 7326"/>
            </a:avLst>
          </a:prstGeom>
          <a:solidFill>
            <a:srgbClr val="E6E6E6"/>
          </a:solidFill>
        </p:spPr>
        <p:txBody>
          <a:bodyPr tIns="457200">
            <a:normAutofit/>
          </a:bodyPr>
          <a:lstStyle>
            <a:lvl1pPr marL="0" indent="0" algn="ctr">
              <a:buNone/>
              <a:defRPr sz="16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t>Click icon or drag and drop to add picture</a:t>
            </a:r>
          </a:p>
        </p:txBody>
      </p:sp>
    </p:spTree>
    <p:extLst>
      <p:ext uri="{BB962C8B-B14F-4D97-AF65-F5344CB8AC3E}">
        <p14:creationId xmlns:p14="http://schemas.microsoft.com/office/powerpoint/2010/main" val="1852162429"/>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2 Phones">
    <p:spTree>
      <p:nvGrpSpPr>
        <p:cNvPr id="1" name=""/>
        <p:cNvGrpSpPr/>
        <p:nvPr/>
      </p:nvGrpSpPr>
      <p:grpSpPr>
        <a:xfrm>
          <a:off x="0" y="0"/>
          <a:ext cx="0" cy="0"/>
          <a:chOff x="0" y="0"/>
          <a:chExt cx="0" cy="0"/>
        </a:xfrm>
      </p:grpSpPr>
      <p:cxnSp>
        <p:nvCxnSpPr>
          <p:cNvPr id="17" name="Straight Connector 16">
            <a:extLst>
              <a:ext uri="{FF2B5EF4-FFF2-40B4-BE49-F238E27FC236}">
                <a16:creationId xmlns:a16="http://schemas.microsoft.com/office/drawing/2014/main" id="{AC0B7623-A2ED-4283-9017-C59E72BA3B33}"/>
              </a:ext>
            </a:extLst>
          </p:cNvPr>
          <p:cNvCxnSpPr>
            <a:cxnSpLocks/>
          </p:cNvCxnSpPr>
          <p:nvPr/>
        </p:nvCxnSpPr>
        <p:spPr>
          <a:xfrm>
            <a:off x="-9427" y="5783865"/>
            <a:ext cx="12198096" cy="0"/>
          </a:xfrm>
          <a:prstGeom prst="line">
            <a:avLst/>
          </a:prstGeom>
          <a:ln w="88900">
            <a:solidFill>
              <a:srgbClr val="FF6600"/>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8298BD1-8D4F-4888-B426-6820048566D4}"/>
              </a:ext>
            </a:extLst>
          </p:cNvPr>
          <p:cNvSpPr>
            <a:spLocks noGrp="1"/>
          </p:cNvSpPr>
          <p:nvPr>
            <p:ph type="title"/>
          </p:nvPr>
        </p:nvSpPr>
        <p:spPr/>
        <p:txBody>
          <a:bodyPr/>
          <a:lstStyle/>
          <a:p>
            <a:r>
              <a:rPr lang="en-US"/>
              <a:t>Click to edit Master title style</a:t>
            </a:r>
            <a:endParaRPr/>
          </a:p>
        </p:txBody>
      </p:sp>
      <p:sp>
        <p:nvSpPr>
          <p:cNvPr id="14" name="Rectangle 9">
            <a:extLst>
              <a:ext uri="{FF2B5EF4-FFF2-40B4-BE49-F238E27FC236}">
                <a16:creationId xmlns:a16="http://schemas.microsoft.com/office/drawing/2014/main" id="{405A39D6-2354-4483-878A-CDDE68F44FA4}"/>
              </a:ext>
            </a:extLst>
          </p:cNvPr>
          <p:cNvSpPr/>
          <p:nvPr/>
        </p:nvSpPr>
        <p:spPr>
          <a:xfrm>
            <a:off x="9178040" y="1409632"/>
            <a:ext cx="2129353" cy="4224338"/>
          </a:xfrm>
          <a:custGeom>
            <a:avLst/>
            <a:gdLst>
              <a:gd name="connsiteX0" fmla="*/ 0 w 2107406"/>
              <a:gd name="connsiteY0" fmla="*/ 0 h 4226719"/>
              <a:gd name="connsiteX1" fmla="*/ 2107406 w 2107406"/>
              <a:gd name="connsiteY1" fmla="*/ 0 h 4226719"/>
              <a:gd name="connsiteX2" fmla="*/ 2107406 w 2107406"/>
              <a:gd name="connsiteY2" fmla="*/ 4226719 h 4226719"/>
              <a:gd name="connsiteX3" fmla="*/ 0 w 2107406"/>
              <a:gd name="connsiteY3" fmla="*/ 4226719 h 4226719"/>
              <a:gd name="connsiteX4" fmla="*/ 0 w 2107406"/>
              <a:gd name="connsiteY4" fmla="*/ 0 h 4226719"/>
              <a:gd name="connsiteX0" fmla="*/ 0 w 2107406"/>
              <a:gd name="connsiteY0" fmla="*/ 0 h 4226719"/>
              <a:gd name="connsiteX1" fmla="*/ 2107406 w 2107406"/>
              <a:gd name="connsiteY1" fmla="*/ 0 h 4226719"/>
              <a:gd name="connsiteX2" fmla="*/ 2107406 w 2107406"/>
              <a:gd name="connsiteY2" fmla="*/ 4226719 h 4226719"/>
              <a:gd name="connsiteX3" fmla="*/ 107156 w 2107406"/>
              <a:gd name="connsiteY3" fmla="*/ 4224338 h 4226719"/>
              <a:gd name="connsiteX4" fmla="*/ 0 w 2107406"/>
              <a:gd name="connsiteY4" fmla="*/ 4226719 h 4226719"/>
              <a:gd name="connsiteX5" fmla="*/ 0 w 2107406"/>
              <a:gd name="connsiteY5"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09537 w 2109787"/>
              <a:gd name="connsiteY3" fmla="*/ 4224338 h 4226719"/>
              <a:gd name="connsiteX4" fmla="*/ 2381 w 2109787"/>
              <a:gd name="connsiteY4" fmla="*/ 4226719 h 4226719"/>
              <a:gd name="connsiteX5" fmla="*/ 0 w 2109787"/>
              <a:gd name="connsiteY5" fmla="*/ 4079082 h 4226719"/>
              <a:gd name="connsiteX6" fmla="*/ 2381 w 2109787"/>
              <a:gd name="connsiteY6"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09537 w 2109787"/>
              <a:gd name="connsiteY3" fmla="*/ 4224338 h 4226719"/>
              <a:gd name="connsiteX4" fmla="*/ 0 w 2109787"/>
              <a:gd name="connsiteY4" fmla="*/ 4079082 h 4226719"/>
              <a:gd name="connsiteX5" fmla="*/ 2381 w 2109787"/>
              <a:gd name="connsiteY5"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974057 w 2109787"/>
              <a:gd name="connsiteY3" fmla="*/ 4224338 h 4226719"/>
              <a:gd name="connsiteX4" fmla="*/ 109537 w 2109787"/>
              <a:gd name="connsiteY4" fmla="*/ 4224338 h 4226719"/>
              <a:gd name="connsiteX5" fmla="*/ 0 w 2109787"/>
              <a:gd name="connsiteY5" fmla="*/ 4079082 h 4226719"/>
              <a:gd name="connsiteX6" fmla="*/ 2381 w 2109787"/>
              <a:gd name="connsiteY6" fmla="*/ 0 h 4226719"/>
              <a:gd name="connsiteX0" fmla="*/ 2381 w 2109788"/>
              <a:gd name="connsiteY0" fmla="*/ 0 h 4226719"/>
              <a:gd name="connsiteX1" fmla="*/ 2109787 w 2109788"/>
              <a:gd name="connsiteY1" fmla="*/ 0 h 4226719"/>
              <a:gd name="connsiteX2" fmla="*/ 2109788 w 2109788"/>
              <a:gd name="connsiteY2" fmla="*/ 4088607 h 4226719"/>
              <a:gd name="connsiteX3" fmla="*/ 2109787 w 2109788"/>
              <a:gd name="connsiteY3" fmla="*/ 4226719 h 4226719"/>
              <a:gd name="connsiteX4" fmla="*/ 1974057 w 2109788"/>
              <a:gd name="connsiteY4" fmla="*/ 4224338 h 4226719"/>
              <a:gd name="connsiteX5" fmla="*/ 109537 w 2109788"/>
              <a:gd name="connsiteY5" fmla="*/ 4224338 h 4226719"/>
              <a:gd name="connsiteX6" fmla="*/ 0 w 2109788"/>
              <a:gd name="connsiteY6" fmla="*/ 4079082 h 4226719"/>
              <a:gd name="connsiteX7" fmla="*/ 2381 w 2109788"/>
              <a:gd name="connsiteY7" fmla="*/ 0 h 4226719"/>
              <a:gd name="connsiteX0" fmla="*/ 2381 w 2160409"/>
              <a:gd name="connsiteY0" fmla="*/ 0 h 4434989"/>
              <a:gd name="connsiteX1" fmla="*/ 2109787 w 2160409"/>
              <a:gd name="connsiteY1" fmla="*/ 0 h 4434989"/>
              <a:gd name="connsiteX2" fmla="*/ 2109788 w 2160409"/>
              <a:gd name="connsiteY2" fmla="*/ 4088607 h 4434989"/>
              <a:gd name="connsiteX3" fmla="*/ 1974057 w 2160409"/>
              <a:gd name="connsiteY3" fmla="*/ 4224338 h 4434989"/>
              <a:gd name="connsiteX4" fmla="*/ 109537 w 2160409"/>
              <a:gd name="connsiteY4" fmla="*/ 4224338 h 4434989"/>
              <a:gd name="connsiteX5" fmla="*/ 0 w 2160409"/>
              <a:gd name="connsiteY5" fmla="*/ 4079082 h 4434989"/>
              <a:gd name="connsiteX6" fmla="*/ 2381 w 2160409"/>
              <a:gd name="connsiteY6" fmla="*/ 0 h 4434989"/>
              <a:gd name="connsiteX0" fmla="*/ 2381 w 2147760"/>
              <a:gd name="connsiteY0" fmla="*/ 0 h 4224338"/>
              <a:gd name="connsiteX1" fmla="*/ 2109787 w 2147760"/>
              <a:gd name="connsiteY1" fmla="*/ 0 h 4224338"/>
              <a:gd name="connsiteX2" fmla="*/ 2109788 w 2147760"/>
              <a:gd name="connsiteY2" fmla="*/ 4088607 h 4224338"/>
              <a:gd name="connsiteX3" fmla="*/ 1974057 w 2147760"/>
              <a:gd name="connsiteY3" fmla="*/ 4224338 h 4224338"/>
              <a:gd name="connsiteX4" fmla="*/ 109537 w 2147760"/>
              <a:gd name="connsiteY4" fmla="*/ 4224338 h 4224338"/>
              <a:gd name="connsiteX5" fmla="*/ 0 w 2147760"/>
              <a:gd name="connsiteY5" fmla="*/ 4079082 h 4224338"/>
              <a:gd name="connsiteX6" fmla="*/ 2381 w 2147760"/>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057400 w 2109788"/>
              <a:gd name="connsiteY1" fmla="*/ 0 h 4224338"/>
              <a:gd name="connsiteX2" fmla="*/ 2109787 w 2109788"/>
              <a:gd name="connsiteY2" fmla="*/ 0 h 4224338"/>
              <a:gd name="connsiteX3" fmla="*/ 2109788 w 2109788"/>
              <a:gd name="connsiteY3" fmla="*/ 4088607 h 4224338"/>
              <a:gd name="connsiteX4" fmla="*/ 1974057 w 2109788"/>
              <a:gd name="connsiteY4" fmla="*/ 4224338 h 4224338"/>
              <a:gd name="connsiteX5" fmla="*/ 109537 w 2109788"/>
              <a:gd name="connsiteY5" fmla="*/ 4224338 h 4224338"/>
              <a:gd name="connsiteX6" fmla="*/ 0 w 2109788"/>
              <a:gd name="connsiteY6" fmla="*/ 4079082 h 4224338"/>
              <a:gd name="connsiteX7" fmla="*/ 2381 w 2109788"/>
              <a:gd name="connsiteY7" fmla="*/ 0 h 4224338"/>
              <a:gd name="connsiteX0" fmla="*/ 2381 w 2119841"/>
              <a:gd name="connsiteY0" fmla="*/ 246407 h 4470745"/>
              <a:gd name="connsiteX1" fmla="*/ 2057400 w 2119841"/>
              <a:gd name="connsiteY1" fmla="*/ 246407 h 4470745"/>
              <a:gd name="connsiteX2" fmla="*/ 2109787 w 2119841"/>
              <a:gd name="connsiteY2" fmla="*/ 246407 h 4470745"/>
              <a:gd name="connsiteX3" fmla="*/ 2109787 w 2119841"/>
              <a:gd name="connsiteY3" fmla="*/ 320226 h 4470745"/>
              <a:gd name="connsiteX4" fmla="*/ 2109788 w 2119841"/>
              <a:gd name="connsiteY4" fmla="*/ 4335014 h 4470745"/>
              <a:gd name="connsiteX5" fmla="*/ 1974057 w 2119841"/>
              <a:gd name="connsiteY5" fmla="*/ 4470745 h 4470745"/>
              <a:gd name="connsiteX6" fmla="*/ 109537 w 2119841"/>
              <a:gd name="connsiteY6" fmla="*/ 4470745 h 4470745"/>
              <a:gd name="connsiteX7" fmla="*/ 0 w 2119841"/>
              <a:gd name="connsiteY7" fmla="*/ 4325489 h 4470745"/>
              <a:gd name="connsiteX8" fmla="*/ 2381 w 2119841"/>
              <a:gd name="connsiteY8" fmla="*/ 246407 h 4470745"/>
              <a:gd name="connsiteX0" fmla="*/ 2381 w 2119841"/>
              <a:gd name="connsiteY0" fmla="*/ 0 h 4224338"/>
              <a:gd name="connsiteX1" fmla="*/ 2057400 w 2119841"/>
              <a:gd name="connsiteY1" fmla="*/ 0 h 4224338"/>
              <a:gd name="connsiteX2" fmla="*/ 2109787 w 2119841"/>
              <a:gd name="connsiteY2" fmla="*/ 73819 h 4224338"/>
              <a:gd name="connsiteX3" fmla="*/ 2109788 w 2119841"/>
              <a:gd name="connsiteY3" fmla="*/ 4088607 h 4224338"/>
              <a:gd name="connsiteX4" fmla="*/ 1974057 w 2119841"/>
              <a:gd name="connsiteY4" fmla="*/ 4224338 h 4224338"/>
              <a:gd name="connsiteX5" fmla="*/ 109537 w 2119841"/>
              <a:gd name="connsiteY5" fmla="*/ 4224338 h 4224338"/>
              <a:gd name="connsiteX6" fmla="*/ 0 w 2119841"/>
              <a:gd name="connsiteY6" fmla="*/ 4079082 h 4224338"/>
              <a:gd name="connsiteX7" fmla="*/ 2381 w 2119841"/>
              <a:gd name="connsiteY7" fmla="*/ 0 h 4224338"/>
              <a:gd name="connsiteX0" fmla="*/ 2381 w 2119841"/>
              <a:gd name="connsiteY0" fmla="*/ 0 h 4224338"/>
              <a:gd name="connsiteX1" fmla="*/ 54769 w 2119841"/>
              <a:gd name="connsiteY1" fmla="*/ 0 h 4224338"/>
              <a:gd name="connsiteX2" fmla="*/ 2057400 w 2119841"/>
              <a:gd name="connsiteY2" fmla="*/ 0 h 4224338"/>
              <a:gd name="connsiteX3" fmla="*/ 2109787 w 2119841"/>
              <a:gd name="connsiteY3" fmla="*/ 73819 h 4224338"/>
              <a:gd name="connsiteX4" fmla="*/ 2109788 w 2119841"/>
              <a:gd name="connsiteY4" fmla="*/ 4088607 h 4224338"/>
              <a:gd name="connsiteX5" fmla="*/ 1974057 w 2119841"/>
              <a:gd name="connsiteY5" fmla="*/ 4224338 h 4224338"/>
              <a:gd name="connsiteX6" fmla="*/ 109537 w 2119841"/>
              <a:gd name="connsiteY6" fmla="*/ 4224338 h 4224338"/>
              <a:gd name="connsiteX7" fmla="*/ 0 w 2119841"/>
              <a:gd name="connsiteY7" fmla="*/ 4079082 h 4224338"/>
              <a:gd name="connsiteX8" fmla="*/ 2381 w 2119841"/>
              <a:gd name="connsiteY8" fmla="*/ 0 h 4224338"/>
              <a:gd name="connsiteX0" fmla="*/ 9822 w 2127282"/>
              <a:gd name="connsiteY0" fmla="*/ 243917 h 4468255"/>
              <a:gd name="connsiteX1" fmla="*/ 62210 w 2127282"/>
              <a:gd name="connsiteY1" fmla="*/ 243917 h 4468255"/>
              <a:gd name="connsiteX2" fmla="*/ 2064841 w 2127282"/>
              <a:gd name="connsiteY2" fmla="*/ 243917 h 4468255"/>
              <a:gd name="connsiteX3" fmla="*/ 2117228 w 2127282"/>
              <a:gd name="connsiteY3" fmla="*/ 317736 h 4468255"/>
              <a:gd name="connsiteX4" fmla="*/ 2117229 w 2127282"/>
              <a:gd name="connsiteY4" fmla="*/ 4332524 h 4468255"/>
              <a:gd name="connsiteX5" fmla="*/ 1981498 w 2127282"/>
              <a:gd name="connsiteY5" fmla="*/ 4468255 h 4468255"/>
              <a:gd name="connsiteX6" fmla="*/ 116978 w 2127282"/>
              <a:gd name="connsiteY6" fmla="*/ 4468255 h 4468255"/>
              <a:gd name="connsiteX7" fmla="*/ 7441 w 2127282"/>
              <a:gd name="connsiteY7" fmla="*/ 4322999 h 4468255"/>
              <a:gd name="connsiteX8" fmla="*/ 9822 w 2127282"/>
              <a:gd name="connsiteY8" fmla="*/ 320117 h 4468255"/>
              <a:gd name="connsiteX9" fmla="*/ 9822 w 2127282"/>
              <a:gd name="connsiteY9" fmla="*/ 243917 h 4468255"/>
              <a:gd name="connsiteX0" fmla="*/ 112365 w 2229825"/>
              <a:gd name="connsiteY0" fmla="*/ 320117 h 4468255"/>
              <a:gd name="connsiteX1" fmla="*/ 164753 w 2229825"/>
              <a:gd name="connsiteY1" fmla="*/ 243917 h 4468255"/>
              <a:gd name="connsiteX2" fmla="*/ 2167384 w 2229825"/>
              <a:gd name="connsiteY2" fmla="*/ 243917 h 4468255"/>
              <a:gd name="connsiteX3" fmla="*/ 2219771 w 2229825"/>
              <a:gd name="connsiteY3" fmla="*/ 317736 h 4468255"/>
              <a:gd name="connsiteX4" fmla="*/ 2219772 w 2229825"/>
              <a:gd name="connsiteY4" fmla="*/ 4332524 h 4468255"/>
              <a:gd name="connsiteX5" fmla="*/ 2084041 w 2229825"/>
              <a:gd name="connsiteY5" fmla="*/ 4468255 h 4468255"/>
              <a:gd name="connsiteX6" fmla="*/ 219521 w 2229825"/>
              <a:gd name="connsiteY6" fmla="*/ 4468255 h 4468255"/>
              <a:gd name="connsiteX7" fmla="*/ 109984 w 2229825"/>
              <a:gd name="connsiteY7" fmla="*/ 4322999 h 4468255"/>
              <a:gd name="connsiteX8" fmla="*/ 112365 w 2229825"/>
              <a:gd name="connsiteY8" fmla="*/ 320117 h 4468255"/>
              <a:gd name="connsiteX0" fmla="*/ 11893 w 2129353"/>
              <a:gd name="connsiteY0" fmla="*/ 313209 h 4461347"/>
              <a:gd name="connsiteX1" fmla="*/ 64281 w 2129353"/>
              <a:gd name="connsiteY1" fmla="*/ 237009 h 4461347"/>
              <a:gd name="connsiteX2" fmla="*/ 2066912 w 2129353"/>
              <a:gd name="connsiteY2" fmla="*/ 237009 h 4461347"/>
              <a:gd name="connsiteX3" fmla="*/ 2119299 w 2129353"/>
              <a:gd name="connsiteY3" fmla="*/ 310828 h 4461347"/>
              <a:gd name="connsiteX4" fmla="*/ 2119300 w 2129353"/>
              <a:gd name="connsiteY4" fmla="*/ 4325616 h 4461347"/>
              <a:gd name="connsiteX5" fmla="*/ 1983569 w 2129353"/>
              <a:gd name="connsiteY5" fmla="*/ 4461347 h 4461347"/>
              <a:gd name="connsiteX6" fmla="*/ 119049 w 2129353"/>
              <a:gd name="connsiteY6" fmla="*/ 4461347 h 4461347"/>
              <a:gd name="connsiteX7" fmla="*/ 9512 w 2129353"/>
              <a:gd name="connsiteY7" fmla="*/ 4316091 h 4461347"/>
              <a:gd name="connsiteX8" fmla="*/ 11893 w 2129353"/>
              <a:gd name="connsiteY8" fmla="*/ 313209 h 4461347"/>
              <a:gd name="connsiteX0" fmla="*/ 11893 w 2129353"/>
              <a:gd name="connsiteY0" fmla="*/ 76200 h 4224338"/>
              <a:gd name="connsiteX1" fmla="*/ 64281 w 2129353"/>
              <a:gd name="connsiteY1" fmla="*/ 0 h 4224338"/>
              <a:gd name="connsiteX2" fmla="*/ 2066912 w 2129353"/>
              <a:gd name="connsiteY2" fmla="*/ 0 h 4224338"/>
              <a:gd name="connsiteX3" fmla="*/ 2119299 w 2129353"/>
              <a:gd name="connsiteY3" fmla="*/ 73819 h 4224338"/>
              <a:gd name="connsiteX4" fmla="*/ 2119300 w 2129353"/>
              <a:gd name="connsiteY4" fmla="*/ 4088607 h 4224338"/>
              <a:gd name="connsiteX5" fmla="*/ 1983569 w 2129353"/>
              <a:gd name="connsiteY5" fmla="*/ 4224338 h 4224338"/>
              <a:gd name="connsiteX6" fmla="*/ 119049 w 2129353"/>
              <a:gd name="connsiteY6" fmla="*/ 4224338 h 4224338"/>
              <a:gd name="connsiteX7" fmla="*/ 9512 w 2129353"/>
              <a:gd name="connsiteY7" fmla="*/ 4079082 h 4224338"/>
              <a:gd name="connsiteX8" fmla="*/ 11893 w 2129353"/>
              <a:gd name="connsiteY8" fmla="*/ 76200 h 422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9353" h="4224338">
                <a:moveTo>
                  <a:pt x="11893" y="76200"/>
                </a:moveTo>
                <a:cubicBezTo>
                  <a:pt x="44834" y="13096"/>
                  <a:pt x="33722" y="41275"/>
                  <a:pt x="64281" y="0"/>
                </a:cubicBezTo>
                <a:lnTo>
                  <a:pt x="2066912" y="0"/>
                </a:lnTo>
                <a:lnTo>
                  <a:pt x="2119299" y="73819"/>
                </a:lnTo>
                <a:cubicBezTo>
                  <a:pt x="2119299" y="755253"/>
                  <a:pt x="2141922" y="3396854"/>
                  <a:pt x="2119300" y="4088607"/>
                </a:cubicBezTo>
                <a:cubicBezTo>
                  <a:pt x="2075247" y="4156869"/>
                  <a:pt x="2114538" y="4196954"/>
                  <a:pt x="1983569" y="4224338"/>
                </a:cubicBezTo>
                <a:lnTo>
                  <a:pt x="119049" y="4224338"/>
                </a:lnTo>
                <a:lnTo>
                  <a:pt x="9512" y="4079082"/>
                </a:lnTo>
                <a:cubicBezTo>
                  <a:pt x="-8347" y="3387726"/>
                  <a:pt x="2765" y="756047"/>
                  <a:pt x="11893" y="76200"/>
                </a:cubicBezTo>
                <a:close/>
              </a:path>
            </a:pathLst>
          </a:custGeom>
          <a:solidFill>
            <a:srgbClr val="0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pic>
        <p:nvPicPr>
          <p:cNvPr id="15" name="Cell" descr="A screen shot of a computer&#10;&#10;Description automatically generated">
            <a:extLst>
              <a:ext uri="{FF2B5EF4-FFF2-40B4-BE49-F238E27FC236}">
                <a16:creationId xmlns:a16="http://schemas.microsoft.com/office/drawing/2014/main" id="{065332B3-DC48-47C4-906B-E8A7F3EA4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58177" y="1201783"/>
            <a:ext cx="2175108" cy="4564665"/>
          </a:xfrm>
          <a:prstGeom prst="rect">
            <a:avLst/>
          </a:prstGeom>
        </p:spPr>
      </p:pic>
      <p:sp>
        <p:nvSpPr>
          <p:cNvPr id="16" name="Picture Placeholder 17">
            <a:extLst>
              <a:ext uri="{FF2B5EF4-FFF2-40B4-BE49-F238E27FC236}">
                <a16:creationId xmlns:a16="http://schemas.microsoft.com/office/drawing/2014/main" id="{0E03DCA2-0BD0-4B60-A3B3-F1E9C76EE5DE}"/>
              </a:ext>
            </a:extLst>
          </p:cNvPr>
          <p:cNvSpPr>
            <a:spLocks noGrp="1" noChangeAspect="1"/>
          </p:cNvSpPr>
          <p:nvPr>
            <p:ph type="pic" sz="quarter" idx="15" hasCustomPrompt="1"/>
          </p:nvPr>
        </p:nvSpPr>
        <p:spPr>
          <a:xfrm>
            <a:off x="9202634" y="1429475"/>
            <a:ext cx="2082800" cy="4168775"/>
          </a:xfrm>
          <a:prstGeom prst="roundRect">
            <a:avLst>
              <a:gd name="adj" fmla="val 7326"/>
            </a:avLst>
          </a:prstGeom>
          <a:solidFill>
            <a:srgbClr val="E6E6E6"/>
          </a:solidFill>
        </p:spPr>
        <p:txBody>
          <a:bodyPr tIns="457200">
            <a:normAutofit/>
          </a:bodyPr>
          <a:lstStyle>
            <a:lvl1pPr marL="0" indent="0" algn="ctr">
              <a:buNone/>
              <a:defRPr sz="16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t>Click icon or drag and drop to add picture</a:t>
            </a:r>
          </a:p>
        </p:txBody>
      </p:sp>
      <p:sp>
        <p:nvSpPr>
          <p:cNvPr id="18" name="Rectangle 9">
            <a:extLst>
              <a:ext uri="{FF2B5EF4-FFF2-40B4-BE49-F238E27FC236}">
                <a16:creationId xmlns:a16="http://schemas.microsoft.com/office/drawing/2014/main" id="{CDAECE92-6D16-4A23-9C2D-1F90B36BF95F}"/>
              </a:ext>
            </a:extLst>
          </p:cNvPr>
          <p:cNvSpPr/>
          <p:nvPr/>
        </p:nvSpPr>
        <p:spPr>
          <a:xfrm>
            <a:off x="6530090" y="1406651"/>
            <a:ext cx="2129353" cy="4224338"/>
          </a:xfrm>
          <a:custGeom>
            <a:avLst/>
            <a:gdLst>
              <a:gd name="connsiteX0" fmla="*/ 0 w 2107406"/>
              <a:gd name="connsiteY0" fmla="*/ 0 h 4226719"/>
              <a:gd name="connsiteX1" fmla="*/ 2107406 w 2107406"/>
              <a:gd name="connsiteY1" fmla="*/ 0 h 4226719"/>
              <a:gd name="connsiteX2" fmla="*/ 2107406 w 2107406"/>
              <a:gd name="connsiteY2" fmla="*/ 4226719 h 4226719"/>
              <a:gd name="connsiteX3" fmla="*/ 0 w 2107406"/>
              <a:gd name="connsiteY3" fmla="*/ 4226719 h 4226719"/>
              <a:gd name="connsiteX4" fmla="*/ 0 w 2107406"/>
              <a:gd name="connsiteY4" fmla="*/ 0 h 4226719"/>
              <a:gd name="connsiteX0" fmla="*/ 0 w 2107406"/>
              <a:gd name="connsiteY0" fmla="*/ 0 h 4226719"/>
              <a:gd name="connsiteX1" fmla="*/ 2107406 w 2107406"/>
              <a:gd name="connsiteY1" fmla="*/ 0 h 4226719"/>
              <a:gd name="connsiteX2" fmla="*/ 2107406 w 2107406"/>
              <a:gd name="connsiteY2" fmla="*/ 4226719 h 4226719"/>
              <a:gd name="connsiteX3" fmla="*/ 107156 w 2107406"/>
              <a:gd name="connsiteY3" fmla="*/ 4224338 h 4226719"/>
              <a:gd name="connsiteX4" fmla="*/ 0 w 2107406"/>
              <a:gd name="connsiteY4" fmla="*/ 4226719 h 4226719"/>
              <a:gd name="connsiteX5" fmla="*/ 0 w 2107406"/>
              <a:gd name="connsiteY5"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09537 w 2109787"/>
              <a:gd name="connsiteY3" fmla="*/ 4224338 h 4226719"/>
              <a:gd name="connsiteX4" fmla="*/ 2381 w 2109787"/>
              <a:gd name="connsiteY4" fmla="*/ 4226719 h 4226719"/>
              <a:gd name="connsiteX5" fmla="*/ 0 w 2109787"/>
              <a:gd name="connsiteY5" fmla="*/ 4079082 h 4226719"/>
              <a:gd name="connsiteX6" fmla="*/ 2381 w 2109787"/>
              <a:gd name="connsiteY6"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09537 w 2109787"/>
              <a:gd name="connsiteY3" fmla="*/ 4224338 h 4226719"/>
              <a:gd name="connsiteX4" fmla="*/ 0 w 2109787"/>
              <a:gd name="connsiteY4" fmla="*/ 4079082 h 4226719"/>
              <a:gd name="connsiteX5" fmla="*/ 2381 w 2109787"/>
              <a:gd name="connsiteY5"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974057 w 2109787"/>
              <a:gd name="connsiteY3" fmla="*/ 4224338 h 4226719"/>
              <a:gd name="connsiteX4" fmla="*/ 109537 w 2109787"/>
              <a:gd name="connsiteY4" fmla="*/ 4224338 h 4226719"/>
              <a:gd name="connsiteX5" fmla="*/ 0 w 2109787"/>
              <a:gd name="connsiteY5" fmla="*/ 4079082 h 4226719"/>
              <a:gd name="connsiteX6" fmla="*/ 2381 w 2109787"/>
              <a:gd name="connsiteY6" fmla="*/ 0 h 4226719"/>
              <a:gd name="connsiteX0" fmla="*/ 2381 w 2109788"/>
              <a:gd name="connsiteY0" fmla="*/ 0 h 4226719"/>
              <a:gd name="connsiteX1" fmla="*/ 2109787 w 2109788"/>
              <a:gd name="connsiteY1" fmla="*/ 0 h 4226719"/>
              <a:gd name="connsiteX2" fmla="*/ 2109788 w 2109788"/>
              <a:gd name="connsiteY2" fmla="*/ 4088607 h 4226719"/>
              <a:gd name="connsiteX3" fmla="*/ 2109787 w 2109788"/>
              <a:gd name="connsiteY3" fmla="*/ 4226719 h 4226719"/>
              <a:gd name="connsiteX4" fmla="*/ 1974057 w 2109788"/>
              <a:gd name="connsiteY4" fmla="*/ 4224338 h 4226719"/>
              <a:gd name="connsiteX5" fmla="*/ 109537 w 2109788"/>
              <a:gd name="connsiteY5" fmla="*/ 4224338 h 4226719"/>
              <a:gd name="connsiteX6" fmla="*/ 0 w 2109788"/>
              <a:gd name="connsiteY6" fmla="*/ 4079082 h 4226719"/>
              <a:gd name="connsiteX7" fmla="*/ 2381 w 2109788"/>
              <a:gd name="connsiteY7" fmla="*/ 0 h 4226719"/>
              <a:gd name="connsiteX0" fmla="*/ 2381 w 2160409"/>
              <a:gd name="connsiteY0" fmla="*/ 0 h 4434989"/>
              <a:gd name="connsiteX1" fmla="*/ 2109787 w 2160409"/>
              <a:gd name="connsiteY1" fmla="*/ 0 h 4434989"/>
              <a:gd name="connsiteX2" fmla="*/ 2109788 w 2160409"/>
              <a:gd name="connsiteY2" fmla="*/ 4088607 h 4434989"/>
              <a:gd name="connsiteX3" fmla="*/ 1974057 w 2160409"/>
              <a:gd name="connsiteY3" fmla="*/ 4224338 h 4434989"/>
              <a:gd name="connsiteX4" fmla="*/ 109537 w 2160409"/>
              <a:gd name="connsiteY4" fmla="*/ 4224338 h 4434989"/>
              <a:gd name="connsiteX5" fmla="*/ 0 w 2160409"/>
              <a:gd name="connsiteY5" fmla="*/ 4079082 h 4434989"/>
              <a:gd name="connsiteX6" fmla="*/ 2381 w 2160409"/>
              <a:gd name="connsiteY6" fmla="*/ 0 h 4434989"/>
              <a:gd name="connsiteX0" fmla="*/ 2381 w 2147760"/>
              <a:gd name="connsiteY0" fmla="*/ 0 h 4224338"/>
              <a:gd name="connsiteX1" fmla="*/ 2109787 w 2147760"/>
              <a:gd name="connsiteY1" fmla="*/ 0 h 4224338"/>
              <a:gd name="connsiteX2" fmla="*/ 2109788 w 2147760"/>
              <a:gd name="connsiteY2" fmla="*/ 4088607 h 4224338"/>
              <a:gd name="connsiteX3" fmla="*/ 1974057 w 2147760"/>
              <a:gd name="connsiteY3" fmla="*/ 4224338 h 4224338"/>
              <a:gd name="connsiteX4" fmla="*/ 109537 w 2147760"/>
              <a:gd name="connsiteY4" fmla="*/ 4224338 h 4224338"/>
              <a:gd name="connsiteX5" fmla="*/ 0 w 2147760"/>
              <a:gd name="connsiteY5" fmla="*/ 4079082 h 4224338"/>
              <a:gd name="connsiteX6" fmla="*/ 2381 w 2147760"/>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057400 w 2109788"/>
              <a:gd name="connsiteY1" fmla="*/ 0 h 4224338"/>
              <a:gd name="connsiteX2" fmla="*/ 2109787 w 2109788"/>
              <a:gd name="connsiteY2" fmla="*/ 0 h 4224338"/>
              <a:gd name="connsiteX3" fmla="*/ 2109788 w 2109788"/>
              <a:gd name="connsiteY3" fmla="*/ 4088607 h 4224338"/>
              <a:gd name="connsiteX4" fmla="*/ 1974057 w 2109788"/>
              <a:gd name="connsiteY4" fmla="*/ 4224338 h 4224338"/>
              <a:gd name="connsiteX5" fmla="*/ 109537 w 2109788"/>
              <a:gd name="connsiteY5" fmla="*/ 4224338 h 4224338"/>
              <a:gd name="connsiteX6" fmla="*/ 0 w 2109788"/>
              <a:gd name="connsiteY6" fmla="*/ 4079082 h 4224338"/>
              <a:gd name="connsiteX7" fmla="*/ 2381 w 2109788"/>
              <a:gd name="connsiteY7" fmla="*/ 0 h 4224338"/>
              <a:gd name="connsiteX0" fmla="*/ 2381 w 2119841"/>
              <a:gd name="connsiteY0" fmla="*/ 246407 h 4470745"/>
              <a:gd name="connsiteX1" fmla="*/ 2057400 w 2119841"/>
              <a:gd name="connsiteY1" fmla="*/ 246407 h 4470745"/>
              <a:gd name="connsiteX2" fmla="*/ 2109787 w 2119841"/>
              <a:gd name="connsiteY2" fmla="*/ 246407 h 4470745"/>
              <a:gd name="connsiteX3" fmla="*/ 2109787 w 2119841"/>
              <a:gd name="connsiteY3" fmla="*/ 320226 h 4470745"/>
              <a:gd name="connsiteX4" fmla="*/ 2109788 w 2119841"/>
              <a:gd name="connsiteY4" fmla="*/ 4335014 h 4470745"/>
              <a:gd name="connsiteX5" fmla="*/ 1974057 w 2119841"/>
              <a:gd name="connsiteY5" fmla="*/ 4470745 h 4470745"/>
              <a:gd name="connsiteX6" fmla="*/ 109537 w 2119841"/>
              <a:gd name="connsiteY6" fmla="*/ 4470745 h 4470745"/>
              <a:gd name="connsiteX7" fmla="*/ 0 w 2119841"/>
              <a:gd name="connsiteY7" fmla="*/ 4325489 h 4470745"/>
              <a:gd name="connsiteX8" fmla="*/ 2381 w 2119841"/>
              <a:gd name="connsiteY8" fmla="*/ 246407 h 4470745"/>
              <a:gd name="connsiteX0" fmla="*/ 2381 w 2119841"/>
              <a:gd name="connsiteY0" fmla="*/ 0 h 4224338"/>
              <a:gd name="connsiteX1" fmla="*/ 2057400 w 2119841"/>
              <a:gd name="connsiteY1" fmla="*/ 0 h 4224338"/>
              <a:gd name="connsiteX2" fmla="*/ 2109787 w 2119841"/>
              <a:gd name="connsiteY2" fmla="*/ 73819 h 4224338"/>
              <a:gd name="connsiteX3" fmla="*/ 2109788 w 2119841"/>
              <a:gd name="connsiteY3" fmla="*/ 4088607 h 4224338"/>
              <a:gd name="connsiteX4" fmla="*/ 1974057 w 2119841"/>
              <a:gd name="connsiteY4" fmla="*/ 4224338 h 4224338"/>
              <a:gd name="connsiteX5" fmla="*/ 109537 w 2119841"/>
              <a:gd name="connsiteY5" fmla="*/ 4224338 h 4224338"/>
              <a:gd name="connsiteX6" fmla="*/ 0 w 2119841"/>
              <a:gd name="connsiteY6" fmla="*/ 4079082 h 4224338"/>
              <a:gd name="connsiteX7" fmla="*/ 2381 w 2119841"/>
              <a:gd name="connsiteY7" fmla="*/ 0 h 4224338"/>
              <a:gd name="connsiteX0" fmla="*/ 2381 w 2119841"/>
              <a:gd name="connsiteY0" fmla="*/ 0 h 4224338"/>
              <a:gd name="connsiteX1" fmla="*/ 54769 w 2119841"/>
              <a:gd name="connsiteY1" fmla="*/ 0 h 4224338"/>
              <a:gd name="connsiteX2" fmla="*/ 2057400 w 2119841"/>
              <a:gd name="connsiteY2" fmla="*/ 0 h 4224338"/>
              <a:gd name="connsiteX3" fmla="*/ 2109787 w 2119841"/>
              <a:gd name="connsiteY3" fmla="*/ 73819 h 4224338"/>
              <a:gd name="connsiteX4" fmla="*/ 2109788 w 2119841"/>
              <a:gd name="connsiteY4" fmla="*/ 4088607 h 4224338"/>
              <a:gd name="connsiteX5" fmla="*/ 1974057 w 2119841"/>
              <a:gd name="connsiteY5" fmla="*/ 4224338 h 4224338"/>
              <a:gd name="connsiteX6" fmla="*/ 109537 w 2119841"/>
              <a:gd name="connsiteY6" fmla="*/ 4224338 h 4224338"/>
              <a:gd name="connsiteX7" fmla="*/ 0 w 2119841"/>
              <a:gd name="connsiteY7" fmla="*/ 4079082 h 4224338"/>
              <a:gd name="connsiteX8" fmla="*/ 2381 w 2119841"/>
              <a:gd name="connsiteY8" fmla="*/ 0 h 4224338"/>
              <a:gd name="connsiteX0" fmla="*/ 9822 w 2127282"/>
              <a:gd name="connsiteY0" fmla="*/ 243917 h 4468255"/>
              <a:gd name="connsiteX1" fmla="*/ 62210 w 2127282"/>
              <a:gd name="connsiteY1" fmla="*/ 243917 h 4468255"/>
              <a:gd name="connsiteX2" fmla="*/ 2064841 w 2127282"/>
              <a:gd name="connsiteY2" fmla="*/ 243917 h 4468255"/>
              <a:gd name="connsiteX3" fmla="*/ 2117228 w 2127282"/>
              <a:gd name="connsiteY3" fmla="*/ 317736 h 4468255"/>
              <a:gd name="connsiteX4" fmla="*/ 2117229 w 2127282"/>
              <a:gd name="connsiteY4" fmla="*/ 4332524 h 4468255"/>
              <a:gd name="connsiteX5" fmla="*/ 1981498 w 2127282"/>
              <a:gd name="connsiteY5" fmla="*/ 4468255 h 4468255"/>
              <a:gd name="connsiteX6" fmla="*/ 116978 w 2127282"/>
              <a:gd name="connsiteY6" fmla="*/ 4468255 h 4468255"/>
              <a:gd name="connsiteX7" fmla="*/ 7441 w 2127282"/>
              <a:gd name="connsiteY7" fmla="*/ 4322999 h 4468255"/>
              <a:gd name="connsiteX8" fmla="*/ 9822 w 2127282"/>
              <a:gd name="connsiteY8" fmla="*/ 320117 h 4468255"/>
              <a:gd name="connsiteX9" fmla="*/ 9822 w 2127282"/>
              <a:gd name="connsiteY9" fmla="*/ 243917 h 4468255"/>
              <a:gd name="connsiteX0" fmla="*/ 112365 w 2229825"/>
              <a:gd name="connsiteY0" fmla="*/ 320117 h 4468255"/>
              <a:gd name="connsiteX1" fmla="*/ 164753 w 2229825"/>
              <a:gd name="connsiteY1" fmla="*/ 243917 h 4468255"/>
              <a:gd name="connsiteX2" fmla="*/ 2167384 w 2229825"/>
              <a:gd name="connsiteY2" fmla="*/ 243917 h 4468255"/>
              <a:gd name="connsiteX3" fmla="*/ 2219771 w 2229825"/>
              <a:gd name="connsiteY3" fmla="*/ 317736 h 4468255"/>
              <a:gd name="connsiteX4" fmla="*/ 2219772 w 2229825"/>
              <a:gd name="connsiteY4" fmla="*/ 4332524 h 4468255"/>
              <a:gd name="connsiteX5" fmla="*/ 2084041 w 2229825"/>
              <a:gd name="connsiteY5" fmla="*/ 4468255 h 4468255"/>
              <a:gd name="connsiteX6" fmla="*/ 219521 w 2229825"/>
              <a:gd name="connsiteY6" fmla="*/ 4468255 h 4468255"/>
              <a:gd name="connsiteX7" fmla="*/ 109984 w 2229825"/>
              <a:gd name="connsiteY7" fmla="*/ 4322999 h 4468255"/>
              <a:gd name="connsiteX8" fmla="*/ 112365 w 2229825"/>
              <a:gd name="connsiteY8" fmla="*/ 320117 h 4468255"/>
              <a:gd name="connsiteX0" fmla="*/ 11893 w 2129353"/>
              <a:gd name="connsiteY0" fmla="*/ 313209 h 4461347"/>
              <a:gd name="connsiteX1" fmla="*/ 64281 w 2129353"/>
              <a:gd name="connsiteY1" fmla="*/ 237009 h 4461347"/>
              <a:gd name="connsiteX2" fmla="*/ 2066912 w 2129353"/>
              <a:gd name="connsiteY2" fmla="*/ 237009 h 4461347"/>
              <a:gd name="connsiteX3" fmla="*/ 2119299 w 2129353"/>
              <a:gd name="connsiteY3" fmla="*/ 310828 h 4461347"/>
              <a:gd name="connsiteX4" fmla="*/ 2119300 w 2129353"/>
              <a:gd name="connsiteY4" fmla="*/ 4325616 h 4461347"/>
              <a:gd name="connsiteX5" fmla="*/ 1983569 w 2129353"/>
              <a:gd name="connsiteY5" fmla="*/ 4461347 h 4461347"/>
              <a:gd name="connsiteX6" fmla="*/ 119049 w 2129353"/>
              <a:gd name="connsiteY6" fmla="*/ 4461347 h 4461347"/>
              <a:gd name="connsiteX7" fmla="*/ 9512 w 2129353"/>
              <a:gd name="connsiteY7" fmla="*/ 4316091 h 4461347"/>
              <a:gd name="connsiteX8" fmla="*/ 11893 w 2129353"/>
              <a:gd name="connsiteY8" fmla="*/ 313209 h 4461347"/>
              <a:gd name="connsiteX0" fmla="*/ 11893 w 2129353"/>
              <a:gd name="connsiteY0" fmla="*/ 76200 h 4224338"/>
              <a:gd name="connsiteX1" fmla="*/ 64281 w 2129353"/>
              <a:gd name="connsiteY1" fmla="*/ 0 h 4224338"/>
              <a:gd name="connsiteX2" fmla="*/ 2066912 w 2129353"/>
              <a:gd name="connsiteY2" fmla="*/ 0 h 4224338"/>
              <a:gd name="connsiteX3" fmla="*/ 2119299 w 2129353"/>
              <a:gd name="connsiteY3" fmla="*/ 73819 h 4224338"/>
              <a:gd name="connsiteX4" fmla="*/ 2119300 w 2129353"/>
              <a:gd name="connsiteY4" fmla="*/ 4088607 h 4224338"/>
              <a:gd name="connsiteX5" fmla="*/ 1983569 w 2129353"/>
              <a:gd name="connsiteY5" fmla="*/ 4224338 h 4224338"/>
              <a:gd name="connsiteX6" fmla="*/ 119049 w 2129353"/>
              <a:gd name="connsiteY6" fmla="*/ 4224338 h 4224338"/>
              <a:gd name="connsiteX7" fmla="*/ 9512 w 2129353"/>
              <a:gd name="connsiteY7" fmla="*/ 4079082 h 4224338"/>
              <a:gd name="connsiteX8" fmla="*/ 11893 w 2129353"/>
              <a:gd name="connsiteY8" fmla="*/ 76200 h 422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9353" h="4224338">
                <a:moveTo>
                  <a:pt x="11893" y="76200"/>
                </a:moveTo>
                <a:cubicBezTo>
                  <a:pt x="44834" y="13096"/>
                  <a:pt x="33722" y="41275"/>
                  <a:pt x="64281" y="0"/>
                </a:cubicBezTo>
                <a:lnTo>
                  <a:pt x="2066912" y="0"/>
                </a:lnTo>
                <a:lnTo>
                  <a:pt x="2119299" y="73819"/>
                </a:lnTo>
                <a:cubicBezTo>
                  <a:pt x="2119299" y="755253"/>
                  <a:pt x="2141922" y="3396854"/>
                  <a:pt x="2119300" y="4088607"/>
                </a:cubicBezTo>
                <a:cubicBezTo>
                  <a:pt x="2075247" y="4156869"/>
                  <a:pt x="2114538" y="4196954"/>
                  <a:pt x="1983569" y="4224338"/>
                </a:cubicBezTo>
                <a:lnTo>
                  <a:pt x="119049" y="4224338"/>
                </a:lnTo>
                <a:lnTo>
                  <a:pt x="9512" y="4079082"/>
                </a:lnTo>
                <a:cubicBezTo>
                  <a:pt x="-8347" y="3387726"/>
                  <a:pt x="2765" y="756047"/>
                  <a:pt x="11893" y="76200"/>
                </a:cubicBezTo>
                <a:close/>
              </a:path>
            </a:pathLst>
          </a:custGeom>
          <a:solidFill>
            <a:srgbClr val="0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pic>
        <p:nvPicPr>
          <p:cNvPr id="19" name="Cell" descr="A screen shot of a computer&#10;&#10;Description automatically generated">
            <a:extLst>
              <a:ext uri="{FF2B5EF4-FFF2-40B4-BE49-F238E27FC236}">
                <a16:creationId xmlns:a16="http://schemas.microsoft.com/office/drawing/2014/main" id="{FBCFAABE-3748-494E-A472-9813F51181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10227" y="1198802"/>
            <a:ext cx="2175108" cy="4564665"/>
          </a:xfrm>
          <a:prstGeom prst="rect">
            <a:avLst/>
          </a:prstGeom>
        </p:spPr>
      </p:pic>
      <p:sp>
        <p:nvSpPr>
          <p:cNvPr id="20" name="Picture Placeholder 17">
            <a:extLst>
              <a:ext uri="{FF2B5EF4-FFF2-40B4-BE49-F238E27FC236}">
                <a16:creationId xmlns:a16="http://schemas.microsoft.com/office/drawing/2014/main" id="{D6A50DEC-7926-4965-947E-1DF27FC85947}"/>
              </a:ext>
            </a:extLst>
          </p:cNvPr>
          <p:cNvSpPr>
            <a:spLocks noGrp="1" noChangeAspect="1"/>
          </p:cNvSpPr>
          <p:nvPr>
            <p:ph type="pic" sz="quarter" idx="16" hasCustomPrompt="1"/>
          </p:nvPr>
        </p:nvSpPr>
        <p:spPr>
          <a:xfrm>
            <a:off x="6554684" y="1426494"/>
            <a:ext cx="2082800" cy="4168775"/>
          </a:xfrm>
          <a:prstGeom prst="roundRect">
            <a:avLst>
              <a:gd name="adj" fmla="val 7326"/>
            </a:avLst>
          </a:prstGeom>
          <a:solidFill>
            <a:srgbClr val="E6E6E6"/>
          </a:solidFill>
        </p:spPr>
        <p:txBody>
          <a:bodyPr tIns="457200">
            <a:normAutofit/>
          </a:bodyPr>
          <a:lstStyle>
            <a:lvl1pPr marL="0" indent="0" algn="ctr">
              <a:buNone/>
              <a:defRPr sz="16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t>Click icon or drag and drop to add picture</a:t>
            </a:r>
          </a:p>
        </p:txBody>
      </p:sp>
      <p:sp>
        <p:nvSpPr>
          <p:cNvPr id="21" name="Text Placeholder 11">
            <a:extLst>
              <a:ext uri="{FF2B5EF4-FFF2-40B4-BE49-F238E27FC236}">
                <a16:creationId xmlns:a16="http://schemas.microsoft.com/office/drawing/2014/main" id="{63FB68FD-E57D-41C8-AC2A-5B22DFBB141E}"/>
              </a:ext>
            </a:extLst>
          </p:cNvPr>
          <p:cNvSpPr>
            <a:spLocks noGrp="1"/>
          </p:cNvSpPr>
          <p:nvPr>
            <p:ph type="body" sz="quarter" idx="13" hasCustomPrompt="1"/>
          </p:nvPr>
        </p:nvSpPr>
        <p:spPr>
          <a:xfrm>
            <a:off x="609600" y="1534353"/>
            <a:ext cx="5486400" cy="352328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t>Click to add text</a:t>
            </a:r>
          </a:p>
          <a:p>
            <a:pPr lvl="1"/>
            <a:r>
              <a:t>Second level</a:t>
            </a:r>
          </a:p>
          <a:p>
            <a:pPr lvl="2"/>
            <a:r>
              <a:t>Third level</a:t>
            </a:r>
          </a:p>
        </p:txBody>
      </p:sp>
    </p:spTree>
    <p:extLst>
      <p:ext uri="{BB962C8B-B14F-4D97-AF65-F5344CB8AC3E}">
        <p14:creationId xmlns:p14="http://schemas.microsoft.com/office/powerpoint/2010/main" val="3006337988"/>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3 Phones">
    <p:spTree>
      <p:nvGrpSpPr>
        <p:cNvPr id="1" name=""/>
        <p:cNvGrpSpPr/>
        <p:nvPr/>
      </p:nvGrpSpPr>
      <p:grpSpPr>
        <a:xfrm>
          <a:off x="0" y="0"/>
          <a:ext cx="0" cy="0"/>
          <a:chOff x="0" y="0"/>
          <a:chExt cx="0" cy="0"/>
        </a:xfrm>
      </p:grpSpPr>
      <p:cxnSp>
        <p:nvCxnSpPr>
          <p:cNvPr id="17" name="Straight Connector 16">
            <a:extLst>
              <a:ext uri="{FF2B5EF4-FFF2-40B4-BE49-F238E27FC236}">
                <a16:creationId xmlns:a16="http://schemas.microsoft.com/office/drawing/2014/main" id="{AC0B7623-A2ED-4283-9017-C59E72BA3B33}"/>
              </a:ext>
            </a:extLst>
          </p:cNvPr>
          <p:cNvCxnSpPr>
            <a:cxnSpLocks/>
          </p:cNvCxnSpPr>
          <p:nvPr/>
        </p:nvCxnSpPr>
        <p:spPr>
          <a:xfrm>
            <a:off x="-9427" y="5783865"/>
            <a:ext cx="12198096" cy="0"/>
          </a:xfrm>
          <a:prstGeom prst="line">
            <a:avLst/>
          </a:prstGeom>
          <a:ln w="88900">
            <a:solidFill>
              <a:srgbClr val="FF6600"/>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8298BD1-8D4F-4888-B426-6820048566D4}"/>
              </a:ext>
            </a:extLst>
          </p:cNvPr>
          <p:cNvSpPr>
            <a:spLocks noGrp="1"/>
          </p:cNvSpPr>
          <p:nvPr>
            <p:ph type="title"/>
          </p:nvPr>
        </p:nvSpPr>
        <p:spPr/>
        <p:txBody>
          <a:bodyPr/>
          <a:lstStyle/>
          <a:p>
            <a:r>
              <a:rPr lang="en-US"/>
              <a:t>Click to edit Master title style</a:t>
            </a:r>
            <a:endParaRPr/>
          </a:p>
        </p:txBody>
      </p:sp>
      <p:sp>
        <p:nvSpPr>
          <p:cNvPr id="14" name="Rectangle 9">
            <a:extLst>
              <a:ext uri="{FF2B5EF4-FFF2-40B4-BE49-F238E27FC236}">
                <a16:creationId xmlns:a16="http://schemas.microsoft.com/office/drawing/2014/main" id="{405A39D6-2354-4483-878A-CDDE68F44FA4}"/>
              </a:ext>
            </a:extLst>
          </p:cNvPr>
          <p:cNvSpPr/>
          <p:nvPr/>
        </p:nvSpPr>
        <p:spPr>
          <a:xfrm>
            <a:off x="5041894" y="1406651"/>
            <a:ext cx="2129353" cy="4224338"/>
          </a:xfrm>
          <a:custGeom>
            <a:avLst/>
            <a:gdLst>
              <a:gd name="connsiteX0" fmla="*/ 0 w 2107406"/>
              <a:gd name="connsiteY0" fmla="*/ 0 h 4226719"/>
              <a:gd name="connsiteX1" fmla="*/ 2107406 w 2107406"/>
              <a:gd name="connsiteY1" fmla="*/ 0 h 4226719"/>
              <a:gd name="connsiteX2" fmla="*/ 2107406 w 2107406"/>
              <a:gd name="connsiteY2" fmla="*/ 4226719 h 4226719"/>
              <a:gd name="connsiteX3" fmla="*/ 0 w 2107406"/>
              <a:gd name="connsiteY3" fmla="*/ 4226719 h 4226719"/>
              <a:gd name="connsiteX4" fmla="*/ 0 w 2107406"/>
              <a:gd name="connsiteY4" fmla="*/ 0 h 4226719"/>
              <a:gd name="connsiteX0" fmla="*/ 0 w 2107406"/>
              <a:gd name="connsiteY0" fmla="*/ 0 h 4226719"/>
              <a:gd name="connsiteX1" fmla="*/ 2107406 w 2107406"/>
              <a:gd name="connsiteY1" fmla="*/ 0 h 4226719"/>
              <a:gd name="connsiteX2" fmla="*/ 2107406 w 2107406"/>
              <a:gd name="connsiteY2" fmla="*/ 4226719 h 4226719"/>
              <a:gd name="connsiteX3" fmla="*/ 107156 w 2107406"/>
              <a:gd name="connsiteY3" fmla="*/ 4224338 h 4226719"/>
              <a:gd name="connsiteX4" fmla="*/ 0 w 2107406"/>
              <a:gd name="connsiteY4" fmla="*/ 4226719 h 4226719"/>
              <a:gd name="connsiteX5" fmla="*/ 0 w 2107406"/>
              <a:gd name="connsiteY5"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09537 w 2109787"/>
              <a:gd name="connsiteY3" fmla="*/ 4224338 h 4226719"/>
              <a:gd name="connsiteX4" fmla="*/ 2381 w 2109787"/>
              <a:gd name="connsiteY4" fmla="*/ 4226719 h 4226719"/>
              <a:gd name="connsiteX5" fmla="*/ 0 w 2109787"/>
              <a:gd name="connsiteY5" fmla="*/ 4079082 h 4226719"/>
              <a:gd name="connsiteX6" fmla="*/ 2381 w 2109787"/>
              <a:gd name="connsiteY6"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09537 w 2109787"/>
              <a:gd name="connsiteY3" fmla="*/ 4224338 h 4226719"/>
              <a:gd name="connsiteX4" fmla="*/ 0 w 2109787"/>
              <a:gd name="connsiteY4" fmla="*/ 4079082 h 4226719"/>
              <a:gd name="connsiteX5" fmla="*/ 2381 w 2109787"/>
              <a:gd name="connsiteY5"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974057 w 2109787"/>
              <a:gd name="connsiteY3" fmla="*/ 4224338 h 4226719"/>
              <a:gd name="connsiteX4" fmla="*/ 109537 w 2109787"/>
              <a:gd name="connsiteY4" fmla="*/ 4224338 h 4226719"/>
              <a:gd name="connsiteX5" fmla="*/ 0 w 2109787"/>
              <a:gd name="connsiteY5" fmla="*/ 4079082 h 4226719"/>
              <a:gd name="connsiteX6" fmla="*/ 2381 w 2109787"/>
              <a:gd name="connsiteY6" fmla="*/ 0 h 4226719"/>
              <a:gd name="connsiteX0" fmla="*/ 2381 w 2109788"/>
              <a:gd name="connsiteY0" fmla="*/ 0 h 4226719"/>
              <a:gd name="connsiteX1" fmla="*/ 2109787 w 2109788"/>
              <a:gd name="connsiteY1" fmla="*/ 0 h 4226719"/>
              <a:gd name="connsiteX2" fmla="*/ 2109788 w 2109788"/>
              <a:gd name="connsiteY2" fmla="*/ 4088607 h 4226719"/>
              <a:gd name="connsiteX3" fmla="*/ 2109787 w 2109788"/>
              <a:gd name="connsiteY3" fmla="*/ 4226719 h 4226719"/>
              <a:gd name="connsiteX4" fmla="*/ 1974057 w 2109788"/>
              <a:gd name="connsiteY4" fmla="*/ 4224338 h 4226719"/>
              <a:gd name="connsiteX5" fmla="*/ 109537 w 2109788"/>
              <a:gd name="connsiteY5" fmla="*/ 4224338 h 4226719"/>
              <a:gd name="connsiteX6" fmla="*/ 0 w 2109788"/>
              <a:gd name="connsiteY6" fmla="*/ 4079082 h 4226719"/>
              <a:gd name="connsiteX7" fmla="*/ 2381 w 2109788"/>
              <a:gd name="connsiteY7" fmla="*/ 0 h 4226719"/>
              <a:gd name="connsiteX0" fmla="*/ 2381 w 2160409"/>
              <a:gd name="connsiteY0" fmla="*/ 0 h 4434989"/>
              <a:gd name="connsiteX1" fmla="*/ 2109787 w 2160409"/>
              <a:gd name="connsiteY1" fmla="*/ 0 h 4434989"/>
              <a:gd name="connsiteX2" fmla="*/ 2109788 w 2160409"/>
              <a:gd name="connsiteY2" fmla="*/ 4088607 h 4434989"/>
              <a:gd name="connsiteX3" fmla="*/ 1974057 w 2160409"/>
              <a:gd name="connsiteY3" fmla="*/ 4224338 h 4434989"/>
              <a:gd name="connsiteX4" fmla="*/ 109537 w 2160409"/>
              <a:gd name="connsiteY4" fmla="*/ 4224338 h 4434989"/>
              <a:gd name="connsiteX5" fmla="*/ 0 w 2160409"/>
              <a:gd name="connsiteY5" fmla="*/ 4079082 h 4434989"/>
              <a:gd name="connsiteX6" fmla="*/ 2381 w 2160409"/>
              <a:gd name="connsiteY6" fmla="*/ 0 h 4434989"/>
              <a:gd name="connsiteX0" fmla="*/ 2381 w 2147760"/>
              <a:gd name="connsiteY0" fmla="*/ 0 h 4224338"/>
              <a:gd name="connsiteX1" fmla="*/ 2109787 w 2147760"/>
              <a:gd name="connsiteY1" fmla="*/ 0 h 4224338"/>
              <a:gd name="connsiteX2" fmla="*/ 2109788 w 2147760"/>
              <a:gd name="connsiteY2" fmla="*/ 4088607 h 4224338"/>
              <a:gd name="connsiteX3" fmla="*/ 1974057 w 2147760"/>
              <a:gd name="connsiteY3" fmla="*/ 4224338 h 4224338"/>
              <a:gd name="connsiteX4" fmla="*/ 109537 w 2147760"/>
              <a:gd name="connsiteY4" fmla="*/ 4224338 h 4224338"/>
              <a:gd name="connsiteX5" fmla="*/ 0 w 2147760"/>
              <a:gd name="connsiteY5" fmla="*/ 4079082 h 4224338"/>
              <a:gd name="connsiteX6" fmla="*/ 2381 w 2147760"/>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057400 w 2109788"/>
              <a:gd name="connsiteY1" fmla="*/ 0 h 4224338"/>
              <a:gd name="connsiteX2" fmla="*/ 2109787 w 2109788"/>
              <a:gd name="connsiteY2" fmla="*/ 0 h 4224338"/>
              <a:gd name="connsiteX3" fmla="*/ 2109788 w 2109788"/>
              <a:gd name="connsiteY3" fmla="*/ 4088607 h 4224338"/>
              <a:gd name="connsiteX4" fmla="*/ 1974057 w 2109788"/>
              <a:gd name="connsiteY4" fmla="*/ 4224338 h 4224338"/>
              <a:gd name="connsiteX5" fmla="*/ 109537 w 2109788"/>
              <a:gd name="connsiteY5" fmla="*/ 4224338 h 4224338"/>
              <a:gd name="connsiteX6" fmla="*/ 0 w 2109788"/>
              <a:gd name="connsiteY6" fmla="*/ 4079082 h 4224338"/>
              <a:gd name="connsiteX7" fmla="*/ 2381 w 2109788"/>
              <a:gd name="connsiteY7" fmla="*/ 0 h 4224338"/>
              <a:gd name="connsiteX0" fmla="*/ 2381 w 2119841"/>
              <a:gd name="connsiteY0" fmla="*/ 246407 h 4470745"/>
              <a:gd name="connsiteX1" fmla="*/ 2057400 w 2119841"/>
              <a:gd name="connsiteY1" fmla="*/ 246407 h 4470745"/>
              <a:gd name="connsiteX2" fmla="*/ 2109787 w 2119841"/>
              <a:gd name="connsiteY2" fmla="*/ 246407 h 4470745"/>
              <a:gd name="connsiteX3" fmla="*/ 2109787 w 2119841"/>
              <a:gd name="connsiteY3" fmla="*/ 320226 h 4470745"/>
              <a:gd name="connsiteX4" fmla="*/ 2109788 w 2119841"/>
              <a:gd name="connsiteY4" fmla="*/ 4335014 h 4470745"/>
              <a:gd name="connsiteX5" fmla="*/ 1974057 w 2119841"/>
              <a:gd name="connsiteY5" fmla="*/ 4470745 h 4470745"/>
              <a:gd name="connsiteX6" fmla="*/ 109537 w 2119841"/>
              <a:gd name="connsiteY6" fmla="*/ 4470745 h 4470745"/>
              <a:gd name="connsiteX7" fmla="*/ 0 w 2119841"/>
              <a:gd name="connsiteY7" fmla="*/ 4325489 h 4470745"/>
              <a:gd name="connsiteX8" fmla="*/ 2381 w 2119841"/>
              <a:gd name="connsiteY8" fmla="*/ 246407 h 4470745"/>
              <a:gd name="connsiteX0" fmla="*/ 2381 w 2119841"/>
              <a:gd name="connsiteY0" fmla="*/ 0 h 4224338"/>
              <a:gd name="connsiteX1" fmla="*/ 2057400 w 2119841"/>
              <a:gd name="connsiteY1" fmla="*/ 0 h 4224338"/>
              <a:gd name="connsiteX2" fmla="*/ 2109787 w 2119841"/>
              <a:gd name="connsiteY2" fmla="*/ 73819 h 4224338"/>
              <a:gd name="connsiteX3" fmla="*/ 2109788 w 2119841"/>
              <a:gd name="connsiteY3" fmla="*/ 4088607 h 4224338"/>
              <a:gd name="connsiteX4" fmla="*/ 1974057 w 2119841"/>
              <a:gd name="connsiteY4" fmla="*/ 4224338 h 4224338"/>
              <a:gd name="connsiteX5" fmla="*/ 109537 w 2119841"/>
              <a:gd name="connsiteY5" fmla="*/ 4224338 h 4224338"/>
              <a:gd name="connsiteX6" fmla="*/ 0 w 2119841"/>
              <a:gd name="connsiteY6" fmla="*/ 4079082 h 4224338"/>
              <a:gd name="connsiteX7" fmla="*/ 2381 w 2119841"/>
              <a:gd name="connsiteY7" fmla="*/ 0 h 4224338"/>
              <a:gd name="connsiteX0" fmla="*/ 2381 w 2119841"/>
              <a:gd name="connsiteY0" fmla="*/ 0 h 4224338"/>
              <a:gd name="connsiteX1" fmla="*/ 54769 w 2119841"/>
              <a:gd name="connsiteY1" fmla="*/ 0 h 4224338"/>
              <a:gd name="connsiteX2" fmla="*/ 2057400 w 2119841"/>
              <a:gd name="connsiteY2" fmla="*/ 0 h 4224338"/>
              <a:gd name="connsiteX3" fmla="*/ 2109787 w 2119841"/>
              <a:gd name="connsiteY3" fmla="*/ 73819 h 4224338"/>
              <a:gd name="connsiteX4" fmla="*/ 2109788 w 2119841"/>
              <a:gd name="connsiteY4" fmla="*/ 4088607 h 4224338"/>
              <a:gd name="connsiteX5" fmla="*/ 1974057 w 2119841"/>
              <a:gd name="connsiteY5" fmla="*/ 4224338 h 4224338"/>
              <a:gd name="connsiteX6" fmla="*/ 109537 w 2119841"/>
              <a:gd name="connsiteY6" fmla="*/ 4224338 h 4224338"/>
              <a:gd name="connsiteX7" fmla="*/ 0 w 2119841"/>
              <a:gd name="connsiteY7" fmla="*/ 4079082 h 4224338"/>
              <a:gd name="connsiteX8" fmla="*/ 2381 w 2119841"/>
              <a:gd name="connsiteY8" fmla="*/ 0 h 4224338"/>
              <a:gd name="connsiteX0" fmla="*/ 9822 w 2127282"/>
              <a:gd name="connsiteY0" fmla="*/ 243917 h 4468255"/>
              <a:gd name="connsiteX1" fmla="*/ 62210 w 2127282"/>
              <a:gd name="connsiteY1" fmla="*/ 243917 h 4468255"/>
              <a:gd name="connsiteX2" fmla="*/ 2064841 w 2127282"/>
              <a:gd name="connsiteY2" fmla="*/ 243917 h 4468255"/>
              <a:gd name="connsiteX3" fmla="*/ 2117228 w 2127282"/>
              <a:gd name="connsiteY3" fmla="*/ 317736 h 4468255"/>
              <a:gd name="connsiteX4" fmla="*/ 2117229 w 2127282"/>
              <a:gd name="connsiteY4" fmla="*/ 4332524 h 4468255"/>
              <a:gd name="connsiteX5" fmla="*/ 1981498 w 2127282"/>
              <a:gd name="connsiteY5" fmla="*/ 4468255 h 4468255"/>
              <a:gd name="connsiteX6" fmla="*/ 116978 w 2127282"/>
              <a:gd name="connsiteY6" fmla="*/ 4468255 h 4468255"/>
              <a:gd name="connsiteX7" fmla="*/ 7441 w 2127282"/>
              <a:gd name="connsiteY7" fmla="*/ 4322999 h 4468255"/>
              <a:gd name="connsiteX8" fmla="*/ 9822 w 2127282"/>
              <a:gd name="connsiteY8" fmla="*/ 320117 h 4468255"/>
              <a:gd name="connsiteX9" fmla="*/ 9822 w 2127282"/>
              <a:gd name="connsiteY9" fmla="*/ 243917 h 4468255"/>
              <a:gd name="connsiteX0" fmla="*/ 112365 w 2229825"/>
              <a:gd name="connsiteY0" fmla="*/ 320117 h 4468255"/>
              <a:gd name="connsiteX1" fmla="*/ 164753 w 2229825"/>
              <a:gd name="connsiteY1" fmla="*/ 243917 h 4468255"/>
              <a:gd name="connsiteX2" fmla="*/ 2167384 w 2229825"/>
              <a:gd name="connsiteY2" fmla="*/ 243917 h 4468255"/>
              <a:gd name="connsiteX3" fmla="*/ 2219771 w 2229825"/>
              <a:gd name="connsiteY3" fmla="*/ 317736 h 4468255"/>
              <a:gd name="connsiteX4" fmla="*/ 2219772 w 2229825"/>
              <a:gd name="connsiteY4" fmla="*/ 4332524 h 4468255"/>
              <a:gd name="connsiteX5" fmla="*/ 2084041 w 2229825"/>
              <a:gd name="connsiteY5" fmla="*/ 4468255 h 4468255"/>
              <a:gd name="connsiteX6" fmla="*/ 219521 w 2229825"/>
              <a:gd name="connsiteY6" fmla="*/ 4468255 h 4468255"/>
              <a:gd name="connsiteX7" fmla="*/ 109984 w 2229825"/>
              <a:gd name="connsiteY7" fmla="*/ 4322999 h 4468255"/>
              <a:gd name="connsiteX8" fmla="*/ 112365 w 2229825"/>
              <a:gd name="connsiteY8" fmla="*/ 320117 h 4468255"/>
              <a:gd name="connsiteX0" fmla="*/ 11893 w 2129353"/>
              <a:gd name="connsiteY0" fmla="*/ 313209 h 4461347"/>
              <a:gd name="connsiteX1" fmla="*/ 64281 w 2129353"/>
              <a:gd name="connsiteY1" fmla="*/ 237009 h 4461347"/>
              <a:gd name="connsiteX2" fmla="*/ 2066912 w 2129353"/>
              <a:gd name="connsiteY2" fmla="*/ 237009 h 4461347"/>
              <a:gd name="connsiteX3" fmla="*/ 2119299 w 2129353"/>
              <a:gd name="connsiteY3" fmla="*/ 310828 h 4461347"/>
              <a:gd name="connsiteX4" fmla="*/ 2119300 w 2129353"/>
              <a:gd name="connsiteY4" fmla="*/ 4325616 h 4461347"/>
              <a:gd name="connsiteX5" fmla="*/ 1983569 w 2129353"/>
              <a:gd name="connsiteY5" fmla="*/ 4461347 h 4461347"/>
              <a:gd name="connsiteX6" fmla="*/ 119049 w 2129353"/>
              <a:gd name="connsiteY6" fmla="*/ 4461347 h 4461347"/>
              <a:gd name="connsiteX7" fmla="*/ 9512 w 2129353"/>
              <a:gd name="connsiteY7" fmla="*/ 4316091 h 4461347"/>
              <a:gd name="connsiteX8" fmla="*/ 11893 w 2129353"/>
              <a:gd name="connsiteY8" fmla="*/ 313209 h 4461347"/>
              <a:gd name="connsiteX0" fmla="*/ 11893 w 2129353"/>
              <a:gd name="connsiteY0" fmla="*/ 76200 h 4224338"/>
              <a:gd name="connsiteX1" fmla="*/ 64281 w 2129353"/>
              <a:gd name="connsiteY1" fmla="*/ 0 h 4224338"/>
              <a:gd name="connsiteX2" fmla="*/ 2066912 w 2129353"/>
              <a:gd name="connsiteY2" fmla="*/ 0 h 4224338"/>
              <a:gd name="connsiteX3" fmla="*/ 2119299 w 2129353"/>
              <a:gd name="connsiteY3" fmla="*/ 73819 h 4224338"/>
              <a:gd name="connsiteX4" fmla="*/ 2119300 w 2129353"/>
              <a:gd name="connsiteY4" fmla="*/ 4088607 h 4224338"/>
              <a:gd name="connsiteX5" fmla="*/ 1983569 w 2129353"/>
              <a:gd name="connsiteY5" fmla="*/ 4224338 h 4224338"/>
              <a:gd name="connsiteX6" fmla="*/ 119049 w 2129353"/>
              <a:gd name="connsiteY6" fmla="*/ 4224338 h 4224338"/>
              <a:gd name="connsiteX7" fmla="*/ 9512 w 2129353"/>
              <a:gd name="connsiteY7" fmla="*/ 4079082 h 4224338"/>
              <a:gd name="connsiteX8" fmla="*/ 11893 w 2129353"/>
              <a:gd name="connsiteY8" fmla="*/ 76200 h 422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9353" h="4224338">
                <a:moveTo>
                  <a:pt x="11893" y="76200"/>
                </a:moveTo>
                <a:cubicBezTo>
                  <a:pt x="44834" y="13096"/>
                  <a:pt x="33722" y="41275"/>
                  <a:pt x="64281" y="0"/>
                </a:cubicBezTo>
                <a:lnTo>
                  <a:pt x="2066912" y="0"/>
                </a:lnTo>
                <a:lnTo>
                  <a:pt x="2119299" y="73819"/>
                </a:lnTo>
                <a:cubicBezTo>
                  <a:pt x="2119299" y="755253"/>
                  <a:pt x="2141922" y="3396854"/>
                  <a:pt x="2119300" y="4088607"/>
                </a:cubicBezTo>
                <a:cubicBezTo>
                  <a:pt x="2075247" y="4156869"/>
                  <a:pt x="2114538" y="4196954"/>
                  <a:pt x="1983569" y="4224338"/>
                </a:cubicBezTo>
                <a:lnTo>
                  <a:pt x="119049" y="4224338"/>
                </a:lnTo>
                <a:lnTo>
                  <a:pt x="9512" y="4079082"/>
                </a:lnTo>
                <a:cubicBezTo>
                  <a:pt x="-8347" y="3387726"/>
                  <a:pt x="2765" y="756047"/>
                  <a:pt x="11893" y="76200"/>
                </a:cubicBezTo>
                <a:close/>
              </a:path>
            </a:pathLst>
          </a:custGeom>
          <a:solidFill>
            <a:srgbClr val="0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pic>
        <p:nvPicPr>
          <p:cNvPr id="15" name="Cell" descr="A screen shot of a computer&#10;&#10;Description automatically generated">
            <a:extLst>
              <a:ext uri="{FF2B5EF4-FFF2-40B4-BE49-F238E27FC236}">
                <a16:creationId xmlns:a16="http://schemas.microsoft.com/office/drawing/2014/main" id="{065332B3-DC48-47C4-906B-E8A7F3EA4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2031" y="1198802"/>
            <a:ext cx="2175108" cy="4564665"/>
          </a:xfrm>
          <a:prstGeom prst="rect">
            <a:avLst/>
          </a:prstGeom>
        </p:spPr>
      </p:pic>
      <p:sp>
        <p:nvSpPr>
          <p:cNvPr id="16" name="Picture Placeholder 17">
            <a:extLst>
              <a:ext uri="{FF2B5EF4-FFF2-40B4-BE49-F238E27FC236}">
                <a16:creationId xmlns:a16="http://schemas.microsoft.com/office/drawing/2014/main" id="{0E03DCA2-0BD0-4B60-A3B3-F1E9C76EE5DE}"/>
              </a:ext>
            </a:extLst>
          </p:cNvPr>
          <p:cNvSpPr>
            <a:spLocks noGrp="1" noChangeAspect="1"/>
          </p:cNvSpPr>
          <p:nvPr>
            <p:ph type="pic" sz="quarter" idx="15" hasCustomPrompt="1"/>
          </p:nvPr>
        </p:nvSpPr>
        <p:spPr>
          <a:xfrm>
            <a:off x="5066488" y="1426494"/>
            <a:ext cx="2082800" cy="4168775"/>
          </a:xfrm>
          <a:prstGeom prst="roundRect">
            <a:avLst>
              <a:gd name="adj" fmla="val 7326"/>
            </a:avLst>
          </a:prstGeom>
          <a:solidFill>
            <a:srgbClr val="E6E6E6"/>
          </a:solidFill>
        </p:spPr>
        <p:txBody>
          <a:bodyPr tIns="457200">
            <a:normAutofit/>
          </a:bodyPr>
          <a:lstStyle>
            <a:lvl1pPr marL="0" indent="0" algn="ctr">
              <a:buNone/>
              <a:defRPr sz="16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t>Click icon or drag and drop to add picture</a:t>
            </a:r>
          </a:p>
        </p:txBody>
      </p:sp>
      <p:sp>
        <p:nvSpPr>
          <p:cNvPr id="18" name="Rectangle 9">
            <a:extLst>
              <a:ext uri="{FF2B5EF4-FFF2-40B4-BE49-F238E27FC236}">
                <a16:creationId xmlns:a16="http://schemas.microsoft.com/office/drawing/2014/main" id="{CDAECE92-6D16-4A23-9C2D-1F90B36BF95F}"/>
              </a:ext>
            </a:extLst>
          </p:cNvPr>
          <p:cNvSpPr/>
          <p:nvPr/>
        </p:nvSpPr>
        <p:spPr>
          <a:xfrm>
            <a:off x="2003595" y="1406651"/>
            <a:ext cx="2129353" cy="4224338"/>
          </a:xfrm>
          <a:custGeom>
            <a:avLst/>
            <a:gdLst>
              <a:gd name="connsiteX0" fmla="*/ 0 w 2107406"/>
              <a:gd name="connsiteY0" fmla="*/ 0 h 4226719"/>
              <a:gd name="connsiteX1" fmla="*/ 2107406 w 2107406"/>
              <a:gd name="connsiteY1" fmla="*/ 0 h 4226719"/>
              <a:gd name="connsiteX2" fmla="*/ 2107406 w 2107406"/>
              <a:gd name="connsiteY2" fmla="*/ 4226719 h 4226719"/>
              <a:gd name="connsiteX3" fmla="*/ 0 w 2107406"/>
              <a:gd name="connsiteY3" fmla="*/ 4226719 h 4226719"/>
              <a:gd name="connsiteX4" fmla="*/ 0 w 2107406"/>
              <a:gd name="connsiteY4" fmla="*/ 0 h 4226719"/>
              <a:gd name="connsiteX0" fmla="*/ 0 w 2107406"/>
              <a:gd name="connsiteY0" fmla="*/ 0 h 4226719"/>
              <a:gd name="connsiteX1" fmla="*/ 2107406 w 2107406"/>
              <a:gd name="connsiteY1" fmla="*/ 0 h 4226719"/>
              <a:gd name="connsiteX2" fmla="*/ 2107406 w 2107406"/>
              <a:gd name="connsiteY2" fmla="*/ 4226719 h 4226719"/>
              <a:gd name="connsiteX3" fmla="*/ 107156 w 2107406"/>
              <a:gd name="connsiteY3" fmla="*/ 4224338 h 4226719"/>
              <a:gd name="connsiteX4" fmla="*/ 0 w 2107406"/>
              <a:gd name="connsiteY4" fmla="*/ 4226719 h 4226719"/>
              <a:gd name="connsiteX5" fmla="*/ 0 w 2107406"/>
              <a:gd name="connsiteY5"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09537 w 2109787"/>
              <a:gd name="connsiteY3" fmla="*/ 4224338 h 4226719"/>
              <a:gd name="connsiteX4" fmla="*/ 2381 w 2109787"/>
              <a:gd name="connsiteY4" fmla="*/ 4226719 h 4226719"/>
              <a:gd name="connsiteX5" fmla="*/ 0 w 2109787"/>
              <a:gd name="connsiteY5" fmla="*/ 4079082 h 4226719"/>
              <a:gd name="connsiteX6" fmla="*/ 2381 w 2109787"/>
              <a:gd name="connsiteY6"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09537 w 2109787"/>
              <a:gd name="connsiteY3" fmla="*/ 4224338 h 4226719"/>
              <a:gd name="connsiteX4" fmla="*/ 0 w 2109787"/>
              <a:gd name="connsiteY4" fmla="*/ 4079082 h 4226719"/>
              <a:gd name="connsiteX5" fmla="*/ 2381 w 2109787"/>
              <a:gd name="connsiteY5"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974057 w 2109787"/>
              <a:gd name="connsiteY3" fmla="*/ 4224338 h 4226719"/>
              <a:gd name="connsiteX4" fmla="*/ 109537 w 2109787"/>
              <a:gd name="connsiteY4" fmla="*/ 4224338 h 4226719"/>
              <a:gd name="connsiteX5" fmla="*/ 0 w 2109787"/>
              <a:gd name="connsiteY5" fmla="*/ 4079082 h 4226719"/>
              <a:gd name="connsiteX6" fmla="*/ 2381 w 2109787"/>
              <a:gd name="connsiteY6" fmla="*/ 0 h 4226719"/>
              <a:gd name="connsiteX0" fmla="*/ 2381 w 2109788"/>
              <a:gd name="connsiteY0" fmla="*/ 0 h 4226719"/>
              <a:gd name="connsiteX1" fmla="*/ 2109787 w 2109788"/>
              <a:gd name="connsiteY1" fmla="*/ 0 h 4226719"/>
              <a:gd name="connsiteX2" fmla="*/ 2109788 w 2109788"/>
              <a:gd name="connsiteY2" fmla="*/ 4088607 h 4226719"/>
              <a:gd name="connsiteX3" fmla="*/ 2109787 w 2109788"/>
              <a:gd name="connsiteY3" fmla="*/ 4226719 h 4226719"/>
              <a:gd name="connsiteX4" fmla="*/ 1974057 w 2109788"/>
              <a:gd name="connsiteY4" fmla="*/ 4224338 h 4226719"/>
              <a:gd name="connsiteX5" fmla="*/ 109537 w 2109788"/>
              <a:gd name="connsiteY5" fmla="*/ 4224338 h 4226719"/>
              <a:gd name="connsiteX6" fmla="*/ 0 w 2109788"/>
              <a:gd name="connsiteY6" fmla="*/ 4079082 h 4226719"/>
              <a:gd name="connsiteX7" fmla="*/ 2381 w 2109788"/>
              <a:gd name="connsiteY7" fmla="*/ 0 h 4226719"/>
              <a:gd name="connsiteX0" fmla="*/ 2381 w 2160409"/>
              <a:gd name="connsiteY0" fmla="*/ 0 h 4434989"/>
              <a:gd name="connsiteX1" fmla="*/ 2109787 w 2160409"/>
              <a:gd name="connsiteY1" fmla="*/ 0 h 4434989"/>
              <a:gd name="connsiteX2" fmla="*/ 2109788 w 2160409"/>
              <a:gd name="connsiteY2" fmla="*/ 4088607 h 4434989"/>
              <a:gd name="connsiteX3" fmla="*/ 1974057 w 2160409"/>
              <a:gd name="connsiteY3" fmla="*/ 4224338 h 4434989"/>
              <a:gd name="connsiteX4" fmla="*/ 109537 w 2160409"/>
              <a:gd name="connsiteY4" fmla="*/ 4224338 h 4434989"/>
              <a:gd name="connsiteX5" fmla="*/ 0 w 2160409"/>
              <a:gd name="connsiteY5" fmla="*/ 4079082 h 4434989"/>
              <a:gd name="connsiteX6" fmla="*/ 2381 w 2160409"/>
              <a:gd name="connsiteY6" fmla="*/ 0 h 4434989"/>
              <a:gd name="connsiteX0" fmla="*/ 2381 w 2147760"/>
              <a:gd name="connsiteY0" fmla="*/ 0 h 4224338"/>
              <a:gd name="connsiteX1" fmla="*/ 2109787 w 2147760"/>
              <a:gd name="connsiteY1" fmla="*/ 0 h 4224338"/>
              <a:gd name="connsiteX2" fmla="*/ 2109788 w 2147760"/>
              <a:gd name="connsiteY2" fmla="*/ 4088607 h 4224338"/>
              <a:gd name="connsiteX3" fmla="*/ 1974057 w 2147760"/>
              <a:gd name="connsiteY3" fmla="*/ 4224338 h 4224338"/>
              <a:gd name="connsiteX4" fmla="*/ 109537 w 2147760"/>
              <a:gd name="connsiteY4" fmla="*/ 4224338 h 4224338"/>
              <a:gd name="connsiteX5" fmla="*/ 0 w 2147760"/>
              <a:gd name="connsiteY5" fmla="*/ 4079082 h 4224338"/>
              <a:gd name="connsiteX6" fmla="*/ 2381 w 2147760"/>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057400 w 2109788"/>
              <a:gd name="connsiteY1" fmla="*/ 0 h 4224338"/>
              <a:gd name="connsiteX2" fmla="*/ 2109787 w 2109788"/>
              <a:gd name="connsiteY2" fmla="*/ 0 h 4224338"/>
              <a:gd name="connsiteX3" fmla="*/ 2109788 w 2109788"/>
              <a:gd name="connsiteY3" fmla="*/ 4088607 h 4224338"/>
              <a:gd name="connsiteX4" fmla="*/ 1974057 w 2109788"/>
              <a:gd name="connsiteY4" fmla="*/ 4224338 h 4224338"/>
              <a:gd name="connsiteX5" fmla="*/ 109537 w 2109788"/>
              <a:gd name="connsiteY5" fmla="*/ 4224338 h 4224338"/>
              <a:gd name="connsiteX6" fmla="*/ 0 w 2109788"/>
              <a:gd name="connsiteY6" fmla="*/ 4079082 h 4224338"/>
              <a:gd name="connsiteX7" fmla="*/ 2381 w 2109788"/>
              <a:gd name="connsiteY7" fmla="*/ 0 h 4224338"/>
              <a:gd name="connsiteX0" fmla="*/ 2381 w 2119841"/>
              <a:gd name="connsiteY0" fmla="*/ 246407 h 4470745"/>
              <a:gd name="connsiteX1" fmla="*/ 2057400 w 2119841"/>
              <a:gd name="connsiteY1" fmla="*/ 246407 h 4470745"/>
              <a:gd name="connsiteX2" fmla="*/ 2109787 w 2119841"/>
              <a:gd name="connsiteY2" fmla="*/ 246407 h 4470745"/>
              <a:gd name="connsiteX3" fmla="*/ 2109787 w 2119841"/>
              <a:gd name="connsiteY3" fmla="*/ 320226 h 4470745"/>
              <a:gd name="connsiteX4" fmla="*/ 2109788 w 2119841"/>
              <a:gd name="connsiteY4" fmla="*/ 4335014 h 4470745"/>
              <a:gd name="connsiteX5" fmla="*/ 1974057 w 2119841"/>
              <a:gd name="connsiteY5" fmla="*/ 4470745 h 4470745"/>
              <a:gd name="connsiteX6" fmla="*/ 109537 w 2119841"/>
              <a:gd name="connsiteY6" fmla="*/ 4470745 h 4470745"/>
              <a:gd name="connsiteX7" fmla="*/ 0 w 2119841"/>
              <a:gd name="connsiteY7" fmla="*/ 4325489 h 4470745"/>
              <a:gd name="connsiteX8" fmla="*/ 2381 w 2119841"/>
              <a:gd name="connsiteY8" fmla="*/ 246407 h 4470745"/>
              <a:gd name="connsiteX0" fmla="*/ 2381 w 2119841"/>
              <a:gd name="connsiteY0" fmla="*/ 0 h 4224338"/>
              <a:gd name="connsiteX1" fmla="*/ 2057400 w 2119841"/>
              <a:gd name="connsiteY1" fmla="*/ 0 h 4224338"/>
              <a:gd name="connsiteX2" fmla="*/ 2109787 w 2119841"/>
              <a:gd name="connsiteY2" fmla="*/ 73819 h 4224338"/>
              <a:gd name="connsiteX3" fmla="*/ 2109788 w 2119841"/>
              <a:gd name="connsiteY3" fmla="*/ 4088607 h 4224338"/>
              <a:gd name="connsiteX4" fmla="*/ 1974057 w 2119841"/>
              <a:gd name="connsiteY4" fmla="*/ 4224338 h 4224338"/>
              <a:gd name="connsiteX5" fmla="*/ 109537 w 2119841"/>
              <a:gd name="connsiteY5" fmla="*/ 4224338 h 4224338"/>
              <a:gd name="connsiteX6" fmla="*/ 0 w 2119841"/>
              <a:gd name="connsiteY6" fmla="*/ 4079082 h 4224338"/>
              <a:gd name="connsiteX7" fmla="*/ 2381 w 2119841"/>
              <a:gd name="connsiteY7" fmla="*/ 0 h 4224338"/>
              <a:gd name="connsiteX0" fmla="*/ 2381 w 2119841"/>
              <a:gd name="connsiteY0" fmla="*/ 0 h 4224338"/>
              <a:gd name="connsiteX1" fmla="*/ 54769 w 2119841"/>
              <a:gd name="connsiteY1" fmla="*/ 0 h 4224338"/>
              <a:gd name="connsiteX2" fmla="*/ 2057400 w 2119841"/>
              <a:gd name="connsiteY2" fmla="*/ 0 h 4224338"/>
              <a:gd name="connsiteX3" fmla="*/ 2109787 w 2119841"/>
              <a:gd name="connsiteY3" fmla="*/ 73819 h 4224338"/>
              <a:gd name="connsiteX4" fmla="*/ 2109788 w 2119841"/>
              <a:gd name="connsiteY4" fmla="*/ 4088607 h 4224338"/>
              <a:gd name="connsiteX5" fmla="*/ 1974057 w 2119841"/>
              <a:gd name="connsiteY5" fmla="*/ 4224338 h 4224338"/>
              <a:gd name="connsiteX6" fmla="*/ 109537 w 2119841"/>
              <a:gd name="connsiteY6" fmla="*/ 4224338 h 4224338"/>
              <a:gd name="connsiteX7" fmla="*/ 0 w 2119841"/>
              <a:gd name="connsiteY7" fmla="*/ 4079082 h 4224338"/>
              <a:gd name="connsiteX8" fmla="*/ 2381 w 2119841"/>
              <a:gd name="connsiteY8" fmla="*/ 0 h 4224338"/>
              <a:gd name="connsiteX0" fmla="*/ 9822 w 2127282"/>
              <a:gd name="connsiteY0" fmla="*/ 243917 h 4468255"/>
              <a:gd name="connsiteX1" fmla="*/ 62210 w 2127282"/>
              <a:gd name="connsiteY1" fmla="*/ 243917 h 4468255"/>
              <a:gd name="connsiteX2" fmla="*/ 2064841 w 2127282"/>
              <a:gd name="connsiteY2" fmla="*/ 243917 h 4468255"/>
              <a:gd name="connsiteX3" fmla="*/ 2117228 w 2127282"/>
              <a:gd name="connsiteY3" fmla="*/ 317736 h 4468255"/>
              <a:gd name="connsiteX4" fmla="*/ 2117229 w 2127282"/>
              <a:gd name="connsiteY4" fmla="*/ 4332524 h 4468255"/>
              <a:gd name="connsiteX5" fmla="*/ 1981498 w 2127282"/>
              <a:gd name="connsiteY5" fmla="*/ 4468255 h 4468255"/>
              <a:gd name="connsiteX6" fmla="*/ 116978 w 2127282"/>
              <a:gd name="connsiteY6" fmla="*/ 4468255 h 4468255"/>
              <a:gd name="connsiteX7" fmla="*/ 7441 w 2127282"/>
              <a:gd name="connsiteY7" fmla="*/ 4322999 h 4468255"/>
              <a:gd name="connsiteX8" fmla="*/ 9822 w 2127282"/>
              <a:gd name="connsiteY8" fmla="*/ 320117 h 4468255"/>
              <a:gd name="connsiteX9" fmla="*/ 9822 w 2127282"/>
              <a:gd name="connsiteY9" fmla="*/ 243917 h 4468255"/>
              <a:gd name="connsiteX0" fmla="*/ 112365 w 2229825"/>
              <a:gd name="connsiteY0" fmla="*/ 320117 h 4468255"/>
              <a:gd name="connsiteX1" fmla="*/ 164753 w 2229825"/>
              <a:gd name="connsiteY1" fmla="*/ 243917 h 4468255"/>
              <a:gd name="connsiteX2" fmla="*/ 2167384 w 2229825"/>
              <a:gd name="connsiteY2" fmla="*/ 243917 h 4468255"/>
              <a:gd name="connsiteX3" fmla="*/ 2219771 w 2229825"/>
              <a:gd name="connsiteY3" fmla="*/ 317736 h 4468255"/>
              <a:gd name="connsiteX4" fmla="*/ 2219772 w 2229825"/>
              <a:gd name="connsiteY4" fmla="*/ 4332524 h 4468255"/>
              <a:gd name="connsiteX5" fmla="*/ 2084041 w 2229825"/>
              <a:gd name="connsiteY5" fmla="*/ 4468255 h 4468255"/>
              <a:gd name="connsiteX6" fmla="*/ 219521 w 2229825"/>
              <a:gd name="connsiteY6" fmla="*/ 4468255 h 4468255"/>
              <a:gd name="connsiteX7" fmla="*/ 109984 w 2229825"/>
              <a:gd name="connsiteY7" fmla="*/ 4322999 h 4468255"/>
              <a:gd name="connsiteX8" fmla="*/ 112365 w 2229825"/>
              <a:gd name="connsiteY8" fmla="*/ 320117 h 4468255"/>
              <a:gd name="connsiteX0" fmla="*/ 11893 w 2129353"/>
              <a:gd name="connsiteY0" fmla="*/ 313209 h 4461347"/>
              <a:gd name="connsiteX1" fmla="*/ 64281 w 2129353"/>
              <a:gd name="connsiteY1" fmla="*/ 237009 h 4461347"/>
              <a:gd name="connsiteX2" fmla="*/ 2066912 w 2129353"/>
              <a:gd name="connsiteY2" fmla="*/ 237009 h 4461347"/>
              <a:gd name="connsiteX3" fmla="*/ 2119299 w 2129353"/>
              <a:gd name="connsiteY3" fmla="*/ 310828 h 4461347"/>
              <a:gd name="connsiteX4" fmla="*/ 2119300 w 2129353"/>
              <a:gd name="connsiteY4" fmla="*/ 4325616 h 4461347"/>
              <a:gd name="connsiteX5" fmla="*/ 1983569 w 2129353"/>
              <a:gd name="connsiteY5" fmla="*/ 4461347 h 4461347"/>
              <a:gd name="connsiteX6" fmla="*/ 119049 w 2129353"/>
              <a:gd name="connsiteY6" fmla="*/ 4461347 h 4461347"/>
              <a:gd name="connsiteX7" fmla="*/ 9512 w 2129353"/>
              <a:gd name="connsiteY7" fmla="*/ 4316091 h 4461347"/>
              <a:gd name="connsiteX8" fmla="*/ 11893 w 2129353"/>
              <a:gd name="connsiteY8" fmla="*/ 313209 h 4461347"/>
              <a:gd name="connsiteX0" fmla="*/ 11893 w 2129353"/>
              <a:gd name="connsiteY0" fmla="*/ 76200 h 4224338"/>
              <a:gd name="connsiteX1" fmla="*/ 64281 w 2129353"/>
              <a:gd name="connsiteY1" fmla="*/ 0 h 4224338"/>
              <a:gd name="connsiteX2" fmla="*/ 2066912 w 2129353"/>
              <a:gd name="connsiteY2" fmla="*/ 0 h 4224338"/>
              <a:gd name="connsiteX3" fmla="*/ 2119299 w 2129353"/>
              <a:gd name="connsiteY3" fmla="*/ 73819 h 4224338"/>
              <a:gd name="connsiteX4" fmla="*/ 2119300 w 2129353"/>
              <a:gd name="connsiteY4" fmla="*/ 4088607 h 4224338"/>
              <a:gd name="connsiteX5" fmla="*/ 1983569 w 2129353"/>
              <a:gd name="connsiteY5" fmla="*/ 4224338 h 4224338"/>
              <a:gd name="connsiteX6" fmla="*/ 119049 w 2129353"/>
              <a:gd name="connsiteY6" fmla="*/ 4224338 h 4224338"/>
              <a:gd name="connsiteX7" fmla="*/ 9512 w 2129353"/>
              <a:gd name="connsiteY7" fmla="*/ 4079082 h 4224338"/>
              <a:gd name="connsiteX8" fmla="*/ 11893 w 2129353"/>
              <a:gd name="connsiteY8" fmla="*/ 76200 h 422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9353" h="4224338">
                <a:moveTo>
                  <a:pt x="11893" y="76200"/>
                </a:moveTo>
                <a:cubicBezTo>
                  <a:pt x="44834" y="13096"/>
                  <a:pt x="33722" y="41275"/>
                  <a:pt x="64281" y="0"/>
                </a:cubicBezTo>
                <a:lnTo>
                  <a:pt x="2066912" y="0"/>
                </a:lnTo>
                <a:lnTo>
                  <a:pt x="2119299" y="73819"/>
                </a:lnTo>
                <a:cubicBezTo>
                  <a:pt x="2119299" y="755253"/>
                  <a:pt x="2141922" y="3396854"/>
                  <a:pt x="2119300" y="4088607"/>
                </a:cubicBezTo>
                <a:cubicBezTo>
                  <a:pt x="2075247" y="4156869"/>
                  <a:pt x="2114538" y="4196954"/>
                  <a:pt x="1983569" y="4224338"/>
                </a:cubicBezTo>
                <a:lnTo>
                  <a:pt x="119049" y="4224338"/>
                </a:lnTo>
                <a:lnTo>
                  <a:pt x="9512" y="4079082"/>
                </a:lnTo>
                <a:cubicBezTo>
                  <a:pt x="-8347" y="3387726"/>
                  <a:pt x="2765" y="756047"/>
                  <a:pt x="11893" y="76200"/>
                </a:cubicBezTo>
                <a:close/>
              </a:path>
            </a:pathLst>
          </a:custGeom>
          <a:solidFill>
            <a:srgbClr val="0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pic>
        <p:nvPicPr>
          <p:cNvPr id="19" name="Cell" descr="A screen shot of a computer&#10;&#10;Description automatically generated">
            <a:extLst>
              <a:ext uri="{FF2B5EF4-FFF2-40B4-BE49-F238E27FC236}">
                <a16:creationId xmlns:a16="http://schemas.microsoft.com/office/drawing/2014/main" id="{FBCFAABE-3748-494E-A472-9813F51181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3732" y="1198802"/>
            <a:ext cx="2175108" cy="4564665"/>
          </a:xfrm>
          <a:prstGeom prst="rect">
            <a:avLst/>
          </a:prstGeom>
        </p:spPr>
      </p:pic>
      <p:sp>
        <p:nvSpPr>
          <p:cNvPr id="20" name="Picture Placeholder 17">
            <a:extLst>
              <a:ext uri="{FF2B5EF4-FFF2-40B4-BE49-F238E27FC236}">
                <a16:creationId xmlns:a16="http://schemas.microsoft.com/office/drawing/2014/main" id="{D6A50DEC-7926-4965-947E-1DF27FC85947}"/>
              </a:ext>
            </a:extLst>
          </p:cNvPr>
          <p:cNvSpPr>
            <a:spLocks noGrp="1" noChangeAspect="1"/>
          </p:cNvSpPr>
          <p:nvPr>
            <p:ph type="pic" sz="quarter" idx="16" hasCustomPrompt="1"/>
          </p:nvPr>
        </p:nvSpPr>
        <p:spPr>
          <a:xfrm>
            <a:off x="2028189" y="1426494"/>
            <a:ext cx="2082800" cy="4168775"/>
          </a:xfrm>
          <a:prstGeom prst="roundRect">
            <a:avLst>
              <a:gd name="adj" fmla="val 7326"/>
            </a:avLst>
          </a:prstGeom>
          <a:solidFill>
            <a:srgbClr val="E6E6E6"/>
          </a:solidFill>
        </p:spPr>
        <p:txBody>
          <a:bodyPr tIns="457200">
            <a:normAutofit/>
          </a:bodyPr>
          <a:lstStyle>
            <a:lvl1pPr marL="0" indent="0" algn="ctr">
              <a:buNone/>
              <a:defRPr sz="16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t>Click icon or drag and drop to add picture</a:t>
            </a:r>
          </a:p>
        </p:txBody>
      </p:sp>
      <p:sp>
        <p:nvSpPr>
          <p:cNvPr id="13" name="Rectangle 9">
            <a:extLst>
              <a:ext uri="{FF2B5EF4-FFF2-40B4-BE49-F238E27FC236}">
                <a16:creationId xmlns:a16="http://schemas.microsoft.com/office/drawing/2014/main" id="{7644C4CD-8F15-4478-B71C-DCE9D74A8B74}"/>
              </a:ext>
            </a:extLst>
          </p:cNvPr>
          <p:cNvSpPr/>
          <p:nvPr/>
        </p:nvSpPr>
        <p:spPr>
          <a:xfrm>
            <a:off x="8080193" y="1406651"/>
            <a:ext cx="2129353" cy="4224338"/>
          </a:xfrm>
          <a:custGeom>
            <a:avLst/>
            <a:gdLst>
              <a:gd name="connsiteX0" fmla="*/ 0 w 2107406"/>
              <a:gd name="connsiteY0" fmla="*/ 0 h 4226719"/>
              <a:gd name="connsiteX1" fmla="*/ 2107406 w 2107406"/>
              <a:gd name="connsiteY1" fmla="*/ 0 h 4226719"/>
              <a:gd name="connsiteX2" fmla="*/ 2107406 w 2107406"/>
              <a:gd name="connsiteY2" fmla="*/ 4226719 h 4226719"/>
              <a:gd name="connsiteX3" fmla="*/ 0 w 2107406"/>
              <a:gd name="connsiteY3" fmla="*/ 4226719 h 4226719"/>
              <a:gd name="connsiteX4" fmla="*/ 0 w 2107406"/>
              <a:gd name="connsiteY4" fmla="*/ 0 h 4226719"/>
              <a:gd name="connsiteX0" fmla="*/ 0 w 2107406"/>
              <a:gd name="connsiteY0" fmla="*/ 0 h 4226719"/>
              <a:gd name="connsiteX1" fmla="*/ 2107406 w 2107406"/>
              <a:gd name="connsiteY1" fmla="*/ 0 h 4226719"/>
              <a:gd name="connsiteX2" fmla="*/ 2107406 w 2107406"/>
              <a:gd name="connsiteY2" fmla="*/ 4226719 h 4226719"/>
              <a:gd name="connsiteX3" fmla="*/ 107156 w 2107406"/>
              <a:gd name="connsiteY3" fmla="*/ 4224338 h 4226719"/>
              <a:gd name="connsiteX4" fmla="*/ 0 w 2107406"/>
              <a:gd name="connsiteY4" fmla="*/ 4226719 h 4226719"/>
              <a:gd name="connsiteX5" fmla="*/ 0 w 2107406"/>
              <a:gd name="connsiteY5"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09537 w 2109787"/>
              <a:gd name="connsiteY3" fmla="*/ 4224338 h 4226719"/>
              <a:gd name="connsiteX4" fmla="*/ 2381 w 2109787"/>
              <a:gd name="connsiteY4" fmla="*/ 4226719 h 4226719"/>
              <a:gd name="connsiteX5" fmla="*/ 0 w 2109787"/>
              <a:gd name="connsiteY5" fmla="*/ 4079082 h 4226719"/>
              <a:gd name="connsiteX6" fmla="*/ 2381 w 2109787"/>
              <a:gd name="connsiteY6"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09537 w 2109787"/>
              <a:gd name="connsiteY3" fmla="*/ 4224338 h 4226719"/>
              <a:gd name="connsiteX4" fmla="*/ 0 w 2109787"/>
              <a:gd name="connsiteY4" fmla="*/ 4079082 h 4226719"/>
              <a:gd name="connsiteX5" fmla="*/ 2381 w 2109787"/>
              <a:gd name="connsiteY5"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974057 w 2109787"/>
              <a:gd name="connsiteY3" fmla="*/ 4224338 h 4226719"/>
              <a:gd name="connsiteX4" fmla="*/ 109537 w 2109787"/>
              <a:gd name="connsiteY4" fmla="*/ 4224338 h 4226719"/>
              <a:gd name="connsiteX5" fmla="*/ 0 w 2109787"/>
              <a:gd name="connsiteY5" fmla="*/ 4079082 h 4226719"/>
              <a:gd name="connsiteX6" fmla="*/ 2381 w 2109787"/>
              <a:gd name="connsiteY6" fmla="*/ 0 h 4226719"/>
              <a:gd name="connsiteX0" fmla="*/ 2381 w 2109788"/>
              <a:gd name="connsiteY0" fmla="*/ 0 h 4226719"/>
              <a:gd name="connsiteX1" fmla="*/ 2109787 w 2109788"/>
              <a:gd name="connsiteY1" fmla="*/ 0 h 4226719"/>
              <a:gd name="connsiteX2" fmla="*/ 2109788 w 2109788"/>
              <a:gd name="connsiteY2" fmla="*/ 4088607 h 4226719"/>
              <a:gd name="connsiteX3" fmla="*/ 2109787 w 2109788"/>
              <a:gd name="connsiteY3" fmla="*/ 4226719 h 4226719"/>
              <a:gd name="connsiteX4" fmla="*/ 1974057 w 2109788"/>
              <a:gd name="connsiteY4" fmla="*/ 4224338 h 4226719"/>
              <a:gd name="connsiteX5" fmla="*/ 109537 w 2109788"/>
              <a:gd name="connsiteY5" fmla="*/ 4224338 h 4226719"/>
              <a:gd name="connsiteX6" fmla="*/ 0 w 2109788"/>
              <a:gd name="connsiteY6" fmla="*/ 4079082 h 4226719"/>
              <a:gd name="connsiteX7" fmla="*/ 2381 w 2109788"/>
              <a:gd name="connsiteY7" fmla="*/ 0 h 4226719"/>
              <a:gd name="connsiteX0" fmla="*/ 2381 w 2160409"/>
              <a:gd name="connsiteY0" fmla="*/ 0 h 4434989"/>
              <a:gd name="connsiteX1" fmla="*/ 2109787 w 2160409"/>
              <a:gd name="connsiteY1" fmla="*/ 0 h 4434989"/>
              <a:gd name="connsiteX2" fmla="*/ 2109788 w 2160409"/>
              <a:gd name="connsiteY2" fmla="*/ 4088607 h 4434989"/>
              <a:gd name="connsiteX3" fmla="*/ 1974057 w 2160409"/>
              <a:gd name="connsiteY3" fmla="*/ 4224338 h 4434989"/>
              <a:gd name="connsiteX4" fmla="*/ 109537 w 2160409"/>
              <a:gd name="connsiteY4" fmla="*/ 4224338 h 4434989"/>
              <a:gd name="connsiteX5" fmla="*/ 0 w 2160409"/>
              <a:gd name="connsiteY5" fmla="*/ 4079082 h 4434989"/>
              <a:gd name="connsiteX6" fmla="*/ 2381 w 2160409"/>
              <a:gd name="connsiteY6" fmla="*/ 0 h 4434989"/>
              <a:gd name="connsiteX0" fmla="*/ 2381 w 2147760"/>
              <a:gd name="connsiteY0" fmla="*/ 0 h 4224338"/>
              <a:gd name="connsiteX1" fmla="*/ 2109787 w 2147760"/>
              <a:gd name="connsiteY1" fmla="*/ 0 h 4224338"/>
              <a:gd name="connsiteX2" fmla="*/ 2109788 w 2147760"/>
              <a:gd name="connsiteY2" fmla="*/ 4088607 h 4224338"/>
              <a:gd name="connsiteX3" fmla="*/ 1974057 w 2147760"/>
              <a:gd name="connsiteY3" fmla="*/ 4224338 h 4224338"/>
              <a:gd name="connsiteX4" fmla="*/ 109537 w 2147760"/>
              <a:gd name="connsiteY4" fmla="*/ 4224338 h 4224338"/>
              <a:gd name="connsiteX5" fmla="*/ 0 w 2147760"/>
              <a:gd name="connsiteY5" fmla="*/ 4079082 h 4224338"/>
              <a:gd name="connsiteX6" fmla="*/ 2381 w 2147760"/>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057400 w 2109788"/>
              <a:gd name="connsiteY1" fmla="*/ 0 h 4224338"/>
              <a:gd name="connsiteX2" fmla="*/ 2109787 w 2109788"/>
              <a:gd name="connsiteY2" fmla="*/ 0 h 4224338"/>
              <a:gd name="connsiteX3" fmla="*/ 2109788 w 2109788"/>
              <a:gd name="connsiteY3" fmla="*/ 4088607 h 4224338"/>
              <a:gd name="connsiteX4" fmla="*/ 1974057 w 2109788"/>
              <a:gd name="connsiteY4" fmla="*/ 4224338 h 4224338"/>
              <a:gd name="connsiteX5" fmla="*/ 109537 w 2109788"/>
              <a:gd name="connsiteY5" fmla="*/ 4224338 h 4224338"/>
              <a:gd name="connsiteX6" fmla="*/ 0 w 2109788"/>
              <a:gd name="connsiteY6" fmla="*/ 4079082 h 4224338"/>
              <a:gd name="connsiteX7" fmla="*/ 2381 w 2109788"/>
              <a:gd name="connsiteY7" fmla="*/ 0 h 4224338"/>
              <a:gd name="connsiteX0" fmla="*/ 2381 w 2119841"/>
              <a:gd name="connsiteY0" fmla="*/ 246407 h 4470745"/>
              <a:gd name="connsiteX1" fmla="*/ 2057400 w 2119841"/>
              <a:gd name="connsiteY1" fmla="*/ 246407 h 4470745"/>
              <a:gd name="connsiteX2" fmla="*/ 2109787 w 2119841"/>
              <a:gd name="connsiteY2" fmla="*/ 246407 h 4470745"/>
              <a:gd name="connsiteX3" fmla="*/ 2109787 w 2119841"/>
              <a:gd name="connsiteY3" fmla="*/ 320226 h 4470745"/>
              <a:gd name="connsiteX4" fmla="*/ 2109788 w 2119841"/>
              <a:gd name="connsiteY4" fmla="*/ 4335014 h 4470745"/>
              <a:gd name="connsiteX5" fmla="*/ 1974057 w 2119841"/>
              <a:gd name="connsiteY5" fmla="*/ 4470745 h 4470745"/>
              <a:gd name="connsiteX6" fmla="*/ 109537 w 2119841"/>
              <a:gd name="connsiteY6" fmla="*/ 4470745 h 4470745"/>
              <a:gd name="connsiteX7" fmla="*/ 0 w 2119841"/>
              <a:gd name="connsiteY7" fmla="*/ 4325489 h 4470745"/>
              <a:gd name="connsiteX8" fmla="*/ 2381 w 2119841"/>
              <a:gd name="connsiteY8" fmla="*/ 246407 h 4470745"/>
              <a:gd name="connsiteX0" fmla="*/ 2381 w 2119841"/>
              <a:gd name="connsiteY0" fmla="*/ 0 h 4224338"/>
              <a:gd name="connsiteX1" fmla="*/ 2057400 w 2119841"/>
              <a:gd name="connsiteY1" fmla="*/ 0 h 4224338"/>
              <a:gd name="connsiteX2" fmla="*/ 2109787 w 2119841"/>
              <a:gd name="connsiteY2" fmla="*/ 73819 h 4224338"/>
              <a:gd name="connsiteX3" fmla="*/ 2109788 w 2119841"/>
              <a:gd name="connsiteY3" fmla="*/ 4088607 h 4224338"/>
              <a:gd name="connsiteX4" fmla="*/ 1974057 w 2119841"/>
              <a:gd name="connsiteY4" fmla="*/ 4224338 h 4224338"/>
              <a:gd name="connsiteX5" fmla="*/ 109537 w 2119841"/>
              <a:gd name="connsiteY5" fmla="*/ 4224338 h 4224338"/>
              <a:gd name="connsiteX6" fmla="*/ 0 w 2119841"/>
              <a:gd name="connsiteY6" fmla="*/ 4079082 h 4224338"/>
              <a:gd name="connsiteX7" fmla="*/ 2381 w 2119841"/>
              <a:gd name="connsiteY7" fmla="*/ 0 h 4224338"/>
              <a:gd name="connsiteX0" fmla="*/ 2381 w 2119841"/>
              <a:gd name="connsiteY0" fmla="*/ 0 h 4224338"/>
              <a:gd name="connsiteX1" fmla="*/ 54769 w 2119841"/>
              <a:gd name="connsiteY1" fmla="*/ 0 h 4224338"/>
              <a:gd name="connsiteX2" fmla="*/ 2057400 w 2119841"/>
              <a:gd name="connsiteY2" fmla="*/ 0 h 4224338"/>
              <a:gd name="connsiteX3" fmla="*/ 2109787 w 2119841"/>
              <a:gd name="connsiteY3" fmla="*/ 73819 h 4224338"/>
              <a:gd name="connsiteX4" fmla="*/ 2109788 w 2119841"/>
              <a:gd name="connsiteY4" fmla="*/ 4088607 h 4224338"/>
              <a:gd name="connsiteX5" fmla="*/ 1974057 w 2119841"/>
              <a:gd name="connsiteY5" fmla="*/ 4224338 h 4224338"/>
              <a:gd name="connsiteX6" fmla="*/ 109537 w 2119841"/>
              <a:gd name="connsiteY6" fmla="*/ 4224338 h 4224338"/>
              <a:gd name="connsiteX7" fmla="*/ 0 w 2119841"/>
              <a:gd name="connsiteY7" fmla="*/ 4079082 h 4224338"/>
              <a:gd name="connsiteX8" fmla="*/ 2381 w 2119841"/>
              <a:gd name="connsiteY8" fmla="*/ 0 h 4224338"/>
              <a:gd name="connsiteX0" fmla="*/ 9822 w 2127282"/>
              <a:gd name="connsiteY0" fmla="*/ 243917 h 4468255"/>
              <a:gd name="connsiteX1" fmla="*/ 62210 w 2127282"/>
              <a:gd name="connsiteY1" fmla="*/ 243917 h 4468255"/>
              <a:gd name="connsiteX2" fmla="*/ 2064841 w 2127282"/>
              <a:gd name="connsiteY2" fmla="*/ 243917 h 4468255"/>
              <a:gd name="connsiteX3" fmla="*/ 2117228 w 2127282"/>
              <a:gd name="connsiteY3" fmla="*/ 317736 h 4468255"/>
              <a:gd name="connsiteX4" fmla="*/ 2117229 w 2127282"/>
              <a:gd name="connsiteY4" fmla="*/ 4332524 h 4468255"/>
              <a:gd name="connsiteX5" fmla="*/ 1981498 w 2127282"/>
              <a:gd name="connsiteY5" fmla="*/ 4468255 h 4468255"/>
              <a:gd name="connsiteX6" fmla="*/ 116978 w 2127282"/>
              <a:gd name="connsiteY6" fmla="*/ 4468255 h 4468255"/>
              <a:gd name="connsiteX7" fmla="*/ 7441 w 2127282"/>
              <a:gd name="connsiteY7" fmla="*/ 4322999 h 4468255"/>
              <a:gd name="connsiteX8" fmla="*/ 9822 w 2127282"/>
              <a:gd name="connsiteY8" fmla="*/ 320117 h 4468255"/>
              <a:gd name="connsiteX9" fmla="*/ 9822 w 2127282"/>
              <a:gd name="connsiteY9" fmla="*/ 243917 h 4468255"/>
              <a:gd name="connsiteX0" fmla="*/ 112365 w 2229825"/>
              <a:gd name="connsiteY0" fmla="*/ 320117 h 4468255"/>
              <a:gd name="connsiteX1" fmla="*/ 164753 w 2229825"/>
              <a:gd name="connsiteY1" fmla="*/ 243917 h 4468255"/>
              <a:gd name="connsiteX2" fmla="*/ 2167384 w 2229825"/>
              <a:gd name="connsiteY2" fmla="*/ 243917 h 4468255"/>
              <a:gd name="connsiteX3" fmla="*/ 2219771 w 2229825"/>
              <a:gd name="connsiteY3" fmla="*/ 317736 h 4468255"/>
              <a:gd name="connsiteX4" fmla="*/ 2219772 w 2229825"/>
              <a:gd name="connsiteY4" fmla="*/ 4332524 h 4468255"/>
              <a:gd name="connsiteX5" fmla="*/ 2084041 w 2229825"/>
              <a:gd name="connsiteY5" fmla="*/ 4468255 h 4468255"/>
              <a:gd name="connsiteX6" fmla="*/ 219521 w 2229825"/>
              <a:gd name="connsiteY6" fmla="*/ 4468255 h 4468255"/>
              <a:gd name="connsiteX7" fmla="*/ 109984 w 2229825"/>
              <a:gd name="connsiteY7" fmla="*/ 4322999 h 4468255"/>
              <a:gd name="connsiteX8" fmla="*/ 112365 w 2229825"/>
              <a:gd name="connsiteY8" fmla="*/ 320117 h 4468255"/>
              <a:gd name="connsiteX0" fmla="*/ 11893 w 2129353"/>
              <a:gd name="connsiteY0" fmla="*/ 313209 h 4461347"/>
              <a:gd name="connsiteX1" fmla="*/ 64281 w 2129353"/>
              <a:gd name="connsiteY1" fmla="*/ 237009 h 4461347"/>
              <a:gd name="connsiteX2" fmla="*/ 2066912 w 2129353"/>
              <a:gd name="connsiteY2" fmla="*/ 237009 h 4461347"/>
              <a:gd name="connsiteX3" fmla="*/ 2119299 w 2129353"/>
              <a:gd name="connsiteY3" fmla="*/ 310828 h 4461347"/>
              <a:gd name="connsiteX4" fmla="*/ 2119300 w 2129353"/>
              <a:gd name="connsiteY4" fmla="*/ 4325616 h 4461347"/>
              <a:gd name="connsiteX5" fmla="*/ 1983569 w 2129353"/>
              <a:gd name="connsiteY5" fmla="*/ 4461347 h 4461347"/>
              <a:gd name="connsiteX6" fmla="*/ 119049 w 2129353"/>
              <a:gd name="connsiteY6" fmla="*/ 4461347 h 4461347"/>
              <a:gd name="connsiteX7" fmla="*/ 9512 w 2129353"/>
              <a:gd name="connsiteY7" fmla="*/ 4316091 h 4461347"/>
              <a:gd name="connsiteX8" fmla="*/ 11893 w 2129353"/>
              <a:gd name="connsiteY8" fmla="*/ 313209 h 4461347"/>
              <a:gd name="connsiteX0" fmla="*/ 11893 w 2129353"/>
              <a:gd name="connsiteY0" fmla="*/ 76200 h 4224338"/>
              <a:gd name="connsiteX1" fmla="*/ 64281 w 2129353"/>
              <a:gd name="connsiteY1" fmla="*/ 0 h 4224338"/>
              <a:gd name="connsiteX2" fmla="*/ 2066912 w 2129353"/>
              <a:gd name="connsiteY2" fmla="*/ 0 h 4224338"/>
              <a:gd name="connsiteX3" fmla="*/ 2119299 w 2129353"/>
              <a:gd name="connsiteY3" fmla="*/ 73819 h 4224338"/>
              <a:gd name="connsiteX4" fmla="*/ 2119300 w 2129353"/>
              <a:gd name="connsiteY4" fmla="*/ 4088607 h 4224338"/>
              <a:gd name="connsiteX5" fmla="*/ 1983569 w 2129353"/>
              <a:gd name="connsiteY5" fmla="*/ 4224338 h 4224338"/>
              <a:gd name="connsiteX6" fmla="*/ 119049 w 2129353"/>
              <a:gd name="connsiteY6" fmla="*/ 4224338 h 4224338"/>
              <a:gd name="connsiteX7" fmla="*/ 9512 w 2129353"/>
              <a:gd name="connsiteY7" fmla="*/ 4079082 h 4224338"/>
              <a:gd name="connsiteX8" fmla="*/ 11893 w 2129353"/>
              <a:gd name="connsiteY8" fmla="*/ 76200 h 422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9353" h="4224338">
                <a:moveTo>
                  <a:pt x="11893" y="76200"/>
                </a:moveTo>
                <a:cubicBezTo>
                  <a:pt x="44834" y="13096"/>
                  <a:pt x="33722" y="41275"/>
                  <a:pt x="64281" y="0"/>
                </a:cubicBezTo>
                <a:lnTo>
                  <a:pt x="2066912" y="0"/>
                </a:lnTo>
                <a:lnTo>
                  <a:pt x="2119299" y="73819"/>
                </a:lnTo>
                <a:cubicBezTo>
                  <a:pt x="2119299" y="755253"/>
                  <a:pt x="2141922" y="3396854"/>
                  <a:pt x="2119300" y="4088607"/>
                </a:cubicBezTo>
                <a:cubicBezTo>
                  <a:pt x="2075247" y="4156869"/>
                  <a:pt x="2114538" y="4196954"/>
                  <a:pt x="1983569" y="4224338"/>
                </a:cubicBezTo>
                <a:lnTo>
                  <a:pt x="119049" y="4224338"/>
                </a:lnTo>
                <a:lnTo>
                  <a:pt x="9512" y="4079082"/>
                </a:lnTo>
                <a:cubicBezTo>
                  <a:pt x="-8347" y="3387726"/>
                  <a:pt x="2765" y="756047"/>
                  <a:pt x="11893" y="76200"/>
                </a:cubicBezTo>
                <a:close/>
              </a:path>
            </a:pathLst>
          </a:custGeom>
          <a:solidFill>
            <a:srgbClr val="0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pic>
        <p:nvPicPr>
          <p:cNvPr id="21" name="Cell" descr="A screen shot of a computer&#10;&#10;Description automatically generated">
            <a:extLst>
              <a:ext uri="{FF2B5EF4-FFF2-40B4-BE49-F238E27FC236}">
                <a16:creationId xmlns:a16="http://schemas.microsoft.com/office/drawing/2014/main" id="{DCCD48C1-7D28-4EC9-8231-2F12CE9E76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60330" y="1198802"/>
            <a:ext cx="2175108" cy="4564665"/>
          </a:xfrm>
          <a:prstGeom prst="rect">
            <a:avLst/>
          </a:prstGeom>
        </p:spPr>
      </p:pic>
      <p:sp>
        <p:nvSpPr>
          <p:cNvPr id="22" name="Picture Placeholder 17">
            <a:extLst>
              <a:ext uri="{FF2B5EF4-FFF2-40B4-BE49-F238E27FC236}">
                <a16:creationId xmlns:a16="http://schemas.microsoft.com/office/drawing/2014/main" id="{8F182682-7387-4194-9EC0-9B2388E89AEE}"/>
              </a:ext>
            </a:extLst>
          </p:cNvPr>
          <p:cNvSpPr>
            <a:spLocks noGrp="1" noChangeAspect="1"/>
          </p:cNvSpPr>
          <p:nvPr>
            <p:ph type="pic" sz="quarter" idx="17" hasCustomPrompt="1"/>
          </p:nvPr>
        </p:nvSpPr>
        <p:spPr>
          <a:xfrm>
            <a:off x="8104787" y="1426494"/>
            <a:ext cx="2082800" cy="4168775"/>
          </a:xfrm>
          <a:prstGeom prst="roundRect">
            <a:avLst>
              <a:gd name="adj" fmla="val 7326"/>
            </a:avLst>
          </a:prstGeom>
          <a:solidFill>
            <a:srgbClr val="E6E6E6"/>
          </a:solidFill>
        </p:spPr>
        <p:txBody>
          <a:bodyPr tIns="457200">
            <a:normAutofit/>
          </a:bodyPr>
          <a:lstStyle>
            <a:lvl1pPr marL="0" indent="0" algn="ctr">
              <a:buNone/>
              <a:defRPr sz="16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t>Click icon or drag and drop to add picture</a:t>
            </a:r>
          </a:p>
        </p:txBody>
      </p:sp>
    </p:spTree>
    <p:extLst>
      <p:ext uri="{BB962C8B-B14F-4D97-AF65-F5344CB8AC3E}">
        <p14:creationId xmlns:p14="http://schemas.microsoft.com/office/powerpoint/2010/main" val="1282445681"/>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Q&amp;A">
    <p:bg>
      <p:bgPr>
        <a:solidFill>
          <a:srgbClr val="FFFFFF"/>
        </a:solidFill>
        <a:effectLst/>
      </p:bgPr>
    </p:bg>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E9AB68EF-52B5-2F09-B589-0D2A4FCB3EE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pic>
        <p:nvPicPr>
          <p:cNvPr id="97" name="Picture 96" descr="A black background with white text&#10;&#10;Description automatically generated">
            <a:extLst>
              <a:ext uri="{FF2B5EF4-FFF2-40B4-BE49-F238E27FC236}">
                <a16:creationId xmlns:a16="http://schemas.microsoft.com/office/drawing/2014/main" id="{F87733AA-369B-3CB6-6B51-652830E42EAF}"/>
              </a:ext>
            </a:extLst>
          </p:cNvPr>
          <p:cNvPicPr>
            <a:picLocks noChangeAspect="1"/>
          </p:cNvPicPr>
          <p:nvPr/>
        </p:nvPicPr>
        <p:blipFill rotWithShape="1">
          <a:blip r:embed="rId3">
            <a:extLst>
              <a:ext uri="{28A0092B-C50C-407E-A947-70E740481C1C}">
                <a14:useLocalDpi xmlns:a14="http://schemas.microsoft.com/office/drawing/2010/main" val="0"/>
              </a:ext>
            </a:extLst>
          </a:blip>
          <a:srcRect b="7869"/>
          <a:stretch/>
        </p:blipFill>
        <p:spPr>
          <a:xfrm>
            <a:off x="1524" y="0"/>
            <a:ext cx="12190476" cy="6318328"/>
          </a:xfrm>
          <a:prstGeom prst="rect">
            <a:avLst/>
          </a:prstGeom>
        </p:spPr>
      </p:pic>
      <p:cxnSp>
        <p:nvCxnSpPr>
          <p:cNvPr id="116" name="Straight Connector 115">
            <a:extLst>
              <a:ext uri="{FF2B5EF4-FFF2-40B4-BE49-F238E27FC236}">
                <a16:creationId xmlns:a16="http://schemas.microsoft.com/office/drawing/2014/main" id="{551BC2D7-D494-D514-1FE3-77CAE9819147}"/>
              </a:ext>
            </a:extLst>
          </p:cNvPr>
          <p:cNvCxnSpPr>
            <a:cxnSpLocks/>
          </p:cNvCxnSpPr>
          <p:nvPr/>
        </p:nvCxnSpPr>
        <p:spPr>
          <a:xfrm>
            <a:off x="1089230" y="2455386"/>
            <a:ext cx="0" cy="1441238"/>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sp>
        <p:nvSpPr>
          <p:cNvPr id="117" name="TextBox 116">
            <a:extLst>
              <a:ext uri="{FF2B5EF4-FFF2-40B4-BE49-F238E27FC236}">
                <a16:creationId xmlns:a16="http://schemas.microsoft.com/office/drawing/2014/main" id="{BA26BF5E-3A46-6D10-30FA-CB09766A6AF5}"/>
              </a:ext>
            </a:extLst>
          </p:cNvPr>
          <p:cNvSpPr txBox="1"/>
          <p:nvPr/>
        </p:nvSpPr>
        <p:spPr>
          <a:xfrm>
            <a:off x="1736073" y="2681701"/>
            <a:ext cx="7357122" cy="1015663"/>
          </a:xfrm>
          <a:prstGeom prst="rect">
            <a:avLst/>
          </a:prstGeom>
          <a:noFill/>
        </p:spPr>
        <p:txBody>
          <a:bodyPr wrap="square" rtlCol="0" anchor="ctr">
            <a:noAutofit/>
          </a:bodyPr>
          <a:lstStyle/>
          <a:p>
            <a:pPr algn="l"/>
            <a:r>
              <a:rPr lang="en-US" sz="6000" b="0" i="0" dirty="0">
                <a:latin typeface="+mj-lt"/>
              </a:rPr>
              <a:t>Q&amp;A</a:t>
            </a:r>
            <a:endParaRPr sz="6000" b="0" i="0" dirty="0">
              <a:latin typeface="+mj-lt"/>
            </a:endParaRPr>
          </a:p>
        </p:txBody>
      </p:sp>
      <p:grpSp>
        <p:nvGrpSpPr>
          <p:cNvPr id="3" name="Group 2">
            <a:extLst>
              <a:ext uri="{FF2B5EF4-FFF2-40B4-BE49-F238E27FC236}">
                <a16:creationId xmlns:a16="http://schemas.microsoft.com/office/drawing/2014/main" id="{DA806B27-4F39-659A-65B8-D9159FFD9599}"/>
              </a:ext>
            </a:extLst>
          </p:cNvPr>
          <p:cNvGrpSpPr/>
          <p:nvPr/>
        </p:nvGrpSpPr>
        <p:grpSpPr>
          <a:xfrm>
            <a:off x="10918664" y="-7717"/>
            <a:ext cx="778036" cy="6132474"/>
            <a:chOff x="9753494" y="94590"/>
            <a:chExt cx="1203437" cy="6132474"/>
          </a:xfrm>
          <a:solidFill>
            <a:srgbClr val="FF6600"/>
          </a:solidFill>
        </p:grpSpPr>
        <p:sp>
          <p:nvSpPr>
            <p:cNvPr id="4" name="Rectangle 3">
              <a:extLst>
                <a:ext uri="{FF2B5EF4-FFF2-40B4-BE49-F238E27FC236}">
                  <a16:creationId xmlns:a16="http://schemas.microsoft.com/office/drawing/2014/main" id="{7BC55767-26CB-3A23-3421-D26855AF4839}"/>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5" name="Rectangle 4">
              <a:extLst>
                <a:ext uri="{FF2B5EF4-FFF2-40B4-BE49-F238E27FC236}">
                  <a16:creationId xmlns:a16="http://schemas.microsoft.com/office/drawing/2014/main" id="{82AFA626-A37B-7454-401F-09B4C0E4219E}"/>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6" name="Rectangle 5">
              <a:extLst>
                <a:ext uri="{FF2B5EF4-FFF2-40B4-BE49-F238E27FC236}">
                  <a16:creationId xmlns:a16="http://schemas.microsoft.com/office/drawing/2014/main" id="{D6D79102-D609-C97C-7F47-297C47101ECD}"/>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7" name="Rectangle 6">
              <a:extLst>
                <a:ext uri="{FF2B5EF4-FFF2-40B4-BE49-F238E27FC236}">
                  <a16:creationId xmlns:a16="http://schemas.microsoft.com/office/drawing/2014/main" id="{29963D96-ED66-18CD-BAA7-416DA6E71AB1}"/>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8" name="Rectangle 7">
              <a:extLst>
                <a:ext uri="{FF2B5EF4-FFF2-40B4-BE49-F238E27FC236}">
                  <a16:creationId xmlns:a16="http://schemas.microsoft.com/office/drawing/2014/main" id="{25D51B11-C8F1-5532-13F5-BA65DD1B2826}"/>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9" name="Rectangle 8">
              <a:extLst>
                <a:ext uri="{FF2B5EF4-FFF2-40B4-BE49-F238E27FC236}">
                  <a16:creationId xmlns:a16="http://schemas.microsoft.com/office/drawing/2014/main" id="{EFEDACAE-B7AE-E1A3-718C-57435B7E88A5}"/>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0" name="Rectangle 9">
              <a:extLst>
                <a:ext uri="{FF2B5EF4-FFF2-40B4-BE49-F238E27FC236}">
                  <a16:creationId xmlns:a16="http://schemas.microsoft.com/office/drawing/2014/main" id="{D431587F-D531-57BB-4BE0-3907EF119AC6}"/>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1" name="Rectangle 10">
              <a:extLst>
                <a:ext uri="{FF2B5EF4-FFF2-40B4-BE49-F238E27FC236}">
                  <a16:creationId xmlns:a16="http://schemas.microsoft.com/office/drawing/2014/main" id="{47FFC2D5-DFAD-4AF6-2F32-E9BEEAA174B1}"/>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2" name="Rectangle 11">
              <a:extLst>
                <a:ext uri="{FF2B5EF4-FFF2-40B4-BE49-F238E27FC236}">
                  <a16:creationId xmlns:a16="http://schemas.microsoft.com/office/drawing/2014/main" id="{4E21E548-FF6A-3FAD-4D64-10E47396B5B0}"/>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3" name="Rectangle 12">
              <a:extLst>
                <a:ext uri="{FF2B5EF4-FFF2-40B4-BE49-F238E27FC236}">
                  <a16:creationId xmlns:a16="http://schemas.microsoft.com/office/drawing/2014/main" id="{54B69C47-38C1-BBDE-1EE9-0A2CB2044579}"/>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4" name="Rectangle 13">
              <a:extLst>
                <a:ext uri="{FF2B5EF4-FFF2-40B4-BE49-F238E27FC236}">
                  <a16:creationId xmlns:a16="http://schemas.microsoft.com/office/drawing/2014/main" id="{CF067B9E-4F66-4C1F-1487-597FF5E151F7}"/>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5" name="Rectangle 14">
              <a:extLst>
                <a:ext uri="{FF2B5EF4-FFF2-40B4-BE49-F238E27FC236}">
                  <a16:creationId xmlns:a16="http://schemas.microsoft.com/office/drawing/2014/main" id="{250D188F-5A4E-78A8-8C34-5F8049C7FF6C}"/>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6" name="Rectangle 15">
              <a:extLst>
                <a:ext uri="{FF2B5EF4-FFF2-40B4-BE49-F238E27FC236}">
                  <a16:creationId xmlns:a16="http://schemas.microsoft.com/office/drawing/2014/main" id="{81290B55-F348-DFED-1365-B62BEF8CE210}"/>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7" name="Rectangle 16">
              <a:extLst>
                <a:ext uri="{FF2B5EF4-FFF2-40B4-BE49-F238E27FC236}">
                  <a16:creationId xmlns:a16="http://schemas.microsoft.com/office/drawing/2014/main" id="{3BB8EB21-6E75-C4CE-48F6-036C3F69F9C5}"/>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8" name="Rectangle 17">
              <a:extLst>
                <a:ext uri="{FF2B5EF4-FFF2-40B4-BE49-F238E27FC236}">
                  <a16:creationId xmlns:a16="http://schemas.microsoft.com/office/drawing/2014/main" id="{8F2CDB3D-9D76-BC14-D229-6EB568092756}"/>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9" name="Rectangle 18">
              <a:extLst>
                <a:ext uri="{FF2B5EF4-FFF2-40B4-BE49-F238E27FC236}">
                  <a16:creationId xmlns:a16="http://schemas.microsoft.com/office/drawing/2014/main" id="{44656FBD-30A0-CBCE-14CB-9C2509A09CDD}"/>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0" name="Rectangle 19">
              <a:extLst>
                <a:ext uri="{FF2B5EF4-FFF2-40B4-BE49-F238E27FC236}">
                  <a16:creationId xmlns:a16="http://schemas.microsoft.com/office/drawing/2014/main" id="{A309E890-E0F5-8933-73C2-EA7E43ADDF7D}"/>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Tree>
    <p:extLst>
      <p:ext uri="{BB962C8B-B14F-4D97-AF65-F5344CB8AC3E}">
        <p14:creationId xmlns:p14="http://schemas.microsoft.com/office/powerpoint/2010/main" val="1044706873"/>
      </p:ext>
    </p:extLst>
  </p:cSld>
  <p:clrMapOvr>
    <a:overrideClrMapping bg1="dk1" tx1="lt1" bg2="dk2" tx2="lt2" accent1="accent1" accent2="accent2" accent3="accent3" accent4="accent4" accent5="accent5" accent6="accent6" hlink="hlink" folHlink="folHlink"/>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Q&amp;A White">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ED546B29-47D7-B290-B5E2-05B8F932912E}"/>
              </a:ext>
            </a:extLst>
          </p:cNvPr>
          <p:cNvCxnSpPr>
            <a:cxnSpLocks/>
          </p:cNvCxnSpPr>
          <p:nvPr/>
        </p:nvCxnSpPr>
        <p:spPr>
          <a:xfrm>
            <a:off x="1089230" y="2455386"/>
            <a:ext cx="0" cy="1441238"/>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C248880-FE2B-03FB-BD52-03F175B5B6B1}"/>
              </a:ext>
            </a:extLst>
          </p:cNvPr>
          <p:cNvSpPr txBox="1"/>
          <p:nvPr/>
        </p:nvSpPr>
        <p:spPr>
          <a:xfrm>
            <a:off x="1736073" y="2681701"/>
            <a:ext cx="7357122" cy="1015663"/>
          </a:xfrm>
          <a:prstGeom prst="rect">
            <a:avLst/>
          </a:prstGeom>
          <a:noFill/>
        </p:spPr>
        <p:txBody>
          <a:bodyPr wrap="square" rtlCol="0" anchor="ctr">
            <a:noAutofit/>
          </a:bodyPr>
          <a:lstStyle/>
          <a:p>
            <a:pPr algn="l"/>
            <a:r>
              <a:rPr lang="en-US" sz="6000" b="0" i="0" dirty="0">
                <a:latin typeface="+mj-lt"/>
              </a:rPr>
              <a:t>Q&amp;A</a:t>
            </a:r>
            <a:endParaRPr sz="6000" b="0" i="0" dirty="0">
              <a:latin typeface="+mj-lt"/>
            </a:endParaRPr>
          </a:p>
        </p:txBody>
      </p:sp>
      <p:grpSp>
        <p:nvGrpSpPr>
          <p:cNvPr id="2" name="Group 1">
            <a:extLst>
              <a:ext uri="{FF2B5EF4-FFF2-40B4-BE49-F238E27FC236}">
                <a16:creationId xmlns:a16="http://schemas.microsoft.com/office/drawing/2014/main" id="{821EE8A1-E7A6-5054-0496-C33A3576224F}"/>
              </a:ext>
            </a:extLst>
          </p:cNvPr>
          <p:cNvGrpSpPr/>
          <p:nvPr/>
        </p:nvGrpSpPr>
        <p:grpSpPr>
          <a:xfrm>
            <a:off x="10918664" y="-7717"/>
            <a:ext cx="778036" cy="6132474"/>
            <a:chOff x="9753494" y="94590"/>
            <a:chExt cx="1203437" cy="6132474"/>
          </a:xfrm>
          <a:solidFill>
            <a:srgbClr val="FF6600"/>
          </a:solidFill>
        </p:grpSpPr>
        <p:sp>
          <p:nvSpPr>
            <p:cNvPr id="5" name="Rectangle 4">
              <a:extLst>
                <a:ext uri="{FF2B5EF4-FFF2-40B4-BE49-F238E27FC236}">
                  <a16:creationId xmlns:a16="http://schemas.microsoft.com/office/drawing/2014/main" id="{1327846E-53BE-8E0A-9EDF-7358519BCE27}"/>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6" name="Rectangle 5">
              <a:extLst>
                <a:ext uri="{FF2B5EF4-FFF2-40B4-BE49-F238E27FC236}">
                  <a16:creationId xmlns:a16="http://schemas.microsoft.com/office/drawing/2014/main" id="{D48B94FE-20A3-72E2-F36E-4481ACD1FCE9}"/>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7" name="Rectangle 6">
              <a:extLst>
                <a:ext uri="{FF2B5EF4-FFF2-40B4-BE49-F238E27FC236}">
                  <a16:creationId xmlns:a16="http://schemas.microsoft.com/office/drawing/2014/main" id="{B9ADA13A-619A-960A-90AB-FC174FD69BB0}"/>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8" name="Rectangle 7">
              <a:extLst>
                <a:ext uri="{FF2B5EF4-FFF2-40B4-BE49-F238E27FC236}">
                  <a16:creationId xmlns:a16="http://schemas.microsoft.com/office/drawing/2014/main" id="{B13CCD9C-C81D-2549-0DF0-7D309D39729A}"/>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9" name="Rectangle 8">
              <a:extLst>
                <a:ext uri="{FF2B5EF4-FFF2-40B4-BE49-F238E27FC236}">
                  <a16:creationId xmlns:a16="http://schemas.microsoft.com/office/drawing/2014/main" id="{7FC14BCD-D1FE-07B7-F3A7-21F355B1267C}"/>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0" name="Rectangle 9">
              <a:extLst>
                <a:ext uri="{FF2B5EF4-FFF2-40B4-BE49-F238E27FC236}">
                  <a16:creationId xmlns:a16="http://schemas.microsoft.com/office/drawing/2014/main" id="{DBB658EE-28EE-1874-92ED-D35006D03EAF}"/>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1" name="Rectangle 10">
              <a:extLst>
                <a:ext uri="{FF2B5EF4-FFF2-40B4-BE49-F238E27FC236}">
                  <a16:creationId xmlns:a16="http://schemas.microsoft.com/office/drawing/2014/main" id="{9D6D4D50-8ADD-64D5-ACD0-C6283A2C1A4F}"/>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2" name="Rectangle 11">
              <a:extLst>
                <a:ext uri="{FF2B5EF4-FFF2-40B4-BE49-F238E27FC236}">
                  <a16:creationId xmlns:a16="http://schemas.microsoft.com/office/drawing/2014/main" id="{9ECF105D-1CC0-1113-F682-D2EB06AEFE25}"/>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3" name="Rectangle 12">
              <a:extLst>
                <a:ext uri="{FF2B5EF4-FFF2-40B4-BE49-F238E27FC236}">
                  <a16:creationId xmlns:a16="http://schemas.microsoft.com/office/drawing/2014/main" id="{C4E4C901-5E44-8596-6D8A-F4115F60C8D1}"/>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4" name="Rectangle 13">
              <a:extLst>
                <a:ext uri="{FF2B5EF4-FFF2-40B4-BE49-F238E27FC236}">
                  <a16:creationId xmlns:a16="http://schemas.microsoft.com/office/drawing/2014/main" id="{40F51AAF-80D6-5BBD-BFF6-6AB827979EDD}"/>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5" name="Rectangle 14">
              <a:extLst>
                <a:ext uri="{FF2B5EF4-FFF2-40B4-BE49-F238E27FC236}">
                  <a16:creationId xmlns:a16="http://schemas.microsoft.com/office/drawing/2014/main" id="{5B38BF40-CBCE-8187-CB32-AA3077CFA129}"/>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6" name="Rectangle 15">
              <a:extLst>
                <a:ext uri="{FF2B5EF4-FFF2-40B4-BE49-F238E27FC236}">
                  <a16:creationId xmlns:a16="http://schemas.microsoft.com/office/drawing/2014/main" id="{84165857-4A76-C3F2-F3DB-03888D945501}"/>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7" name="Rectangle 16">
              <a:extLst>
                <a:ext uri="{FF2B5EF4-FFF2-40B4-BE49-F238E27FC236}">
                  <a16:creationId xmlns:a16="http://schemas.microsoft.com/office/drawing/2014/main" id="{26560653-245B-6669-4C80-CB2B9B510822}"/>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8" name="Rectangle 17">
              <a:extLst>
                <a:ext uri="{FF2B5EF4-FFF2-40B4-BE49-F238E27FC236}">
                  <a16:creationId xmlns:a16="http://schemas.microsoft.com/office/drawing/2014/main" id="{2A66728D-754E-A0A4-662D-03BFC8AF0F60}"/>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9" name="Rectangle 18">
              <a:extLst>
                <a:ext uri="{FF2B5EF4-FFF2-40B4-BE49-F238E27FC236}">
                  <a16:creationId xmlns:a16="http://schemas.microsoft.com/office/drawing/2014/main" id="{0D75E2E8-C71E-F034-8A25-8E8FADBD8CA7}"/>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0" name="Rectangle 19">
              <a:extLst>
                <a:ext uri="{FF2B5EF4-FFF2-40B4-BE49-F238E27FC236}">
                  <a16:creationId xmlns:a16="http://schemas.microsoft.com/office/drawing/2014/main" id="{42721A52-1991-219C-0F2C-BA1CBFDC11BE}"/>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1" name="Rectangle 20">
              <a:extLst>
                <a:ext uri="{FF2B5EF4-FFF2-40B4-BE49-F238E27FC236}">
                  <a16:creationId xmlns:a16="http://schemas.microsoft.com/office/drawing/2014/main" id="{BEED6D14-2612-5A6D-C540-CCBB56400EED}"/>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Tree>
    <p:extLst>
      <p:ext uri="{BB962C8B-B14F-4D97-AF65-F5344CB8AC3E}">
        <p14:creationId xmlns:p14="http://schemas.microsoft.com/office/powerpoint/2010/main" val="1545120176"/>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Thank You">
    <p:bg>
      <p:bgPr>
        <a:solidFill>
          <a:srgbClr val="FFFFFF"/>
        </a:solidFill>
        <a:effectLst/>
      </p:bgPr>
    </p:bg>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2E424520-EA77-745A-28BE-560EF77079F6}"/>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pic>
        <p:nvPicPr>
          <p:cNvPr id="97" name="Picture 96" descr="A black background with white text&#10;&#10;Description automatically generated">
            <a:extLst>
              <a:ext uri="{FF2B5EF4-FFF2-40B4-BE49-F238E27FC236}">
                <a16:creationId xmlns:a16="http://schemas.microsoft.com/office/drawing/2014/main" id="{F814CE97-FAF0-50BA-CB25-523617D7E1E0}"/>
              </a:ext>
            </a:extLst>
          </p:cNvPr>
          <p:cNvPicPr>
            <a:picLocks noChangeAspect="1"/>
          </p:cNvPicPr>
          <p:nvPr/>
        </p:nvPicPr>
        <p:blipFill rotWithShape="1">
          <a:blip r:embed="rId3">
            <a:extLst>
              <a:ext uri="{28A0092B-C50C-407E-A947-70E740481C1C}">
                <a14:useLocalDpi xmlns:a14="http://schemas.microsoft.com/office/drawing/2010/main" val="0"/>
              </a:ext>
            </a:extLst>
          </a:blip>
          <a:srcRect b="7869"/>
          <a:stretch/>
        </p:blipFill>
        <p:spPr>
          <a:xfrm>
            <a:off x="1524" y="0"/>
            <a:ext cx="12190476" cy="6318328"/>
          </a:xfrm>
          <a:prstGeom prst="rect">
            <a:avLst/>
          </a:prstGeom>
        </p:spPr>
      </p:pic>
      <p:cxnSp>
        <p:nvCxnSpPr>
          <p:cNvPr id="116" name="Straight Connector 115">
            <a:extLst>
              <a:ext uri="{FF2B5EF4-FFF2-40B4-BE49-F238E27FC236}">
                <a16:creationId xmlns:a16="http://schemas.microsoft.com/office/drawing/2014/main" id="{F9C559BF-47C6-6A32-2FFB-F1DAEF97A59E}"/>
              </a:ext>
            </a:extLst>
          </p:cNvPr>
          <p:cNvCxnSpPr>
            <a:cxnSpLocks/>
          </p:cNvCxnSpPr>
          <p:nvPr/>
        </p:nvCxnSpPr>
        <p:spPr>
          <a:xfrm>
            <a:off x="1089230" y="2455386"/>
            <a:ext cx="0" cy="1441238"/>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sp>
        <p:nvSpPr>
          <p:cNvPr id="117" name="TextBox 116">
            <a:extLst>
              <a:ext uri="{FF2B5EF4-FFF2-40B4-BE49-F238E27FC236}">
                <a16:creationId xmlns:a16="http://schemas.microsoft.com/office/drawing/2014/main" id="{B5691422-9F31-E603-0BB7-88449A809EE7}"/>
              </a:ext>
            </a:extLst>
          </p:cNvPr>
          <p:cNvSpPr txBox="1"/>
          <p:nvPr/>
        </p:nvSpPr>
        <p:spPr>
          <a:xfrm>
            <a:off x="1736073" y="2681701"/>
            <a:ext cx="7357122" cy="1015663"/>
          </a:xfrm>
          <a:prstGeom prst="rect">
            <a:avLst/>
          </a:prstGeom>
          <a:noFill/>
        </p:spPr>
        <p:txBody>
          <a:bodyPr wrap="square" rtlCol="0" anchor="ctr">
            <a:noAutofit/>
          </a:bodyPr>
          <a:lstStyle/>
          <a:p>
            <a:pPr algn="l"/>
            <a:r>
              <a:rPr lang="en-US" sz="6000" b="0" i="0" dirty="0">
                <a:latin typeface="+mj-lt"/>
              </a:rPr>
              <a:t>Thank You!</a:t>
            </a:r>
            <a:endParaRPr sz="6000" b="0" i="0" dirty="0">
              <a:latin typeface="+mj-lt"/>
            </a:endParaRPr>
          </a:p>
        </p:txBody>
      </p:sp>
      <p:grpSp>
        <p:nvGrpSpPr>
          <p:cNvPr id="3" name="Group 2">
            <a:extLst>
              <a:ext uri="{FF2B5EF4-FFF2-40B4-BE49-F238E27FC236}">
                <a16:creationId xmlns:a16="http://schemas.microsoft.com/office/drawing/2014/main" id="{6278A115-D4C5-CE40-9307-157F99298ECB}"/>
              </a:ext>
            </a:extLst>
          </p:cNvPr>
          <p:cNvGrpSpPr/>
          <p:nvPr/>
        </p:nvGrpSpPr>
        <p:grpSpPr>
          <a:xfrm>
            <a:off x="10918664" y="-7717"/>
            <a:ext cx="778036" cy="6132474"/>
            <a:chOff x="9753494" y="94590"/>
            <a:chExt cx="1203437" cy="6132474"/>
          </a:xfrm>
          <a:solidFill>
            <a:srgbClr val="FF6600"/>
          </a:solidFill>
        </p:grpSpPr>
        <p:sp>
          <p:nvSpPr>
            <p:cNvPr id="4" name="Rectangle 3">
              <a:extLst>
                <a:ext uri="{FF2B5EF4-FFF2-40B4-BE49-F238E27FC236}">
                  <a16:creationId xmlns:a16="http://schemas.microsoft.com/office/drawing/2014/main" id="{2306CEEB-74BE-0827-271B-993D23977CCA}"/>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5" name="Rectangle 4">
              <a:extLst>
                <a:ext uri="{FF2B5EF4-FFF2-40B4-BE49-F238E27FC236}">
                  <a16:creationId xmlns:a16="http://schemas.microsoft.com/office/drawing/2014/main" id="{C8F4F209-2BE4-B4BA-6E12-A4F2B1CC2097}"/>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6" name="Rectangle 5">
              <a:extLst>
                <a:ext uri="{FF2B5EF4-FFF2-40B4-BE49-F238E27FC236}">
                  <a16:creationId xmlns:a16="http://schemas.microsoft.com/office/drawing/2014/main" id="{6B7BD390-D25E-21DB-2675-E42A444C2A48}"/>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7" name="Rectangle 6">
              <a:extLst>
                <a:ext uri="{FF2B5EF4-FFF2-40B4-BE49-F238E27FC236}">
                  <a16:creationId xmlns:a16="http://schemas.microsoft.com/office/drawing/2014/main" id="{D8586200-8C69-78E0-E15C-2301972D7B80}"/>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8" name="Rectangle 7">
              <a:extLst>
                <a:ext uri="{FF2B5EF4-FFF2-40B4-BE49-F238E27FC236}">
                  <a16:creationId xmlns:a16="http://schemas.microsoft.com/office/drawing/2014/main" id="{FCC07B62-8BD6-D2FD-3CE3-A3C2E8D1DE94}"/>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9" name="Rectangle 8">
              <a:extLst>
                <a:ext uri="{FF2B5EF4-FFF2-40B4-BE49-F238E27FC236}">
                  <a16:creationId xmlns:a16="http://schemas.microsoft.com/office/drawing/2014/main" id="{5818A570-E4A1-BEF0-F525-56457D5D9FE6}"/>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0" name="Rectangle 9">
              <a:extLst>
                <a:ext uri="{FF2B5EF4-FFF2-40B4-BE49-F238E27FC236}">
                  <a16:creationId xmlns:a16="http://schemas.microsoft.com/office/drawing/2014/main" id="{AE8B6504-C77E-767B-F2EC-2E2761D47A6E}"/>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1" name="Rectangle 10">
              <a:extLst>
                <a:ext uri="{FF2B5EF4-FFF2-40B4-BE49-F238E27FC236}">
                  <a16:creationId xmlns:a16="http://schemas.microsoft.com/office/drawing/2014/main" id="{82246852-3705-44B3-01CF-BB1C61982155}"/>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2" name="Rectangle 11">
              <a:extLst>
                <a:ext uri="{FF2B5EF4-FFF2-40B4-BE49-F238E27FC236}">
                  <a16:creationId xmlns:a16="http://schemas.microsoft.com/office/drawing/2014/main" id="{C5461D61-A160-3B99-0C86-8C84E04933A8}"/>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3" name="Rectangle 12">
              <a:extLst>
                <a:ext uri="{FF2B5EF4-FFF2-40B4-BE49-F238E27FC236}">
                  <a16:creationId xmlns:a16="http://schemas.microsoft.com/office/drawing/2014/main" id="{7BD495E2-CADF-DFC7-F5C1-101EB90A1CC2}"/>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4" name="Rectangle 13">
              <a:extLst>
                <a:ext uri="{FF2B5EF4-FFF2-40B4-BE49-F238E27FC236}">
                  <a16:creationId xmlns:a16="http://schemas.microsoft.com/office/drawing/2014/main" id="{6B479067-15DB-127C-2612-1A37FC8A9D20}"/>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5" name="Rectangle 14">
              <a:extLst>
                <a:ext uri="{FF2B5EF4-FFF2-40B4-BE49-F238E27FC236}">
                  <a16:creationId xmlns:a16="http://schemas.microsoft.com/office/drawing/2014/main" id="{372BEEB2-0B5C-4C27-C263-96943A1173C2}"/>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6" name="Rectangle 15">
              <a:extLst>
                <a:ext uri="{FF2B5EF4-FFF2-40B4-BE49-F238E27FC236}">
                  <a16:creationId xmlns:a16="http://schemas.microsoft.com/office/drawing/2014/main" id="{1C75853D-A37E-EA02-8E6E-E4C960FA7ED0}"/>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7" name="Rectangle 16">
              <a:extLst>
                <a:ext uri="{FF2B5EF4-FFF2-40B4-BE49-F238E27FC236}">
                  <a16:creationId xmlns:a16="http://schemas.microsoft.com/office/drawing/2014/main" id="{15A6E5E2-3193-E4B1-477C-36249D450F20}"/>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8" name="Rectangle 17">
              <a:extLst>
                <a:ext uri="{FF2B5EF4-FFF2-40B4-BE49-F238E27FC236}">
                  <a16:creationId xmlns:a16="http://schemas.microsoft.com/office/drawing/2014/main" id="{6F5E98DF-41DC-DAD1-1F4E-9603D7260B1B}"/>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9" name="Rectangle 18">
              <a:extLst>
                <a:ext uri="{FF2B5EF4-FFF2-40B4-BE49-F238E27FC236}">
                  <a16:creationId xmlns:a16="http://schemas.microsoft.com/office/drawing/2014/main" id="{E7EFE887-9F14-2762-D43A-C04F848D27B0}"/>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0" name="Rectangle 19">
              <a:extLst>
                <a:ext uri="{FF2B5EF4-FFF2-40B4-BE49-F238E27FC236}">
                  <a16:creationId xmlns:a16="http://schemas.microsoft.com/office/drawing/2014/main" id="{42F934F1-0E0A-2225-0AA9-73819D2AAE31}"/>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Tree>
    <p:extLst>
      <p:ext uri="{BB962C8B-B14F-4D97-AF65-F5344CB8AC3E}">
        <p14:creationId xmlns:p14="http://schemas.microsoft.com/office/powerpoint/2010/main" val="1239272417"/>
      </p:ext>
    </p:extLst>
  </p:cSld>
  <p:clrMapOvr>
    <a:overrideClrMapping bg1="dk1" tx1="lt1" bg2="dk2" tx2="lt2" accent1="accent1" accent2="accent2" accent3="accent3" accent4="accent4" accent5="accent5" accent6="accent6" hlink="hlink" folHlink="folHlink"/>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Thank you white">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ED546B29-47D7-B290-B5E2-05B8F932912E}"/>
              </a:ext>
            </a:extLst>
          </p:cNvPr>
          <p:cNvCxnSpPr>
            <a:cxnSpLocks/>
          </p:cNvCxnSpPr>
          <p:nvPr/>
        </p:nvCxnSpPr>
        <p:spPr>
          <a:xfrm>
            <a:off x="1089230" y="2455386"/>
            <a:ext cx="0" cy="1441238"/>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C248880-FE2B-03FB-BD52-03F175B5B6B1}"/>
              </a:ext>
            </a:extLst>
          </p:cNvPr>
          <p:cNvSpPr txBox="1"/>
          <p:nvPr/>
        </p:nvSpPr>
        <p:spPr>
          <a:xfrm>
            <a:off x="1736073" y="2681701"/>
            <a:ext cx="7357122" cy="1015663"/>
          </a:xfrm>
          <a:prstGeom prst="rect">
            <a:avLst/>
          </a:prstGeom>
          <a:noFill/>
        </p:spPr>
        <p:txBody>
          <a:bodyPr wrap="square" rtlCol="0" anchor="ctr">
            <a:noAutofit/>
          </a:bodyPr>
          <a:lstStyle/>
          <a:p>
            <a:pPr algn="l"/>
            <a:r>
              <a:rPr sz="6000" b="0" i="0" dirty="0">
                <a:latin typeface="+mj-lt"/>
              </a:rPr>
              <a:t>Thank You!</a:t>
            </a:r>
          </a:p>
        </p:txBody>
      </p:sp>
      <p:grpSp>
        <p:nvGrpSpPr>
          <p:cNvPr id="22" name="Group 21">
            <a:extLst>
              <a:ext uri="{FF2B5EF4-FFF2-40B4-BE49-F238E27FC236}">
                <a16:creationId xmlns:a16="http://schemas.microsoft.com/office/drawing/2014/main" id="{7CE60E21-8949-B382-992B-A16D5DC2831F}"/>
              </a:ext>
            </a:extLst>
          </p:cNvPr>
          <p:cNvGrpSpPr/>
          <p:nvPr/>
        </p:nvGrpSpPr>
        <p:grpSpPr>
          <a:xfrm>
            <a:off x="10918664" y="-7717"/>
            <a:ext cx="778036" cy="6132474"/>
            <a:chOff x="9753494" y="94590"/>
            <a:chExt cx="1203437" cy="6132474"/>
          </a:xfrm>
          <a:solidFill>
            <a:srgbClr val="FF6600"/>
          </a:solidFill>
        </p:grpSpPr>
        <p:sp>
          <p:nvSpPr>
            <p:cNvPr id="23" name="Rectangle 22">
              <a:extLst>
                <a:ext uri="{FF2B5EF4-FFF2-40B4-BE49-F238E27FC236}">
                  <a16:creationId xmlns:a16="http://schemas.microsoft.com/office/drawing/2014/main" id="{FEC46E54-932A-5272-6C06-B7620F590B23}"/>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4" name="Rectangle 23">
              <a:extLst>
                <a:ext uri="{FF2B5EF4-FFF2-40B4-BE49-F238E27FC236}">
                  <a16:creationId xmlns:a16="http://schemas.microsoft.com/office/drawing/2014/main" id="{0FB07E49-018B-BA43-6431-74CE7917E27C}"/>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5" name="Rectangle 24">
              <a:extLst>
                <a:ext uri="{FF2B5EF4-FFF2-40B4-BE49-F238E27FC236}">
                  <a16:creationId xmlns:a16="http://schemas.microsoft.com/office/drawing/2014/main" id="{C1B1ECFB-63BB-9549-CA90-69B9811B6133}"/>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6" name="Rectangle 25">
              <a:extLst>
                <a:ext uri="{FF2B5EF4-FFF2-40B4-BE49-F238E27FC236}">
                  <a16:creationId xmlns:a16="http://schemas.microsoft.com/office/drawing/2014/main" id="{E284A54D-ADD6-DEBC-B0DC-47BFD09AD82B}"/>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7" name="Rectangle 26">
              <a:extLst>
                <a:ext uri="{FF2B5EF4-FFF2-40B4-BE49-F238E27FC236}">
                  <a16:creationId xmlns:a16="http://schemas.microsoft.com/office/drawing/2014/main" id="{1C48BCEF-6166-96FE-7FFA-9BE1211A56D0}"/>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8" name="Rectangle 27">
              <a:extLst>
                <a:ext uri="{FF2B5EF4-FFF2-40B4-BE49-F238E27FC236}">
                  <a16:creationId xmlns:a16="http://schemas.microsoft.com/office/drawing/2014/main" id="{3CCB9C44-257D-F2BA-CC57-3846CB44E3E6}"/>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9" name="Rectangle 28">
              <a:extLst>
                <a:ext uri="{FF2B5EF4-FFF2-40B4-BE49-F238E27FC236}">
                  <a16:creationId xmlns:a16="http://schemas.microsoft.com/office/drawing/2014/main" id="{431F0CDA-DD73-EA9C-DBFB-CE211525E74D}"/>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0" name="Rectangle 29">
              <a:extLst>
                <a:ext uri="{FF2B5EF4-FFF2-40B4-BE49-F238E27FC236}">
                  <a16:creationId xmlns:a16="http://schemas.microsoft.com/office/drawing/2014/main" id="{D2C6ECD0-2C19-F338-34D8-023095F58DC4}"/>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1" name="Rectangle 30">
              <a:extLst>
                <a:ext uri="{FF2B5EF4-FFF2-40B4-BE49-F238E27FC236}">
                  <a16:creationId xmlns:a16="http://schemas.microsoft.com/office/drawing/2014/main" id="{6731DAD4-9911-5B2A-7379-2783685899AC}"/>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2" name="Rectangle 31">
              <a:extLst>
                <a:ext uri="{FF2B5EF4-FFF2-40B4-BE49-F238E27FC236}">
                  <a16:creationId xmlns:a16="http://schemas.microsoft.com/office/drawing/2014/main" id="{9847E31C-C944-6D16-5A7E-118FBAD2010C}"/>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3" name="Rectangle 32">
              <a:extLst>
                <a:ext uri="{FF2B5EF4-FFF2-40B4-BE49-F238E27FC236}">
                  <a16:creationId xmlns:a16="http://schemas.microsoft.com/office/drawing/2014/main" id="{5611CD6A-00C0-360B-717F-3349A84E1B7E}"/>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4" name="Rectangle 33">
              <a:extLst>
                <a:ext uri="{FF2B5EF4-FFF2-40B4-BE49-F238E27FC236}">
                  <a16:creationId xmlns:a16="http://schemas.microsoft.com/office/drawing/2014/main" id="{80C1DEE7-00E9-F60F-09C8-285DC365DDE0}"/>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5" name="Rectangle 34">
              <a:extLst>
                <a:ext uri="{FF2B5EF4-FFF2-40B4-BE49-F238E27FC236}">
                  <a16:creationId xmlns:a16="http://schemas.microsoft.com/office/drawing/2014/main" id="{6A243E24-5EE7-C5EB-8A3E-73BFEF9D71FD}"/>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6" name="Rectangle 35">
              <a:extLst>
                <a:ext uri="{FF2B5EF4-FFF2-40B4-BE49-F238E27FC236}">
                  <a16:creationId xmlns:a16="http://schemas.microsoft.com/office/drawing/2014/main" id="{1C8F15CA-3678-714C-8AFE-D579C4E160DE}"/>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7" name="Rectangle 36">
              <a:extLst>
                <a:ext uri="{FF2B5EF4-FFF2-40B4-BE49-F238E27FC236}">
                  <a16:creationId xmlns:a16="http://schemas.microsoft.com/office/drawing/2014/main" id="{0635BA45-3F74-47BD-9163-BBB83C0D77AC}"/>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8" name="Rectangle 37">
              <a:extLst>
                <a:ext uri="{FF2B5EF4-FFF2-40B4-BE49-F238E27FC236}">
                  <a16:creationId xmlns:a16="http://schemas.microsoft.com/office/drawing/2014/main" id="{5893D00A-3CF4-192E-0718-7DECD6B9D40B}"/>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9" name="Rectangle 38">
              <a:extLst>
                <a:ext uri="{FF2B5EF4-FFF2-40B4-BE49-F238E27FC236}">
                  <a16:creationId xmlns:a16="http://schemas.microsoft.com/office/drawing/2014/main" id="{3B0A2304-6D86-178E-5BD1-855E73B4F2E9}"/>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Tree>
    <p:extLst>
      <p:ext uri="{BB962C8B-B14F-4D97-AF65-F5344CB8AC3E}">
        <p14:creationId xmlns:p14="http://schemas.microsoft.com/office/powerpoint/2010/main" val="2415215441"/>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3_Title Only With Color Bar-Dark">
    <p:spTree>
      <p:nvGrpSpPr>
        <p:cNvPr id="1" name=""/>
        <p:cNvGrpSpPr/>
        <p:nvPr/>
      </p:nvGrpSpPr>
      <p:grpSpPr>
        <a:xfrm>
          <a:off x="0" y="0"/>
          <a:ext cx="0" cy="0"/>
          <a:chOff x="0" y="0"/>
          <a:chExt cx="0" cy="0"/>
        </a:xfrm>
      </p:grpSpPr>
      <p:pic>
        <p:nvPicPr>
          <p:cNvPr id="48" name="Picture 47" descr="A black background with white text&#10;&#10;Description automatically generated">
            <a:extLst>
              <a:ext uri="{FF2B5EF4-FFF2-40B4-BE49-F238E27FC236}">
                <a16:creationId xmlns:a16="http://schemas.microsoft.com/office/drawing/2014/main" id="{E4B52AC8-9965-4B39-1670-7FBDE60F2025}"/>
              </a:ext>
            </a:extLst>
          </p:cNvPr>
          <p:cNvPicPr>
            <a:picLocks noChangeAspect="1"/>
          </p:cNvPicPr>
          <p:nvPr/>
        </p:nvPicPr>
        <p:blipFill rotWithShape="1">
          <a:blip r:embed="rId3">
            <a:extLst>
              <a:ext uri="{28A0092B-C50C-407E-A947-70E740481C1C}">
                <a14:useLocalDpi xmlns:a14="http://schemas.microsoft.com/office/drawing/2010/main" val="0"/>
              </a:ext>
            </a:extLst>
          </a:blip>
          <a:srcRect b="7869"/>
          <a:stretch/>
        </p:blipFill>
        <p:spPr>
          <a:xfrm>
            <a:off x="1524" y="0"/>
            <a:ext cx="12190476" cy="6318328"/>
          </a:xfrm>
          <a:prstGeom prst="rect">
            <a:avLst/>
          </a:prstGeom>
        </p:spPr>
      </p:pic>
      <p:sp>
        <p:nvSpPr>
          <p:cNvPr id="8" name="Do not remove" hidden="1">
            <a:extLst>
              <a:ext uri="{FF2B5EF4-FFF2-40B4-BE49-F238E27FC236}">
                <a16:creationId xmlns:a16="http://schemas.microsoft.com/office/drawing/2014/main" id="{A94987CB-4B09-ED04-FB2C-E547BB1EEBD3}"/>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title"/>
          </p:nvPr>
        </p:nvSpPr>
        <p:spPr>
          <a:xfrm>
            <a:off x="963246" y="1364488"/>
            <a:ext cx="8266987" cy="869670"/>
          </a:xfrm>
        </p:spPr>
        <p:txBody>
          <a:bodyPr/>
          <a:lstStyle>
            <a:lvl1pPr>
              <a:defRPr b="0" i="0">
                <a:solidFill>
                  <a:schemeClr val="bg1"/>
                </a:solidFill>
              </a:defRPr>
            </a:lvl1pPr>
          </a:lstStyle>
          <a:p>
            <a:r>
              <a:rPr lang="en-US"/>
              <a:t>Click to edit Master title style</a:t>
            </a:r>
            <a:endParaRPr dirty="0"/>
          </a:p>
        </p:txBody>
      </p:sp>
      <p:sp>
        <p:nvSpPr>
          <p:cNvPr id="3" name="Date Placeholder 2"/>
          <p:cNvSpPr>
            <a:spLocks noGrp="1"/>
          </p:cNvSpPr>
          <p:nvPr>
            <p:ph type="dt" sz="half" idx="10"/>
          </p:nvPr>
        </p:nvSpPr>
        <p:spPr>
          <a:xfrm>
            <a:off x="1583673" y="6973951"/>
            <a:ext cx="642938" cy="287518"/>
          </a:xfrm>
          <a:prstGeom prst="rect">
            <a:avLst/>
          </a:prstGeom>
        </p:spPr>
        <p:txBody>
          <a:bodyPr vert="horz" lIns="91440" tIns="45720" rIns="91440" bIns="45720" rtlCol="0" anchor="t"/>
          <a:lstStyle>
            <a:defPPr>
              <a:defRPr lang="en-US"/>
            </a:defPPr>
            <a:lvl1pPr marL="0" algn="l" defTabSz="457200" rtl="0" eaLnBrk="1" latinLnBrk="0" hangingPunct="1">
              <a:defRPr sz="800" b="0" i="0" kern="1200">
                <a:solidFill>
                  <a:srgbClr val="666666"/>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54F65CC-ED5D-426F-8DAD-8AE05CE784C4}" type="datetimeFigureOut">
              <a:rPr lang="en-US" smtClean="0"/>
              <a:t>4/9/2026</a:t>
            </a:fld>
            <a:endParaRPr lang="en-US"/>
          </a:p>
        </p:txBody>
      </p:sp>
      <p:sp>
        <p:nvSpPr>
          <p:cNvPr id="4" name="Footer Placeholder 3"/>
          <p:cNvSpPr>
            <a:spLocks noGrp="1"/>
          </p:cNvSpPr>
          <p:nvPr>
            <p:ph type="ftr" sz="quarter" idx="11"/>
          </p:nvPr>
        </p:nvSpPr>
        <p:spPr>
          <a:xfrm>
            <a:off x="812801" y="6973951"/>
            <a:ext cx="642938" cy="287518"/>
          </a:xfrm>
          <a:prstGeom prst="rect">
            <a:avLst/>
          </a:prstGeom>
        </p:spPr>
        <p:txBody>
          <a:bodyPr vert="horz" lIns="91440" tIns="45720" rIns="91440" bIns="45720" rtlCol="0" anchor="t"/>
          <a:lstStyle>
            <a:defPPr>
              <a:defRPr lang="en-US"/>
            </a:defPPr>
            <a:lvl1pPr marL="0" algn="l" defTabSz="457200" rtl="0" eaLnBrk="1" latinLnBrk="0" hangingPunct="1">
              <a:defRPr sz="800" b="0" i="0" kern="1200">
                <a:solidFill>
                  <a:srgbClr val="666666"/>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a:p>
        </p:txBody>
      </p:sp>
      <p:sp>
        <p:nvSpPr>
          <p:cNvPr id="5" name="Slide Number Placeholder 4"/>
          <p:cNvSpPr>
            <a:spLocks noGrp="1"/>
          </p:cNvSpPr>
          <p:nvPr>
            <p:ph type="sldNum" sz="quarter" idx="12"/>
          </p:nvPr>
        </p:nvSpPr>
        <p:spPr>
          <a:xfrm>
            <a:off x="1" y="6973951"/>
            <a:ext cx="642938" cy="287518"/>
          </a:xfrm>
          <a:prstGeom prst="rect">
            <a:avLst/>
          </a:prstGeom>
        </p:spPr>
        <p:txBody>
          <a:bodyPr vert="horz" lIns="91440" tIns="45720" rIns="91440" bIns="45720" rtlCol="0" anchor="ctr"/>
          <a:lstStyle>
            <a:defPPr>
              <a:defRPr lang="en-US"/>
            </a:defPPr>
            <a:lvl1pPr marL="0" algn="r" defTabSz="457200" rtl="0" eaLnBrk="1" latinLnBrk="0" hangingPunct="1">
              <a:defRPr sz="800" b="0" i="0" kern="1200">
                <a:solidFill>
                  <a:srgbClr val="666666"/>
                </a:solidFill>
                <a:latin typeface="Univers for Fiserv 45 Ligh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F67BF3F-7888-4035-A167-8684EC2F54BD}" type="slidenum">
              <a:rPr lang="en-US" smtClean="0"/>
              <a:t>‹#›</a:t>
            </a:fld>
            <a:endParaRPr lang="en-US"/>
          </a:p>
        </p:txBody>
      </p:sp>
      <p:sp>
        <p:nvSpPr>
          <p:cNvPr id="6" name="Text Placeholder 25">
            <a:extLst>
              <a:ext uri="{FF2B5EF4-FFF2-40B4-BE49-F238E27FC236}">
                <a16:creationId xmlns:a16="http://schemas.microsoft.com/office/drawing/2014/main" id="{982A5A51-8EAE-BEFE-5570-CFEABE375EC9}"/>
              </a:ext>
            </a:extLst>
          </p:cNvPr>
          <p:cNvSpPr>
            <a:spLocks noGrp="1"/>
          </p:cNvSpPr>
          <p:nvPr>
            <p:ph type="body" sz="quarter" idx="13" hasCustomPrompt="1"/>
          </p:nvPr>
        </p:nvSpPr>
        <p:spPr>
          <a:xfrm>
            <a:off x="1041401" y="2745858"/>
            <a:ext cx="2453429" cy="1705575"/>
          </a:xfrm>
          <a:noFill/>
          <a:effectLst/>
        </p:spPr>
        <p:txBody>
          <a:bodyPr lIns="0" tIns="182880" rIns="0" bIns="0"/>
          <a:lstStyle>
            <a:lvl1pPr marL="0" indent="0">
              <a:buNone/>
              <a:defRPr sz="2000">
                <a:solidFill>
                  <a:schemeClr val="bg1"/>
                </a:solidFill>
              </a:defRPr>
            </a:lvl1pPr>
            <a:lvl2pPr marL="0" indent="0">
              <a:spcBef>
                <a:spcPts val="1200"/>
              </a:spcBef>
              <a:buNone/>
              <a:defRPr sz="1600">
                <a:solidFill>
                  <a:schemeClr val="bg1"/>
                </a:solidFill>
              </a:defRPr>
            </a:lvl2pPr>
            <a:lvl3pPr marL="640080" indent="0">
              <a:buNone/>
              <a:defRPr/>
            </a:lvl3pPr>
            <a:lvl4pPr marL="960120" indent="0">
              <a:buNone/>
              <a:defRPr/>
            </a:lvl4pPr>
            <a:lvl5pPr marL="1280160" indent="0">
              <a:buNone/>
              <a:defRPr/>
            </a:lvl5pPr>
          </a:lstStyle>
          <a:p>
            <a:pPr lvl="0"/>
            <a:r>
              <a:rPr lang="en-US" dirty="0"/>
              <a:t>Speaker Name</a:t>
            </a:r>
          </a:p>
          <a:p>
            <a:pPr lvl="1"/>
            <a:r>
              <a:rPr lang="en-US" dirty="0"/>
              <a:t>Speaker Title</a:t>
            </a:r>
          </a:p>
        </p:txBody>
      </p:sp>
      <p:sp>
        <p:nvSpPr>
          <p:cNvPr id="10" name="Text Placeholder 25">
            <a:extLst>
              <a:ext uri="{FF2B5EF4-FFF2-40B4-BE49-F238E27FC236}">
                <a16:creationId xmlns:a16="http://schemas.microsoft.com/office/drawing/2014/main" id="{09959044-963F-B326-FD42-518974A1CF08}"/>
              </a:ext>
            </a:extLst>
          </p:cNvPr>
          <p:cNvSpPr>
            <a:spLocks noGrp="1"/>
          </p:cNvSpPr>
          <p:nvPr>
            <p:ph type="body" sz="quarter" idx="14" hasCustomPrompt="1"/>
          </p:nvPr>
        </p:nvSpPr>
        <p:spPr>
          <a:xfrm>
            <a:off x="3948180" y="2745858"/>
            <a:ext cx="2453429" cy="1705575"/>
          </a:xfrm>
          <a:noFill/>
          <a:effectLst/>
        </p:spPr>
        <p:txBody>
          <a:bodyPr lIns="0" tIns="182880" rIns="0" bIns="0"/>
          <a:lstStyle>
            <a:lvl1pPr marL="0" indent="0">
              <a:buNone/>
              <a:defRPr sz="2000">
                <a:solidFill>
                  <a:schemeClr val="bg1"/>
                </a:solidFill>
              </a:defRPr>
            </a:lvl1pPr>
            <a:lvl2pPr marL="0" indent="0">
              <a:spcBef>
                <a:spcPts val="1200"/>
              </a:spcBef>
              <a:buNone/>
              <a:defRPr sz="1600">
                <a:solidFill>
                  <a:schemeClr val="bg1"/>
                </a:solidFill>
              </a:defRPr>
            </a:lvl2pPr>
            <a:lvl3pPr marL="640080" indent="0">
              <a:buNone/>
              <a:defRPr/>
            </a:lvl3pPr>
            <a:lvl4pPr marL="960120" indent="0">
              <a:buNone/>
              <a:defRPr/>
            </a:lvl4pPr>
            <a:lvl5pPr marL="1280160" indent="0">
              <a:buNone/>
              <a:defRPr/>
            </a:lvl5pPr>
          </a:lstStyle>
          <a:p>
            <a:pPr lvl="0"/>
            <a:r>
              <a:rPr lang="en-US" dirty="0"/>
              <a:t>Speaker Name</a:t>
            </a:r>
          </a:p>
          <a:p>
            <a:pPr lvl="1"/>
            <a:r>
              <a:rPr lang="en-US" dirty="0"/>
              <a:t>Speaker Title</a:t>
            </a:r>
          </a:p>
        </p:txBody>
      </p:sp>
      <p:sp>
        <p:nvSpPr>
          <p:cNvPr id="11" name="Text Placeholder 25">
            <a:extLst>
              <a:ext uri="{FF2B5EF4-FFF2-40B4-BE49-F238E27FC236}">
                <a16:creationId xmlns:a16="http://schemas.microsoft.com/office/drawing/2014/main" id="{195136E6-A8C7-8F72-EEC6-3C9E5BD90A76}"/>
              </a:ext>
            </a:extLst>
          </p:cNvPr>
          <p:cNvSpPr>
            <a:spLocks noGrp="1"/>
          </p:cNvSpPr>
          <p:nvPr>
            <p:ph type="body" sz="quarter" idx="15" hasCustomPrompt="1"/>
          </p:nvPr>
        </p:nvSpPr>
        <p:spPr>
          <a:xfrm>
            <a:off x="6854958" y="2745858"/>
            <a:ext cx="2453429" cy="1705575"/>
          </a:xfrm>
          <a:noFill/>
          <a:effectLst/>
        </p:spPr>
        <p:txBody>
          <a:bodyPr lIns="0" tIns="182880" rIns="0" bIns="0"/>
          <a:lstStyle>
            <a:lvl1pPr marL="0" indent="0">
              <a:buNone/>
              <a:defRPr sz="2000">
                <a:solidFill>
                  <a:schemeClr val="bg1"/>
                </a:solidFill>
              </a:defRPr>
            </a:lvl1pPr>
            <a:lvl2pPr marL="0" indent="0">
              <a:spcBef>
                <a:spcPts val="1200"/>
              </a:spcBef>
              <a:buNone/>
              <a:defRPr sz="1600">
                <a:solidFill>
                  <a:schemeClr val="bg1"/>
                </a:solidFill>
              </a:defRPr>
            </a:lvl2pPr>
            <a:lvl3pPr marL="640080" indent="0">
              <a:buNone/>
              <a:defRPr/>
            </a:lvl3pPr>
            <a:lvl4pPr marL="960120" indent="0">
              <a:buNone/>
              <a:defRPr/>
            </a:lvl4pPr>
            <a:lvl5pPr marL="1280160" indent="0">
              <a:buNone/>
              <a:defRPr/>
            </a:lvl5pPr>
          </a:lstStyle>
          <a:p>
            <a:pPr lvl="0"/>
            <a:r>
              <a:rPr lang="en-US" dirty="0"/>
              <a:t>Speaker Name</a:t>
            </a:r>
          </a:p>
          <a:p>
            <a:pPr lvl="1"/>
            <a:r>
              <a:rPr lang="en-US" dirty="0"/>
              <a:t>Speaker Title</a:t>
            </a:r>
          </a:p>
        </p:txBody>
      </p:sp>
      <p:cxnSp>
        <p:nvCxnSpPr>
          <p:cNvPr id="12" name="Straight Connector 11">
            <a:extLst>
              <a:ext uri="{FF2B5EF4-FFF2-40B4-BE49-F238E27FC236}">
                <a16:creationId xmlns:a16="http://schemas.microsoft.com/office/drawing/2014/main" id="{7C528A44-05C6-C62F-15ED-CB2AABC6CE89}"/>
              </a:ext>
            </a:extLst>
          </p:cNvPr>
          <p:cNvCxnSpPr/>
          <p:nvPr/>
        </p:nvCxnSpPr>
        <p:spPr>
          <a:xfrm>
            <a:off x="1041400" y="2340430"/>
            <a:ext cx="8266987" cy="0"/>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33CB0FEE-1119-3275-E5B5-66264B7BE08A}"/>
              </a:ext>
            </a:extLst>
          </p:cNvPr>
          <p:cNvGrpSpPr/>
          <p:nvPr/>
        </p:nvGrpSpPr>
        <p:grpSpPr>
          <a:xfrm>
            <a:off x="10918664" y="-7717"/>
            <a:ext cx="778036" cy="6132474"/>
            <a:chOff x="9753494" y="94590"/>
            <a:chExt cx="1203437" cy="6132474"/>
          </a:xfrm>
          <a:solidFill>
            <a:srgbClr val="FF6600"/>
          </a:solidFill>
        </p:grpSpPr>
        <p:sp>
          <p:nvSpPr>
            <p:cNvPr id="13" name="Rectangle 12">
              <a:extLst>
                <a:ext uri="{FF2B5EF4-FFF2-40B4-BE49-F238E27FC236}">
                  <a16:creationId xmlns:a16="http://schemas.microsoft.com/office/drawing/2014/main" id="{1D77EE0D-A8E7-A019-DEE4-521948EBD9E5}"/>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4" name="Rectangle 13">
              <a:extLst>
                <a:ext uri="{FF2B5EF4-FFF2-40B4-BE49-F238E27FC236}">
                  <a16:creationId xmlns:a16="http://schemas.microsoft.com/office/drawing/2014/main" id="{9D5270FC-C766-511A-3BAB-0A804AE2BE5D}"/>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5" name="Rectangle 14">
              <a:extLst>
                <a:ext uri="{FF2B5EF4-FFF2-40B4-BE49-F238E27FC236}">
                  <a16:creationId xmlns:a16="http://schemas.microsoft.com/office/drawing/2014/main" id="{97135D4B-3BD3-9A2C-9709-C275FD39893A}"/>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6" name="Rectangle 15">
              <a:extLst>
                <a:ext uri="{FF2B5EF4-FFF2-40B4-BE49-F238E27FC236}">
                  <a16:creationId xmlns:a16="http://schemas.microsoft.com/office/drawing/2014/main" id="{0CFA3274-6568-7509-86DA-C1C61524F9CD}"/>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7" name="Rectangle 16">
              <a:extLst>
                <a:ext uri="{FF2B5EF4-FFF2-40B4-BE49-F238E27FC236}">
                  <a16:creationId xmlns:a16="http://schemas.microsoft.com/office/drawing/2014/main" id="{8078C584-57BC-38AF-A9A7-DE25299C0EA7}"/>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8" name="Rectangle 17">
              <a:extLst>
                <a:ext uri="{FF2B5EF4-FFF2-40B4-BE49-F238E27FC236}">
                  <a16:creationId xmlns:a16="http://schemas.microsoft.com/office/drawing/2014/main" id="{8D2B467F-2396-7930-B74C-D7BB77A23965}"/>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9" name="Rectangle 18">
              <a:extLst>
                <a:ext uri="{FF2B5EF4-FFF2-40B4-BE49-F238E27FC236}">
                  <a16:creationId xmlns:a16="http://schemas.microsoft.com/office/drawing/2014/main" id="{6904F7BD-AF65-6214-6CC5-CD464FEFA60E}"/>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0" name="Rectangle 19">
              <a:extLst>
                <a:ext uri="{FF2B5EF4-FFF2-40B4-BE49-F238E27FC236}">
                  <a16:creationId xmlns:a16="http://schemas.microsoft.com/office/drawing/2014/main" id="{13612924-26D6-AF52-3430-4A31DCD1ED05}"/>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1" name="Rectangle 20">
              <a:extLst>
                <a:ext uri="{FF2B5EF4-FFF2-40B4-BE49-F238E27FC236}">
                  <a16:creationId xmlns:a16="http://schemas.microsoft.com/office/drawing/2014/main" id="{9359BA02-2FEB-68B1-F79B-8F13D0711B6A}"/>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2" name="Rectangle 21">
              <a:extLst>
                <a:ext uri="{FF2B5EF4-FFF2-40B4-BE49-F238E27FC236}">
                  <a16:creationId xmlns:a16="http://schemas.microsoft.com/office/drawing/2014/main" id="{E4919851-249A-3EE8-6121-ED35CC900CCC}"/>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3" name="Rectangle 22">
              <a:extLst>
                <a:ext uri="{FF2B5EF4-FFF2-40B4-BE49-F238E27FC236}">
                  <a16:creationId xmlns:a16="http://schemas.microsoft.com/office/drawing/2014/main" id="{7CCE8151-6197-3848-8DCD-3727FEBCABB4}"/>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4" name="Rectangle 23">
              <a:extLst>
                <a:ext uri="{FF2B5EF4-FFF2-40B4-BE49-F238E27FC236}">
                  <a16:creationId xmlns:a16="http://schemas.microsoft.com/office/drawing/2014/main" id="{A7E92514-9307-2B35-BC75-FDCB7B7C5DEC}"/>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5" name="Rectangle 24">
              <a:extLst>
                <a:ext uri="{FF2B5EF4-FFF2-40B4-BE49-F238E27FC236}">
                  <a16:creationId xmlns:a16="http://schemas.microsoft.com/office/drawing/2014/main" id="{4F439BC3-4CC7-B69A-4C2A-0E5A691822BE}"/>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6" name="Rectangle 25">
              <a:extLst>
                <a:ext uri="{FF2B5EF4-FFF2-40B4-BE49-F238E27FC236}">
                  <a16:creationId xmlns:a16="http://schemas.microsoft.com/office/drawing/2014/main" id="{B6D5E48E-2A2F-B3FF-6AC9-D56EB2FEA396}"/>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7" name="Rectangle 26">
              <a:extLst>
                <a:ext uri="{FF2B5EF4-FFF2-40B4-BE49-F238E27FC236}">
                  <a16:creationId xmlns:a16="http://schemas.microsoft.com/office/drawing/2014/main" id="{A4E1D1B4-F116-DA1D-D02B-8A3F14EF6F70}"/>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8" name="Rectangle 27">
              <a:extLst>
                <a:ext uri="{FF2B5EF4-FFF2-40B4-BE49-F238E27FC236}">
                  <a16:creationId xmlns:a16="http://schemas.microsoft.com/office/drawing/2014/main" id="{153D4852-932C-5C85-F02A-A43AC36B4E5D}"/>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9" name="Rectangle 28">
              <a:extLst>
                <a:ext uri="{FF2B5EF4-FFF2-40B4-BE49-F238E27FC236}">
                  <a16:creationId xmlns:a16="http://schemas.microsoft.com/office/drawing/2014/main" id="{B05416DD-CEEA-7829-F286-8ED51B16D302}"/>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Tree>
    <p:extLst>
      <p:ext uri="{BB962C8B-B14F-4D97-AF65-F5344CB8AC3E}">
        <p14:creationId xmlns:p14="http://schemas.microsoft.com/office/powerpoint/2010/main" val="2840556850"/>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65EE2-2B34-8D3D-3FE7-185A641A6058}"/>
              </a:ext>
            </a:extLst>
          </p:cNvPr>
          <p:cNvSpPr>
            <a:spLocks noGrp="1"/>
          </p:cNvSpPr>
          <p:nvPr>
            <p:ph type="title" hasCustomPrompt="1"/>
          </p:nvPr>
        </p:nvSpPr>
        <p:spPr/>
        <p:txBody>
          <a:bodyPr/>
          <a:lstStyle>
            <a:lvl1pPr>
              <a:defRPr/>
            </a:lvl1pPr>
          </a:lstStyle>
          <a:p>
            <a:r>
              <a:rPr lang="en-US" dirty="0"/>
              <a:t>Grid Reference</a:t>
            </a:r>
          </a:p>
        </p:txBody>
      </p:sp>
      <p:grpSp>
        <p:nvGrpSpPr>
          <p:cNvPr id="3" name="Group 2">
            <a:extLst>
              <a:ext uri="{FF2B5EF4-FFF2-40B4-BE49-F238E27FC236}">
                <a16:creationId xmlns:a16="http://schemas.microsoft.com/office/drawing/2014/main" id="{1E0158E6-304B-C406-F4A2-1411517F6089}"/>
              </a:ext>
            </a:extLst>
          </p:cNvPr>
          <p:cNvGrpSpPr/>
          <p:nvPr/>
        </p:nvGrpSpPr>
        <p:grpSpPr>
          <a:xfrm>
            <a:off x="609599" y="1123950"/>
            <a:ext cx="10972801" cy="5200650"/>
            <a:chOff x="679544" y="1182624"/>
            <a:chExt cx="10832911" cy="414528"/>
          </a:xfrm>
          <a:solidFill>
            <a:srgbClr val="EAEAEA"/>
          </a:solidFill>
        </p:grpSpPr>
        <p:sp>
          <p:nvSpPr>
            <p:cNvPr id="4" name="Rectangle 3">
              <a:extLst>
                <a:ext uri="{FF2B5EF4-FFF2-40B4-BE49-F238E27FC236}">
                  <a16:creationId xmlns:a16="http://schemas.microsoft.com/office/drawing/2014/main" id="{84DFCBF7-810A-7FD2-8DAC-D8BF86BC8607}"/>
                </a:ext>
              </a:extLst>
            </p:cNvPr>
            <p:cNvSpPr/>
            <p:nvPr/>
          </p:nvSpPr>
          <p:spPr>
            <a:xfrm>
              <a:off x="679544" y="1182624"/>
              <a:ext cx="677057" cy="414528"/>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5" name="Rectangle 4">
              <a:extLst>
                <a:ext uri="{FF2B5EF4-FFF2-40B4-BE49-F238E27FC236}">
                  <a16:creationId xmlns:a16="http://schemas.microsoft.com/office/drawing/2014/main" id="{E47A1F12-FEA5-143B-F11C-6ED991E36B4E}"/>
                </a:ext>
              </a:extLst>
            </p:cNvPr>
            <p:cNvSpPr/>
            <p:nvPr/>
          </p:nvSpPr>
          <p:spPr>
            <a:xfrm>
              <a:off x="1603797" y="1182624"/>
              <a:ext cx="666143" cy="414528"/>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6" name="Rectangle 5">
              <a:extLst>
                <a:ext uri="{FF2B5EF4-FFF2-40B4-BE49-F238E27FC236}">
                  <a16:creationId xmlns:a16="http://schemas.microsoft.com/office/drawing/2014/main" id="{9A2B305D-07B3-F565-2B87-960187280433}"/>
                </a:ext>
              </a:extLst>
            </p:cNvPr>
            <p:cNvSpPr/>
            <p:nvPr/>
          </p:nvSpPr>
          <p:spPr>
            <a:xfrm>
              <a:off x="2528048" y="1182624"/>
              <a:ext cx="666143" cy="414528"/>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7" name="Rectangle 6">
              <a:extLst>
                <a:ext uri="{FF2B5EF4-FFF2-40B4-BE49-F238E27FC236}">
                  <a16:creationId xmlns:a16="http://schemas.microsoft.com/office/drawing/2014/main" id="{BA800696-5D4F-3073-2B24-9F886DB0BA9E}"/>
                </a:ext>
              </a:extLst>
            </p:cNvPr>
            <p:cNvSpPr/>
            <p:nvPr/>
          </p:nvSpPr>
          <p:spPr>
            <a:xfrm>
              <a:off x="3452300" y="1182624"/>
              <a:ext cx="666143" cy="414528"/>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8" name="Rectangle 7">
              <a:extLst>
                <a:ext uri="{FF2B5EF4-FFF2-40B4-BE49-F238E27FC236}">
                  <a16:creationId xmlns:a16="http://schemas.microsoft.com/office/drawing/2014/main" id="{2C09F011-CE90-D831-667C-ABF0028BD601}"/>
                </a:ext>
              </a:extLst>
            </p:cNvPr>
            <p:cNvSpPr/>
            <p:nvPr/>
          </p:nvSpPr>
          <p:spPr>
            <a:xfrm>
              <a:off x="4376551" y="1182624"/>
              <a:ext cx="666143" cy="414528"/>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9" name="Rectangle 8">
              <a:extLst>
                <a:ext uri="{FF2B5EF4-FFF2-40B4-BE49-F238E27FC236}">
                  <a16:creationId xmlns:a16="http://schemas.microsoft.com/office/drawing/2014/main" id="{41A7BBC9-F6BC-546F-A6F7-F978A07CDD8A}"/>
                </a:ext>
              </a:extLst>
            </p:cNvPr>
            <p:cNvSpPr/>
            <p:nvPr/>
          </p:nvSpPr>
          <p:spPr>
            <a:xfrm>
              <a:off x="5300803" y="1182624"/>
              <a:ext cx="666143" cy="414528"/>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0" name="Rectangle 9">
              <a:extLst>
                <a:ext uri="{FF2B5EF4-FFF2-40B4-BE49-F238E27FC236}">
                  <a16:creationId xmlns:a16="http://schemas.microsoft.com/office/drawing/2014/main" id="{38B83296-A6E4-A469-3BBD-E9B406050F51}"/>
                </a:ext>
              </a:extLst>
            </p:cNvPr>
            <p:cNvSpPr/>
            <p:nvPr/>
          </p:nvSpPr>
          <p:spPr>
            <a:xfrm>
              <a:off x="6225054" y="1182624"/>
              <a:ext cx="666143" cy="414528"/>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1" name="Rectangle 10">
              <a:extLst>
                <a:ext uri="{FF2B5EF4-FFF2-40B4-BE49-F238E27FC236}">
                  <a16:creationId xmlns:a16="http://schemas.microsoft.com/office/drawing/2014/main" id="{92844C7C-A599-5085-25BF-0EAA7F910F54}"/>
                </a:ext>
              </a:extLst>
            </p:cNvPr>
            <p:cNvSpPr/>
            <p:nvPr/>
          </p:nvSpPr>
          <p:spPr>
            <a:xfrm>
              <a:off x="7149306" y="1182624"/>
              <a:ext cx="666143" cy="414528"/>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2" name="Rectangle 11">
              <a:extLst>
                <a:ext uri="{FF2B5EF4-FFF2-40B4-BE49-F238E27FC236}">
                  <a16:creationId xmlns:a16="http://schemas.microsoft.com/office/drawing/2014/main" id="{94611D86-009B-B0D0-F706-585FD31A2508}"/>
                </a:ext>
              </a:extLst>
            </p:cNvPr>
            <p:cNvSpPr/>
            <p:nvPr/>
          </p:nvSpPr>
          <p:spPr>
            <a:xfrm>
              <a:off x="8073557" y="1182624"/>
              <a:ext cx="666143" cy="414528"/>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3" name="Rectangle 12">
              <a:extLst>
                <a:ext uri="{FF2B5EF4-FFF2-40B4-BE49-F238E27FC236}">
                  <a16:creationId xmlns:a16="http://schemas.microsoft.com/office/drawing/2014/main" id="{E0FB51FB-9590-285B-1502-221215CC42D5}"/>
                </a:ext>
              </a:extLst>
            </p:cNvPr>
            <p:cNvSpPr/>
            <p:nvPr/>
          </p:nvSpPr>
          <p:spPr>
            <a:xfrm>
              <a:off x="8997809" y="1182624"/>
              <a:ext cx="666143" cy="414528"/>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4" name="Rectangle 13">
              <a:extLst>
                <a:ext uri="{FF2B5EF4-FFF2-40B4-BE49-F238E27FC236}">
                  <a16:creationId xmlns:a16="http://schemas.microsoft.com/office/drawing/2014/main" id="{67C964AA-930A-20A3-2703-ED7FC3225F09}"/>
                </a:ext>
              </a:extLst>
            </p:cNvPr>
            <p:cNvSpPr/>
            <p:nvPr/>
          </p:nvSpPr>
          <p:spPr>
            <a:xfrm>
              <a:off x="9922060" y="1182624"/>
              <a:ext cx="666143" cy="414528"/>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5" name="Rectangle 14">
              <a:extLst>
                <a:ext uri="{FF2B5EF4-FFF2-40B4-BE49-F238E27FC236}">
                  <a16:creationId xmlns:a16="http://schemas.microsoft.com/office/drawing/2014/main" id="{E617CEFA-7E90-FC1C-1623-2D1986368C06}"/>
                </a:ext>
              </a:extLst>
            </p:cNvPr>
            <p:cNvSpPr/>
            <p:nvPr/>
          </p:nvSpPr>
          <p:spPr>
            <a:xfrm>
              <a:off x="10846312" y="1182624"/>
              <a:ext cx="666143" cy="414528"/>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
        <p:nvSpPr>
          <p:cNvPr id="17" name="TextBox 16">
            <a:extLst>
              <a:ext uri="{FF2B5EF4-FFF2-40B4-BE49-F238E27FC236}">
                <a16:creationId xmlns:a16="http://schemas.microsoft.com/office/drawing/2014/main" id="{39F6DCF2-4D93-1F68-01F0-8CE14640779C}"/>
              </a:ext>
            </a:extLst>
          </p:cNvPr>
          <p:cNvSpPr txBox="1"/>
          <p:nvPr/>
        </p:nvSpPr>
        <p:spPr>
          <a:xfrm>
            <a:off x="12561449" y="0"/>
            <a:ext cx="2214094" cy="6771084"/>
          </a:xfrm>
          <a:prstGeom prst="rect">
            <a:avLst/>
          </a:prstGeom>
          <a:noFill/>
        </p:spPr>
        <p:txBody>
          <a:bodyPr wrap="square">
            <a:spAutoFit/>
          </a:bodyPr>
          <a:lstStyle/>
          <a:p>
            <a:pPr marL="285750" indent="-285750">
              <a:buFont typeface="Arial" panose="020B0604020202020204" pitchFamily="34" charset="0"/>
              <a:buChar char="•"/>
            </a:pPr>
            <a:r>
              <a:rPr lang="en-US" sz="1400" dirty="0"/>
              <a:t>All slide titles are now within the inner margin and align with other slide elements on the left (example: the bullets on this slide and the slide title align on the left)</a:t>
            </a:r>
          </a:p>
          <a:p>
            <a:pPr marL="285750" indent="-285750">
              <a:buFont typeface="Arial" panose="020B0604020202020204" pitchFamily="34" charset="0"/>
              <a:buChar char="•"/>
            </a:pPr>
            <a:r>
              <a:rPr lang="en-US" sz="1400" dirty="0"/>
              <a:t>All slide titles are now in sentence case</a:t>
            </a:r>
          </a:p>
          <a:p>
            <a:pPr marL="285750" indent="-285750">
              <a:buFont typeface="Arial" panose="020B0604020202020204" pitchFamily="34" charset="0"/>
              <a:buChar char="•"/>
            </a:pPr>
            <a:r>
              <a:rPr lang="en-US" sz="1400" dirty="0"/>
              <a:t>Multiple layouts retired</a:t>
            </a:r>
          </a:p>
          <a:p>
            <a:pPr marL="285750" indent="-285750">
              <a:buFont typeface="Arial" panose="020B0604020202020204" pitchFamily="34" charset="0"/>
              <a:buChar char="•"/>
            </a:pPr>
            <a:r>
              <a:rPr lang="en-US" sz="1400" dirty="0"/>
              <a:t>New layouts added (new style columns, gray divisions)</a:t>
            </a:r>
          </a:p>
          <a:p>
            <a:pPr marL="285750" indent="-285750">
              <a:buFont typeface="Arial" panose="020B0604020202020204" pitchFamily="34" charset="0"/>
              <a:buChar char="•"/>
            </a:pPr>
            <a:r>
              <a:rPr lang="en-US" sz="1400" dirty="0"/>
              <a:t>Chart headers left-aligned</a:t>
            </a:r>
          </a:p>
          <a:p>
            <a:pPr marL="285750" indent="-285750">
              <a:buFont typeface="Arial" panose="020B0604020202020204" pitchFamily="34" charset="0"/>
              <a:buChar char="•"/>
            </a:pPr>
            <a:r>
              <a:rPr lang="en-US" sz="1400" dirty="0"/>
              <a:t>Gradients removed from chart example</a:t>
            </a:r>
          </a:p>
          <a:p>
            <a:pPr marL="285750" indent="-285750">
              <a:buFont typeface="Arial" panose="020B0604020202020204" pitchFamily="34" charset="0"/>
              <a:buChar char="•"/>
            </a:pPr>
            <a:r>
              <a:rPr lang="en-US" sz="1400" dirty="0"/>
              <a:t>XML-based automatic formatting added for table headers and borders</a:t>
            </a:r>
          </a:p>
          <a:p>
            <a:pPr marL="285750" indent="-285750">
              <a:buFont typeface="Arial" panose="020B0604020202020204" pitchFamily="34" charset="0"/>
              <a:buChar char="•"/>
            </a:pPr>
            <a:r>
              <a:rPr lang="en-US" sz="1400" dirty="0"/>
              <a:t>Twelve-column grid example embedded as a layout (for advanced users)</a:t>
            </a:r>
          </a:p>
          <a:p>
            <a:pPr marL="285750" indent="-285750">
              <a:buFont typeface="Arial" panose="020B0604020202020204" pitchFamily="34" charset="0"/>
              <a:buChar char="•"/>
            </a:pPr>
            <a:r>
              <a:rPr lang="en-US" sz="1400" dirty="0"/>
              <a:t>Chart text is black</a:t>
            </a:r>
          </a:p>
          <a:p>
            <a:pPr marL="285750" indent="-285750">
              <a:buFont typeface="Arial" panose="020B0604020202020204" pitchFamily="34" charset="0"/>
              <a:buChar char="•"/>
            </a:pPr>
            <a:r>
              <a:rPr lang="en-US" sz="1400" dirty="0"/>
              <a:t>Chart titles have a “shadow” applied to act as a line</a:t>
            </a:r>
          </a:p>
        </p:txBody>
      </p:sp>
    </p:spTree>
    <p:extLst>
      <p:ext uri="{BB962C8B-B14F-4D97-AF65-F5344CB8AC3E}">
        <p14:creationId xmlns:p14="http://schemas.microsoft.com/office/powerpoint/2010/main" val="907123147"/>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Vertical Text Placeholder 2"/>
          <p:cNvSpPr>
            <a:spLocks noGrp="1"/>
          </p:cNvSpPr>
          <p:nvPr>
            <p:ph type="body" orient="vert" idx="1" hasCustomPrompt="1"/>
          </p:nvPr>
        </p:nvSpPr>
        <p:spPr/>
        <p:txBody>
          <a:bodyPr vert="eaVert"/>
          <a:lstStyle>
            <a:lvl1pPr>
              <a:defRPr b="0" i="0"/>
            </a:lvl1pPr>
            <a:lvl2pPr>
              <a:defRPr b="0" i="0"/>
            </a:lvl2pPr>
            <a:lvl3pPr>
              <a:defRPr b="0" i="0"/>
            </a:lvl3pPr>
            <a:lvl4pPr>
              <a:defRPr b="0" i="0"/>
            </a:lvl4pPr>
            <a:lvl5pPr>
              <a:defRPr b="0" i="0"/>
            </a:lvl5pPr>
          </a:lstStyle>
          <a:p>
            <a:pPr lvl="0"/>
            <a:r>
              <a:t>Click to add text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991350861"/>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lvl1pPr>
              <a:defRPr b="0" i="0"/>
            </a:lvl1pPr>
          </a:lstStyle>
          <a:p>
            <a:r>
              <a:rPr lang="en-US"/>
              <a:t>Click to edit Master title style</a:t>
            </a:r>
            <a:endParaRPr/>
          </a:p>
        </p:txBody>
      </p:sp>
      <p:sp>
        <p:nvSpPr>
          <p:cNvPr id="3" name="Vertical Text Placeholder 2"/>
          <p:cNvSpPr>
            <a:spLocks noGrp="1"/>
          </p:cNvSpPr>
          <p:nvPr>
            <p:ph type="body" orient="vert" idx="1" hasCustomPrompt="1"/>
          </p:nvPr>
        </p:nvSpPr>
        <p:spPr>
          <a:xfrm>
            <a:off x="838201" y="365125"/>
            <a:ext cx="7734300" cy="5811838"/>
          </a:xfrm>
        </p:spPr>
        <p:txBody>
          <a:bodyPr vert="eaVert"/>
          <a:lstStyle>
            <a:lvl1pPr>
              <a:defRPr b="0" i="0"/>
            </a:lvl1pPr>
            <a:lvl2pPr>
              <a:defRPr b="0" i="0"/>
            </a:lvl2pPr>
            <a:lvl3pPr>
              <a:defRPr b="0" i="0"/>
            </a:lvl3pPr>
            <a:lvl4pPr>
              <a:defRPr b="0" i="0"/>
            </a:lvl4pPr>
            <a:lvl5pPr>
              <a:defRPr b="0" i="0"/>
            </a:lvl5pPr>
          </a:lstStyle>
          <a:p>
            <a:pPr lvl="0"/>
            <a:r>
              <a:t>Click to add text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55068344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Relationship Id="rId14" Type="http://schemas.openxmlformats.org/officeDocument/2006/relationships/slideLayout" Target="../slideLayouts/slideLayout37.xml"/><Relationship Id="rId15" Type="http://schemas.openxmlformats.org/officeDocument/2006/relationships/slideLayout" Target="../slideLayouts/slideLayout38.xml"/><Relationship Id="rId16" Type="http://schemas.openxmlformats.org/officeDocument/2006/relationships/slideLayout" Target="../slideLayouts/slideLayout39.xml"/><Relationship Id="rId17" Type="http://schemas.openxmlformats.org/officeDocument/2006/relationships/slideLayout" Target="../slideLayouts/slideLayout40.xml"/><Relationship Id="rId18" Type="http://schemas.openxmlformats.org/officeDocument/2006/relationships/slideLayout" Target="../slideLayouts/slideLayout41.xml"/><Relationship Id="rId19" Type="http://schemas.openxmlformats.org/officeDocument/2006/relationships/slideLayout" Target="../slideLayouts/slideLayout42.xml"/><Relationship Id="rId20" Type="http://schemas.openxmlformats.org/officeDocument/2006/relationships/slideLayout" Target="../slideLayouts/slideLayout43.xml"/><Relationship Id="rId21" Type="http://schemas.openxmlformats.org/officeDocument/2006/relationships/slideLayout" Target="../slideLayouts/slideLayout44.xml"/><Relationship Id="rId22" Type="http://schemas.openxmlformats.org/officeDocument/2006/relationships/slideLayout" Target="../slideLayouts/slideLayout45.xml"/><Relationship Id="rId23" Type="http://schemas.openxmlformats.org/officeDocument/2006/relationships/slideLayout" Target="../slideLayouts/slideLayout46.xml"/><Relationship Id="rId24" Type="http://schemas.openxmlformats.org/officeDocument/2006/relationships/slideLayout" Target="../slideLayouts/slideLayout47.xml"/><Relationship Id="rId25" Type="http://schemas.openxmlformats.org/officeDocument/2006/relationships/slideLayout" Target="../slideLayouts/slideLayout48.xml"/><Relationship Id="rId26" Type="http://schemas.openxmlformats.org/officeDocument/2006/relationships/slideLayout" Target="../slideLayouts/slideLayout49.xml"/><Relationship Id="rId27" Type="http://schemas.openxmlformats.org/officeDocument/2006/relationships/slideLayout" Target="../slideLayouts/slideLayout50.xml"/><Relationship Id="rId28" Type="http://schemas.openxmlformats.org/officeDocument/2006/relationships/slideLayout" Target="../slideLayouts/slideLayout51.xml"/><Relationship Id="rId29" Type="http://schemas.openxmlformats.org/officeDocument/2006/relationships/slideLayout" Target="../slideLayouts/slideLayout52.xml"/><Relationship Id="rId30" Type="http://schemas.openxmlformats.org/officeDocument/2006/relationships/slideLayout" Target="../slideLayouts/slideLayout53.xml"/><Relationship Id="rId31" Type="http://schemas.openxmlformats.org/officeDocument/2006/relationships/slideLayout" Target="../slideLayouts/slideLayout54.xml"/><Relationship Id="rId32" Type="http://schemas.openxmlformats.org/officeDocument/2006/relationships/slideLayout" Target="../slideLayouts/slideLayout55.xml"/><Relationship Id="rId33" Type="http://schemas.openxmlformats.org/officeDocument/2006/relationships/slideLayout" Target="../slideLayouts/slideLayout56.xml"/><Relationship Id="rId34" Type="http://schemas.openxmlformats.org/officeDocument/2006/relationships/slideLayout" Target="../slideLayouts/slideLayout57.xml"/><Relationship Id="rId35" Type="http://schemas.openxmlformats.org/officeDocument/2006/relationships/slideLayout" Target="../slideLayouts/slideLayout58.xml"/><Relationship Id="rId36" Type="http://schemas.openxmlformats.org/officeDocument/2006/relationships/slideLayout" Target="../slideLayouts/slideLayout59.xml"/><Relationship Id="rId37" Type="http://schemas.openxmlformats.org/officeDocument/2006/relationships/slideLayout" Target="../slideLayouts/slideLayout60.xml"/><Relationship Id="rId38" Type="http://schemas.openxmlformats.org/officeDocument/2006/relationships/slideLayout" Target="../slideLayouts/slideLayout61.xml"/><Relationship Id="rId39" Type="http://schemas.openxmlformats.org/officeDocument/2006/relationships/slideLayout" Target="../slideLayouts/slideLayout62.xml"/><Relationship Id="rId40" Type="http://schemas.openxmlformats.org/officeDocument/2006/relationships/slideLayout" Target="../slideLayouts/slideLayout63.xml"/><Relationship Id="rId41" Type="http://schemas.openxmlformats.org/officeDocument/2006/relationships/slideLayout" Target="../slideLayouts/slideLayout64.xml"/><Relationship Id="rId42" Type="http://schemas.openxmlformats.org/officeDocument/2006/relationships/slideLayout" Target="../slideLayouts/slideLayout65.xml"/><Relationship Id="rId43" Type="http://schemas.openxmlformats.org/officeDocument/2006/relationships/slideLayout" Target="../slideLayouts/slideLayout66.xml"/><Relationship Id="rId44" Type="http://schemas.openxmlformats.org/officeDocument/2006/relationships/slideLayout" Target="../slideLayouts/slideLayout67.xml"/><Relationship Id="rId45" Type="http://schemas.openxmlformats.org/officeDocument/2006/relationships/slideLayout" Target="../slideLayouts/slideLayout68.xml"/><Relationship Id="rId46" Type="http://schemas.openxmlformats.org/officeDocument/2006/relationships/slideLayout" Target="../slideLayouts/slideLayout69.xml"/><Relationship Id="rId47" Type="http://schemas.openxmlformats.org/officeDocument/2006/relationships/slideLayout" Target="../slideLayouts/slideLayout70.xml"/><Relationship Id="rId48" Type="http://schemas.openxmlformats.org/officeDocument/2006/relationships/slideLayout" Target="../slideLayouts/slideLayout71.xml"/><Relationship Id="rId49" Type="http://schemas.openxmlformats.org/officeDocument/2006/relationships/slideLayout" Target="../slideLayouts/slideLayout72.xml"/><Relationship Id="rId50" Type="http://schemas.openxmlformats.org/officeDocument/2006/relationships/slideLayout" Target="../slideLayouts/slideLayout73.xml"/><Relationship Id="rId51" Type="http://schemas.openxmlformats.org/officeDocument/2006/relationships/slideLayout" Target="../slideLayouts/slideLayout74.xml"/><Relationship Id="rId52" Type="http://schemas.openxmlformats.org/officeDocument/2006/relationships/slideLayout" Target="../slideLayouts/slideLayout75.xml"/><Relationship Id="rId53" Type="http://schemas.openxmlformats.org/officeDocument/2006/relationships/slideLayout" Target="../slideLayouts/slideLayout76.xml"/><Relationship Id="rId54" Type="http://schemas.openxmlformats.org/officeDocument/2006/relationships/slideLayout" Target="../slideLayouts/slideLayout77.xml"/><Relationship Id="rId55" Type="http://schemas.openxmlformats.org/officeDocument/2006/relationships/slideLayout" Target="../slideLayouts/slideLayout78.xml"/><Relationship Id="rId56" Type="http://schemas.openxmlformats.org/officeDocument/2006/relationships/slideLayout" Target="../slideLayouts/slideLayout79.xml"/><Relationship Id="rId57" Type="http://schemas.openxmlformats.org/officeDocument/2006/relationships/slideLayout" Target="../slideLayouts/slideLayout80.xml"/><Relationship Id="rId58" Type="http://schemas.openxmlformats.org/officeDocument/2006/relationships/slideLayout" Target="../slideLayouts/slideLayout81.xml"/><Relationship Id="rId59" Type="http://schemas.openxmlformats.org/officeDocument/2006/relationships/slideLayout" Target="../slideLayouts/slideLayout82.xml"/><Relationship Id="rId60" Type="http://schemas.openxmlformats.org/officeDocument/2006/relationships/slideLayout" Target="../slideLayouts/slideLayout83.xml"/><Relationship Id="rId61" Type="http://schemas.openxmlformats.org/officeDocument/2006/relationships/slideLayout" Target="../slideLayouts/slideLayout84.xml"/><Relationship Id="rId62" Type="http://schemas.openxmlformats.org/officeDocument/2006/relationships/slideLayout" Target="../slideLayouts/slideLayout85.xml"/><Relationship Id="rId63" Type="http://schemas.openxmlformats.org/officeDocument/2006/relationships/slideLayout" Target="../slideLayouts/slideLayout86.xml"/><Relationship Id="rId64" Type="http://schemas.openxmlformats.org/officeDocument/2006/relationships/slideLayout" Target="../slideLayouts/slideLayout87.xml"/><Relationship Id="rId65" Type="http://schemas.openxmlformats.org/officeDocument/2006/relationships/slideLayout" Target="../slideLayouts/slideLayout88.xml"/><Relationship Id="rId66" Type="http://schemas.openxmlformats.org/officeDocument/2006/relationships/slideLayout" Target="../slideLayouts/slideLayout89.xml"/><Relationship Id="rId67" Type="http://schemas.openxmlformats.org/officeDocument/2006/relationships/slideLayout" Target="../slideLayouts/slideLayout90.xml"/><Relationship Id="rId68" Type="http://schemas.openxmlformats.org/officeDocument/2006/relationships/slideLayout" Target="../slideLayouts/slideLayout91.xml"/><Relationship Id="rId69" Type="http://schemas.openxmlformats.org/officeDocument/2006/relationships/slideLayout" Target="../slideLayouts/slideLayout92.xml"/><Relationship Id="rId70" Type="http://schemas.openxmlformats.org/officeDocument/2006/relationships/slideLayout" Target="../slideLayouts/slideLayout93.xml"/><Relationship Id="rId71" Type="http://schemas.openxmlformats.org/officeDocument/2006/relationships/slideLayout" Target="../slideLayouts/slideLayout94.xml"/><Relationship Id="rId72" Type="http://schemas.openxmlformats.org/officeDocument/2006/relationships/slideLayout" Target="../slideLayouts/slideLayout95.xml"/><Relationship Id="rId73" Type="http://schemas.openxmlformats.org/officeDocument/2006/relationships/slideLayout" Target="../slideLayouts/slideLayout96.xml"/><Relationship Id="rId74" Type="http://schemas.openxmlformats.org/officeDocument/2006/relationships/slideLayout" Target="../slideLayouts/slideLayout97.xml"/><Relationship Id="rId75" Type="http://schemas.openxmlformats.org/officeDocument/2006/relationships/slideLayout" Target="../slideLayouts/slideLayout98.xml"/><Relationship Id="rId76" Type="http://schemas.openxmlformats.org/officeDocument/2006/relationships/slideLayout" Target="../slideLayouts/slideLayout99.xml"/><Relationship Id="rId77" Type="http://schemas.openxmlformats.org/officeDocument/2006/relationships/slideLayout" Target="../slideLayouts/slideLayout100.xml"/><Relationship Id="rId78" Type="http://schemas.openxmlformats.org/officeDocument/2006/relationships/slideLayout" Target="../slideLayouts/slideLayout101.xml"/><Relationship Id="rId79" Type="http://schemas.openxmlformats.org/officeDocument/2006/relationships/slideLayout" Target="../slideLayouts/slideLayout102.xml"/><Relationship Id="rId80" Type="http://schemas.openxmlformats.org/officeDocument/2006/relationships/slideLayout" Target="../slideLayouts/slideLayout103.xml"/><Relationship Id="rId81" Type="http://schemas.openxmlformats.org/officeDocument/2006/relationships/slideLayout" Target="../slideLayouts/slideLayout104.xml"/><Relationship Id="rId82" Type="http://schemas.openxmlformats.org/officeDocument/2006/relationships/slideLayout" Target="../slideLayouts/slideLayout105.xml"/><Relationship Id="rId83" Type="http://schemas.openxmlformats.org/officeDocument/2006/relationships/slideLayout" Target="../slideLayouts/slideLayout106.xml"/><Relationship Id="rId84" Type="http://schemas.openxmlformats.org/officeDocument/2006/relationships/slideLayout" Target="../slideLayouts/slideLayout107.xml"/><Relationship Id="rId85" Type="http://schemas.openxmlformats.org/officeDocument/2006/relationships/slideLayout" Target="../slideLayouts/slideLayout108.xml"/><Relationship Id="rId86" Type="http://schemas.openxmlformats.org/officeDocument/2006/relationships/slideLayout" Target="../slideLayouts/slideLayout109.xml"/><Relationship Id="rId87" Type="http://schemas.openxmlformats.org/officeDocument/2006/relationships/slideLayout" Target="../slideLayouts/slideLayout110.xml"/><Relationship Id="rId88" Type="http://schemas.openxmlformats.org/officeDocument/2006/relationships/slideLayout" Target="../slideLayouts/slideLayout111.xml"/><Relationship Id="rId89" Type="http://schemas.openxmlformats.org/officeDocument/2006/relationships/slideLayout" Target="../slideLayouts/slideLayout112.xml"/><Relationship Id="rId90" Type="http://schemas.openxmlformats.org/officeDocument/2006/relationships/slideLayout" Target="../slideLayouts/slideLayout113.xml"/><Relationship Id="rId91" Type="http://schemas.openxmlformats.org/officeDocument/2006/relationships/slideLayout" Target="../slideLayouts/slideLayout114.xml"/><Relationship Id="rId92" Type="http://schemas.openxmlformats.org/officeDocument/2006/relationships/slideLayout" Target="../slideLayouts/slideLayout115.xml"/><Relationship Id="rId93" Type="http://schemas.openxmlformats.org/officeDocument/2006/relationships/slideLayout" Target="../slideLayouts/slideLayout116.xml"/><Relationship Id="rId94" Type="http://schemas.openxmlformats.org/officeDocument/2006/relationships/slideLayout" Target="../slideLayouts/slideLayout117.xml"/><Relationship Id="rId95" Type="http://schemas.openxmlformats.org/officeDocument/2006/relationships/slideLayout" Target="../slideLayouts/slideLayout118.xml"/><Relationship Id="rId96" Type="http://schemas.openxmlformats.org/officeDocument/2006/relationships/slideLayout" Target="../slideLayouts/slideLayout119.xml"/><Relationship Id="rId97" Type="http://schemas.openxmlformats.org/officeDocument/2006/relationships/slideLayout" Target="../slideLayouts/slideLayout120.xml"/><Relationship Id="rId98" Type="http://schemas.openxmlformats.org/officeDocument/2006/relationships/slideLayout" Target="../slideLayouts/slideLayout121.xml"/><Relationship Id="rId99" Type="http://schemas.openxmlformats.org/officeDocument/2006/relationships/slideLayout" Target="../slideLayouts/slideLayout122.xml"/><Relationship Id="rId100" Type="http://schemas.openxmlformats.org/officeDocument/2006/relationships/slideLayout" Target="../slideLayouts/slideLayout123.xml"/><Relationship Id="rId101" Type="http://schemas.openxmlformats.org/officeDocument/2006/relationships/theme" Target="../theme/theme3.xml"/><Relationship Id="rId102" Type="http://schemas.openxmlformats.org/officeDocument/2006/relationships/image" Target="../media/image1.png"/><Relationship Id="rId103"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60" r:id="rId8"/>
    <p:sldLayoutId id="2147483656" r:id="rId9"/>
    <p:sldLayoutId id="2147483657" r:id="rId10"/>
    <p:sldLayoutId id="2147483658" r:id="rId11"/>
    <p:sldLayoutId id="2147483659"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630CECA-65F4-35E9-7E82-DC2E7ED97E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1D36FEE-6DD8-2AFD-C85E-02D14C3F22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27EF90-E3CC-886E-5D08-58EA397BD5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54F65CC-ED5D-426F-8DAD-8AE05CE784C4}" type="datetimeFigureOut">
              <a:rPr lang="en-US" smtClean="0"/>
              <a:t>4/9/2026</a:t>
            </a:fld>
            <a:endParaRPr lang="en-US"/>
          </a:p>
        </p:txBody>
      </p:sp>
      <p:sp>
        <p:nvSpPr>
          <p:cNvPr id="5" name="Footer Placeholder 4">
            <a:extLst>
              <a:ext uri="{FF2B5EF4-FFF2-40B4-BE49-F238E27FC236}">
                <a16:creationId xmlns:a16="http://schemas.microsoft.com/office/drawing/2014/main" id="{80FC6C8F-EF53-F6F5-8D1F-4FC6412265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3687A98-DBEC-18EF-4222-F33267DB89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F67BF3F-7888-4035-A167-8684EC2F54BD}" type="slidenum">
              <a:rPr lang="en-US" smtClean="0"/>
              <a:t>‹#›</a:t>
            </a:fld>
            <a:endParaRPr lang="en-US"/>
          </a:p>
        </p:txBody>
      </p:sp>
    </p:spTree>
    <p:extLst>
      <p:ext uri="{BB962C8B-B14F-4D97-AF65-F5344CB8AC3E}">
        <p14:creationId xmlns:p14="http://schemas.microsoft.com/office/powerpoint/2010/main" val="1472269581"/>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6159" y="246888"/>
            <a:ext cx="11076241" cy="869670"/>
          </a:xfrm>
          <a:prstGeom prst="rect">
            <a:avLst/>
          </a:prstGeom>
        </p:spPr>
        <p:txBody>
          <a:bodyPr vert="horz" lIns="91440" tIns="45720" rIns="91440" bIns="45720" rtlCol="0" anchor="b">
            <a:noAutofit/>
          </a:bodyPr>
          <a:lstStyle/>
          <a:p>
            <a:r>
              <a:rPr lang="en-US"/>
              <a:t>Click to edit Master title style</a:t>
            </a:r>
            <a:endParaRPr dirty="0"/>
          </a:p>
        </p:txBody>
      </p:sp>
      <p:sp>
        <p:nvSpPr>
          <p:cNvPr id="3" name="Text Placeholder 2"/>
          <p:cNvSpPr>
            <a:spLocks noGrp="1"/>
          </p:cNvSpPr>
          <p:nvPr>
            <p:ph type="body" idx="1"/>
          </p:nvPr>
        </p:nvSpPr>
        <p:spPr>
          <a:xfrm>
            <a:off x="506159" y="1419225"/>
            <a:ext cx="11076241" cy="471487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0" name="TextBox 9">
            <a:extLst>
              <a:ext uri="{FF2B5EF4-FFF2-40B4-BE49-F238E27FC236}">
                <a16:creationId xmlns:a16="http://schemas.microsoft.com/office/drawing/2014/main" id="{76194EB1-DD59-4FB2-B35C-6508F8326C51}"/>
              </a:ext>
            </a:extLst>
          </p:cNvPr>
          <p:cNvSpPr txBox="1"/>
          <p:nvPr/>
        </p:nvSpPr>
        <p:spPr>
          <a:xfrm>
            <a:off x="609600" y="6642100"/>
            <a:ext cx="245269" cy="107722"/>
          </a:xfrm>
          <a:prstGeom prst="rect">
            <a:avLst/>
          </a:prstGeom>
        </p:spPr>
        <p:txBody>
          <a:bodyPr vert="horz" wrap="square" lIns="0" tIns="0" rIns="0" bIns="0" rtlCol="0" anchor="ctr">
            <a:spAutoFit/>
          </a:bodyPr>
          <a:lstStyle>
            <a:defPPr>
              <a:defRPr/>
            </a:defPPr>
            <a:lvl1pPr algn="r">
              <a:defRPr sz="800" b="0" i="0">
                <a:solidFill>
                  <a:srgbClr val="666666"/>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C10879B5-1C20-42A6-AC6E-8383EEB12890}" type="slidenum">
              <a:rPr lang="en-US" sz="700" smtClean="0"/>
              <a:pPr marL="0" marR="0" lvl="0" indent="0" algn="l" defTabSz="457200" rtl="0" eaLnBrk="1" fontAlgn="auto" latinLnBrk="0" hangingPunct="1">
                <a:lnSpc>
                  <a:spcPct val="100000"/>
                </a:lnSpc>
                <a:spcBef>
                  <a:spcPts val="0"/>
                </a:spcBef>
                <a:spcAft>
                  <a:spcPts val="0"/>
                </a:spcAft>
                <a:buClrTx/>
                <a:buSzTx/>
                <a:buFontTx/>
                <a:buNone/>
                <a:tabLst/>
                <a:defRPr/>
              </a:pPr>
              <a:t>‹#›</a:t>
            </a:fld>
            <a:endParaRPr lang="en-US" sz="700" dirty="0"/>
          </a:p>
        </p:txBody>
      </p:sp>
      <p:pic>
        <p:nvPicPr>
          <p:cNvPr id="13" name="svg logo">
            <a:extLst>
              <a:ext uri="{FF2B5EF4-FFF2-40B4-BE49-F238E27FC236}">
                <a16:creationId xmlns:a16="http://schemas.microsoft.com/office/drawing/2014/main" id="{ECAAC783-D568-DECB-D064-B28E4CD44825}"/>
              </a:ext>
            </a:extLst>
          </p:cNvPr>
          <p:cNvPicPr>
            <a:picLocks noChangeAspect="1"/>
          </p:cNvPicPr>
          <p:nvPr/>
        </p:nvPicPr>
        <p:blipFill>
          <a:blip r:embed="rId102" cstate="email">
            <a:extLst>
              <a:ext uri="{28A0092B-C50C-407E-A947-70E740481C1C}">
                <a14:useLocalDpi xmlns:a14="http://schemas.microsoft.com/office/drawing/2010/main"/>
              </a:ext>
              <a:ext uri="{96DAC541-7B7A-43D3-8B79-37D633B846F1}">
                <asvg:svgBlip xmlns:asvg="http://schemas.microsoft.com/office/drawing/2016/SVG/main" r:embed="rId103"/>
              </a:ext>
            </a:extLst>
          </a:blip>
          <a:stretch>
            <a:fillRect/>
          </a:stretch>
        </p:blipFill>
        <p:spPr>
          <a:xfrm>
            <a:off x="10942320" y="6420293"/>
            <a:ext cx="640080" cy="321292"/>
          </a:xfrm>
          <a:prstGeom prst="rect">
            <a:avLst/>
          </a:prstGeom>
        </p:spPr>
      </p:pic>
      <p:sp>
        <p:nvSpPr>
          <p:cNvPr id="7" name="TextBox 26">
            <a:extLst>
              <a:ext uri="{FF2B5EF4-FFF2-40B4-BE49-F238E27FC236}">
                <a16:creationId xmlns:a16="http://schemas.microsoft.com/office/drawing/2014/main" id="{37904712-28BD-FCEC-75FB-3B3F39F52667}"/>
              </a:ext>
            </a:extLst>
          </p:cNvPr>
          <p:cNvSpPr txBox="1">
            <a:spLocks noChangeArrowheads="1"/>
          </p:cNvSpPr>
          <p:nvPr/>
        </p:nvSpPr>
        <p:spPr bwMode="auto">
          <a:xfrm>
            <a:off x="816821" y="6642100"/>
            <a:ext cx="1521566"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fontAlgn="base">
              <a:spcBef>
                <a:spcPct val="0"/>
              </a:spcBef>
              <a:spcAft>
                <a:spcPct val="0"/>
              </a:spcAft>
              <a:defRPr>
                <a:solidFill>
                  <a:schemeClr val="tx1"/>
                </a:solidFill>
                <a:latin typeface="Arial" pitchFamily="34" charset="0"/>
              </a:defRPr>
            </a:lvl6pPr>
            <a:lvl7pPr marL="2971800" indent="-228600" fontAlgn="base">
              <a:spcBef>
                <a:spcPct val="0"/>
              </a:spcBef>
              <a:spcAft>
                <a:spcPct val="0"/>
              </a:spcAft>
              <a:defRPr>
                <a:solidFill>
                  <a:schemeClr val="tx1"/>
                </a:solidFill>
                <a:latin typeface="Arial" pitchFamily="34" charset="0"/>
              </a:defRPr>
            </a:lvl7pPr>
            <a:lvl8pPr marL="3429000" indent="-228600" fontAlgn="base">
              <a:spcBef>
                <a:spcPct val="0"/>
              </a:spcBef>
              <a:spcAft>
                <a:spcPct val="0"/>
              </a:spcAft>
              <a:defRPr>
                <a:solidFill>
                  <a:schemeClr val="tx1"/>
                </a:solidFill>
                <a:latin typeface="Arial" pitchFamily="34" charset="0"/>
              </a:defRPr>
            </a:lvl8pPr>
            <a:lvl9pPr marL="3886200" indent="-228600" fontAlgn="base">
              <a:spcBef>
                <a:spcPct val="0"/>
              </a:spcBef>
              <a:spcAft>
                <a:spcPct val="0"/>
              </a:spcAft>
              <a:defRPr>
                <a:solidFill>
                  <a:schemeClr val="tx1"/>
                </a:solidFill>
                <a:latin typeface="Arial" pitchFamily="34" charset="0"/>
              </a:defRPr>
            </a:lvl9pPr>
          </a:lstStyle>
          <a:p>
            <a:pPr>
              <a:lnSpc>
                <a:spcPct val="100000"/>
              </a:lnSpc>
              <a:spcAft>
                <a:spcPct val="10000"/>
              </a:spcAft>
            </a:pPr>
            <a:r>
              <a:rPr sz="700" b="0" i="0" dirty="0">
                <a:solidFill>
                  <a:srgbClr val="666666"/>
                </a:solidFill>
                <a:latin typeface="Arial" panose="020B0604020202020204" pitchFamily="34" charset="0"/>
                <a:cs typeface="Arial" panose="020B0604020202020204" pitchFamily="34" charset="0"/>
              </a:rPr>
              <a:t>©</a:t>
            </a:r>
            <a:r>
              <a:rPr lang="en-IN" sz="700" b="0" i="0" dirty="0">
                <a:solidFill>
                  <a:srgbClr val="666666"/>
                </a:solidFill>
                <a:latin typeface="Arial" panose="020B0604020202020204" pitchFamily="34" charset="0"/>
                <a:cs typeface="Arial" panose="020B0604020202020204" pitchFamily="34" charset="0"/>
              </a:rPr>
              <a:t> 2025 </a:t>
            </a:r>
            <a:r>
              <a:rPr sz="700" b="0" i="0" dirty="0">
                <a:solidFill>
                  <a:srgbClr val="666666"/>
                </a:solidFill>
                <a:latin typeface="Arial" panose="020B0604020202020204" pitchFamily="34" charset="0"/>
                <a:cs typeface="Arial" panose="020B0604020202020204" pitchFamily="34" charset="0"/>
              </a:rPr>
              <a:t>Fiserv, Inc. or its affiliates.</a:t>
            </a:r>
            <a:r>
              <a:rPr lang="en-US" sz="700" b="0" i="0" dirty="0">
                <a:solidFill>
                  <a:srgbClr val="666666"/>
                </a:solidFill>
                <a:latin typeface="Arial" panose="020B0604020202020204" pitchFamily="34" charset="0"/>
                <a:cs typeface="Arial" panose="020B0604020202020204" pitchFamily="34" charset="0"/>
              </a:rPr>
              <a:t>   </a:t>
            </a:r>
            <a:r>
              <a:rPr lang="en-US" sz="700" b="0" i="0" dirty="0">
                <a:solidFill>
                  <a:srgbClr val="666666"/>
                </a:solidFill>
                <a:latin typeface="Arial" panose="020B0604020202020204" pitchFamily="34" charset="0"/>
                <a:ea typeface="Univers for Fiserv 45 Light" charset="0"/>
                <a:cs typeface="Arial" panose="020B0604020202020204" pitchFamily="34" charset="0"/>
              </a:rPr>
              <a:t>|</a:t>
            </a:r>
            <a:endParaRPr sz="700" b="0" i="0" dirty="0">
              <a:solidFill>
                <a:srgbClr val="666666"/>
              </a:solidFill>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EEF0809E-F06B-6155-560F-761F029F2985}"/>
              </a:ext>
            </a:extLst>
          </p:cNvPr>
          <p:cNvSpPr/>
          <p:nvPr/>
        </p:nvSpPr>
        <p:spPr>
          <a:xfrm>
            <a:off x="8267688" y="6501631"/>
            <a:ext cx="2655529" cy="289375"/>
          </a:xfrm>
          <a:prstGeom prst="rect">
            <a:avLst/>
          </a:prstGeom>
        </p:spPr>
        <p:txBody>
          <a:bodyPr wrap="square">
            <a:spAutoFit/>
          </a:bodyPr>
          <a:lstStyle/>
          <a:p>
            <a:pPr marL="0" marR="0" lvl="0" indent="0" algn="r" defTabSz="914400" eaLnBrk="1" fontAlgn="auto" latinLnBrk="0" hangingPunct="1">
              <a:lnSpc>
                <a:spcPts val="750"/>
              </a:lnSpc>
              <a:spcBef>
                <a:spcPts val="0"/>
              </a:spcBef>
              <a:spcAft>
                <a:spcPts val="0"/>
              </a:spcAft>
              <a:buClrTx/>
              <a:buSzTx/>
              <a:buFontTx/>
              <a:buNone/>
              <a:tabLst/>
              <a:defRPr/>
            </a:pPr>
            <a:r>
              <a:rPr kumimoji="0" lang="en-US" sz="600" b="0" i="0" u="none" strike="noStrike" kern="0" cap="none" spc="0" normalizeH="0" baseline="0" noProof="0" dirty="0">
                <a:ln>
                  <a:noFill/>
                </a:ln>
                <a:solidFill>
                  <a:srgbClr val="666666"/>
                </a:solidFill>
                <a:effectLst/>
                <a:uLnTx/>
                <a:uFillTx/>
                <a:latin typeface="+mj-lt"/>
                <a:cs typeface="Arial" panose="020B0604020202020204" pitchFamily="34" charset="0"/>
              </a:rPr>
              <a:t>Recognized by</a:t>
            </a:r>
            <a:r>
              <a:rPr kumimoji="0" lang="en-US" sz="500" b="0" i="0" u="none" strike="noStrike" kern="0" cap="none" spc="0" normalizeH="0" baseline="0" noProof="0" dirty="0">
                <a:ln>
                  <a:noFill/>
                </a:ln>
                <a:solidFill>
                  <a:srgbClr val="666666"/>
                </a:solidFill>
                <a:effectLst/>
                <a:uLnTx/>
                <a:uFillTx/>
                <a:latin typeface="+mj-lt"/>
                <a:cs typeface="Arial" panose="020B0604020202020204" pitchFamily="34" charset="0"/>
              </a:rPr>
              <a:t> </a:t>
            </a:r>
            <a:r>
              <a:rPr kumimoji="0" lang="en-US" sz="600" b="0" i="1" u="none" strike="noStrike" kern="0" cap="none" spc="0" normalizeH="0" baseline="0" noProof="0" dirty="0">
                <a:ln>
                  <a:noFill/>
                </a:ln>
                <a:solidFill>
                  <a:srgbClr val="666666"/>
                </a:solidFill>
                <a:effectLst/>
                <a:uLnTx/>
                <a:uFillTx/>
                <a:latin typeface="+mj-lt"/>
                <a:cs typeface="Arial" panose="020B0604020202020204" pitchFamily="34" charset="0"/>
              </a:rPr>
              <a:t>Fortune</a:t>
            </a:r>
            <a:r>
              <a:rPr kumimoji="0" lang="en-US" sz="500" b="0" i="0" u="none" strike="noStrike" kern="0" cap="none" spc="0" normalizeH="0" baseline="38000" noProof="0" dirty="0">
                <a:ln>
                  <a:noFill/>
                </a:ln>
                <a:solidFill>
                  <a:srgbClr val="666666"/>
                </a:solidFill>
                <a:effectLst/>
                <a:uLnTx/>
                <a:uFillTx/>
                <a:latin typeface="+mj-lt"/>
                <a:cs typeface="Arial" panose="020B0604020202020204" pitchFamily="34" charset="0"/>
              </a:rPr>
              <a:t>®</a:t>
            </a:r>
            <a:r>
              <a:rPr kumimoji="0" lang="en-US" sz="500" b="0" i="0" u="none" strike="noStrike" kern="0" cap="none" spc="0" normalizeH="0" baseline="0" noProof="0" dirty="0">
                <a:ln>
                  <a:noFill/>
                </a:ln>
                <a:solidFill>
                  <a:srgbClr val="666666"/>
                </a:solidFill>
                <a:effectLst/>
                <a:uLnTx/>
                <a:uFillTx/>
                <a:latin typeface="+mj-lt"/>
                <a:cs typeface="Arial" panose="020B0604020202020204" pitchFamily="34" charset="0"/>
              </a:rPr>
              <a:t> </a:t>
            </a:r>
            <a:r>
              <a:rPr kumimoji="0" lang="en-US" sz="600" b="0" i="0" u="none" strike="noStrike" kern="0" cap="none" spc="0" normalizeH="0" baseline="0" noProof="0" dirty="0">
                <a:ln>
                  <a:noFill/>
                </a:ln>
                <a:solidFill>
                  <a:srgbClr val="666666"/>
                </a:solidFill>
                <a:effectLst/>
                <a:uLnTx/>
                <a:uFillTx/>
                <a:latin typeface="+mj-lt"/>
                <a:cs typeface="Arial" panose="020B0604020202020204" pitchFamily="34" charset="0"/>
              </a:rPr>
              <a:t>Magazine</a:t>
            </a:r>
            <a:endParaRPr kumimoji="0" lang="en-US" sz="600" b="0" i="0" u="none" strike="noStrike" kern="0" cap="none" spc="0" normalizeH="0" baseline="30000" noProof="0" dirty="0">
              <a:ln>
                <a:noFill/>
              </a:ln>
              <a:solidFill>
                <a:srgbClr val="666666"/>
              </a:solidFill>
              <a:effectLst/>
              <a:uLnTx/>
              <a:uFillTx/>
              <a:latin typeface="+mj-lt"/>
              <a:cs typeface="Arial" panose="020B0604020202020204" pitchFamily="34" charset="0"/>
            </a:endParaRPr>
          </a:p>
          <a:p>
            <a:pPr marL="0" marR="0" lvl="0" indent="0" algn="r" defTabSz="914400" eaLnBrk="1" fontAlgn="auto" latinLnBrk="0" hangingPunct="1">
              <a:lnSpc>
                <a:spcPts val="750"/>
              </a:lnSpc>
              <a:spcBef>
                <a:spcPts val="0"/>
              </a:spcBef>
              <a:spcAft>
                <a:spcPts val="0"/>
              </a:spcAft>
              <a:buClrTx/>
              <a:buSzTx/>
              <a:buFontTx/>
              <a:buNone/>
              <a:tabLst>
                <a:tab pos="2400300" algn="r"/>
              </a:tabLst>
              <a:defRPr/>
            </a:pPr>
            <a:r>
              <a:rPr kumimoji="0" lang="en-US" sz="600" b="1" i="0" u="none" strike="noStrike" kern="0" cap="none" spc="0" normalizeH="0" baseline="0" noProof="0" dirty="0">
                <a:ln>
                  <a:noFill/>
                </a:ln>
                <a:solidFill>
                  <a:srgbClr val="666666"/>
                </a:solidFill>
                <a:effectLst/>
                <a:uLnTx/>
                <a:uFillTx/>
                <a:latin typeface="+mj-lt"/>
                <a:cs typeface="Arial" panose="020B0604020202020204" pitchFamily="34" charset="0"/>
              </a:rPr>
              <a:t>World’s Most Admired Companie</a:t>
            </a:r>
            <a:r>
              <a:rPr kumimoji="0" lang="en-US" sz="600" b="1" i="0" u="none" strike="noStrike" kern="0" cap="none" spc="-70" normalizeH="0" baseline="0" noProof="0" dirty="0">
                <a:ln>
                  <a:noFill/>
                </a:ln>
                <a:solidFill>
                  <a:srgbClr val="666666"/>
                </a:solidFill>
                <a:effectLst/>
                <a:uLnTx/>
                <a:uFillTx/>
                <a:latin typeface="+mj-lt"/>
                <a:cs typeface="Arial" panose="020B0604020202020204" pitchFamily="34" charset="0"/>
              </a:rPr>
              <a:t>s</a:t>
            </a:r>
            <a:r>
              <a:rPr kumimoji="0" lang="en-US" sz="400" b="1" i="0" u="none" strike="noStrike" kern="0" cap="none" spc="0" normalizeH="0" baseline="55000" noProof="0" dirty="0">
                <a:ln>
                  <a:noFill/>
                </a:ln>
                <a:solidFill>
                  <a:srgbClr val="666666"/>
                </a:solidFill>
                <a:effectLst/>
                <a:uLnTx/>
                <a:uFillTx/>
                <a:latin typeface="+mj-lt"/>
                <a:cs typeface="Arial" panose="020B0604020202020204" pitchFamily="34" charset="0"/>
              </a:rPr>
              <a:t>TM</a:t>
            </a:r>
            <a:r>
              <a:rPr kumimoji="0" lang="en-US" sz="500" b="1" i="0" u="none" strike="noStrike" kern="0" cap="none" spc="0" normalizeH="0" baseline="0" noProof="0" dirty="0">
                <a:ln>
                  <a:noFill/>
                </a:ln>
                <a:solidFill>
                  <a:srgbClr val="666666"/>
                </a:solidFill>
                <a:effectLst/>
                <a:uLnTx/>
                <a:uFillTx/>
                <a:latin typeface="+mj-lt"/>
                <a:ea typeface="+mn-ea"/>
                <a:cs typeface="Arial" panose="020B0604020202020204" pitchFamily="34" charset="0"/>
              </a:rPr>
              <a:t>  </a:t>
            </a:r>
            <a:r>
              <a:rPr kumimoji="0" lang="en-US" sz="600" b="1" i="0" u="none" strike="noStrike" kern="0" cap="none" spc="0" normalizeH="0" baseline="0" noProof="0" dirty="0">
                <a:ln>
                  <a:noFill/>
                </a:ln>
                <a:solidFill>
                  <a:srgbClr val="666666"/>
                </a:solidFill>
                <a:effectLst/>
                <a:uLnTx/>
                <a:uFillTx/>
                <a:latin typeface="+mj-lt"/>
                <a:cs typeface="Arial" panose="020B0604020202020204" pitchFamily="34" charset="0"/>
              </a:rPr>
              <a:t>9 of the last 10 years</a:t>
            </a:r>
          </a:p>
        </p:txBody>
      </p:sp>
      <p:sp>
        <p:nvSpPr>
          <p:cNvPr id="5" name="TextBox 4">
            <a:extLst>
              <a:ext uri="{FF2B5EF4-FFF2-40B4-BE49-F238E27FC236}">
                <a16:creationId xmlns:a16="http://schemas.microsoft.com/office/drawing/2014/main" id="{5AC65BD8-B3C3-FCD3-A734-958E279C2907}"/>
              </a:ext>
            </a:extLst>
          </p:cNvPr>
          <p:cNvSpPr txBox="1"/>
          <p:nvPr>
            <p:extLst>
              <p:ext uri="{1162E1C5-73C7-4A58-AE30-91384D911F3F}">
                <p184:classification xmlns:p184="http://schemas.microsoft.com/office/powerpoint/2018/4/main" val="ftr"/>
              </p:ext>
            </p:extLst>
          </p:nvPr>
        </p:nvSpPr>
        <p:spPr>
          <a:xfrm>
            <a:off x="2338387" y="6642100"/>
            <a:ext cx="984250" cy="107722"/>
          </a:xfrm>
          <a:prstGeom prst="rect">
            <a:avLst/>
          </a:prstGeom>
        </p:spPr>
        <p:txBody>
          <a:bodyPr horzOverflow="overflow" lIns="0" tIns="0" rIns="0" bIns="0">
            <a:spAutoFit/>
          </a:bodyPr>
          <a:lstStyle/>
          <a:p>
            <a:pPr algn="l"/>
            <a:r>
              <a:rPr lang="en-US" sz="700" dirty="0">
                <a:solidFill>
                  <a:schemeClr val="accent3"/>
                </a:solidFill>
                <a:latin typeface="+mj-lt"/>
                <a:cs typeface="Calibri" panose="020F0502020204030204" pitchFamily="34" charset="0"/>
              </a:rPr>
              <a:t>Fiserv Confidential</a:t>
            </a:r>
          </a:p>
        </p:txBody>
      </p:sp>
    </p:spTree>
    <p:extLst>
      <p:ext uri="{BB962C8B-B14F-4D97-AF65-F5344CB8AC3E}">
        <p14:creationId xmlns:p14="http://schemas.microsoft.com/office/powerpoint/2010/main" val="1852268565"/>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 id="2147483691" r:id="rId18"/>
    <p:sldLayoutId id="2147483692" r:id="rId19"/>
    <p:sldLayoutId id="2147483693" r:id="rId20"/>
    <p:sldLayoutId id="2147483694" r:id="rId21"/>
    <p:sldLayoutId id="2147483695" r:id="rId22"/>
    <p:sldLayoutId id="2147483696" r:id="rId23"/>
    <p:sldLayoutId id="2147483697" r:id="rId24"/>
    <p:sldLayoutId id="2147483698" r:id="rId25"/>
    <p:sldLayoutId id="2147483699" r:id="rId26"/>
    <p:sldLayoutId id="2147483700" r:id="rId27"/>
    <p:sldLayoutId id="2147483701" r:id="rId28"/>
    <p:sldLayoutId id="2147483702" r:id="rId29"/>
    <p:sldLayoutId id="2147483703" r:id="rId30"/>
    <p:sldLayoutId id="2147483704" r:id="rId31"/>
    <p:sldLayoutId id="2147483705" r:id="rId32"/>
    <p:sldLayoutId id="2147483706" r:id="rId33"/>
    <p:sldLayoutId id="2147483707" r:id="rId34"/>
    <p:sldLayoutId id="2147483708" r:id="rId35"/>
    <p:sldLayoutId id="2147483709" r:id="rId36"/>
    <p:sldLayoutId id="2147483710" r:id="rId37"/>
    <p:sldLayoutId id="2147483711" r:id="rId38"/>
    <p:sldLayoutId id="2147483712" r:id="rId39"/>
    <p:sldLayoutId id="2147483713" r:id="rId40"/>
    <p:sldLayoutId id="2147483714" r:id="rId41"/>
    <p:sldLayoutId id="2147483715" r:id="rId42"/>
    <p:sldLayoutId id="2147483716" r:id="rId43"/>
    <p:sldLayoutId id="2147483717" r:id="rId44"/>
    <p:sldLayoutId id="2147483718" r:id="rId45"/>
    <p:sldLayoutId id="2147483719" r:id="rId46"/>
    <p:sldLayoutId id="2147483720" r:id="rId47"/>
    <p:sldLayoutId id="2147483721" r:id="rId48"/>
    <p:sldLayoutId id="2147483722" r:id="rId49"/>
    <p:sldLayoutId id="2147483723" r:id="rId50"/>
    <p:sldLayoutId id="2147483724" r:id="rId51"/>
    <p:sldLayoutId id="2147483725" r:id="rId52"/>
    <p:sldLayoutId id="2147483726" r:id="rId53"/>
    <p:sldLayoutId id="2147483727" r:id="rId54"/>
    <p:sldLayoutId id="2147483728" r:id="rId55"/>
    <p:sldLayoutId id="2147483729" r:id="rId56"/>
    <p:sldLayoutId id="2147483730" r:id="rId57"/>
    <p:sldLayoutId id="2147483731" r:id="rId58"/>
    <p:sldLayoutId id="2147483732" r:id="rId59"/>
    <p:sldLayoutId id="2147483733" r:id="rId60"/>
    <p:sldLayoutId id="2147483734" r:id="rId61"/>
    <p:sldLayoutId id="2147483735" r:id="rId62"/>
    <p:sldLayoutId id="2147483736" r:id="rId63"/>
    <p:sldLayoutId id="2147483737" r:id="rId64"/>
    <p:sldLayoutId id="2147483738" r:id="rId65"/>
    <p:sldLayoutId id="2147483739" r:id="rId66"/>
    <p:sldLayoutId id="2147483740" r:id="rId67"/>
    <p:sldLayoutId id="2147483741" r:id="rId68"/>
    <p:sldLayoutId id="2147483742" r:id="rId69"/>
    <p:sldLayoutId id="2147483743" r:id="rId70"/>
    <p:sldLayoutId id="2147483744" r:id="rId71"/>
    <p:sldLayoutId id="2147483745" r:id="rId72"/>
    <p:sldLayoutId id="2147483746" r:id="rId73"/>
    <p:sldLayoutId id="2147483747" r:id="rId74"/>
    <p:sldLayoutId id="2147483748" r:id="rId75"/>
    <p:sldLayoutId id="2147483749" r:id="rId76"/>
    <p:sldLayoutId id="2147483750" r:id="rId77"/>
    <p:sldLayoutId id="2147483751" r:id="rId78"/>
    <p:sldLayoutId id="2147483752" r:id="rId79"/>
    <p:sldLayoutId id="2147483753" r:id="rId80"/>
    <p:sldLayoutId id="2147483754" r:id="rId81"/>
    <p:sldLayoutId id="2147483755" r:id="rId82"/>
    <p:sldLayoutId id="2147483756" r:id="rId83"/>
    <p:sldLayoutId id="2147483757" r:id="rId84"/>
    <p:sldLayoutId id="2147483758" r:id="rId85"/>
    <p:sldLayoutId id="2147483759" r:id="rId86"/>
    <p:sldLayoutId id="2147483760" r:id="rId87"/>
    <p:sldLayoutId id="2147483761" r:id="rId88"/>
    <p:sldLayoutId id="2147483762" r:id="rId89"/>
    <p:sldLayoutId id="2147483763" r:id="rId90"/>
    <p:sldLayoutId id="2147483764" r:id="rId91"/>
    <p:sldLayoutId id="2147483765" r:id="rId92"/>
    <p:sldLayoutId id="2147483766" r:id="rId93"/>
    <p:sldLayoutId id="2147483767" r:id="rId94"/>
    <p:sldLayoutId id="2147483768" r:id="rId95"/>
    <p:sldLayoutId id="2147483769" r:id="rId96"/>
    <p:sldLayoutId id="2147483770" r:id="rId97"/>
    <p:sldLayoutId id="2147483771" r:id="rId98"/>
    <p:sldLayoutId id="2147483772" r:id="rId99"/>
    <p:sldLayoutId id="2147483773" r:id="rId100"/>
  </p:sldLayoutIdLst>
  <p:txStyles>
    <p:titleStyle>
      <a:lvl1pPr algn="l" defTabSz="914400" rtl="0" eaLnBrk="1" latinLnBrk="0" hangingPunct="1">
        <a:lnSpc>
          <a:spcPct val="90000"/>
        </a:lnSpc>
        <a:spcBef>
          <a:spcPct val="0"/>
        </a:spcBef>
        <a:buNone/>
        <a:defRPr sz="2800" b="0" i="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Clr>
          <a:srgbClr val="000000"/>
        </a:buClr>
        <a:buFont typeface="Arial" panose="020B0604020202020204" pitchFamily="34" charset="0"/>
        <a:buChar char="•"/>
        <a:defRPr sz="2000" b="0" i="0" kern="1200">
          <a:solidFill>
            <a:schemeClr val="tx1"/>
          </a:solidFill>
          <a:latin typeface="+mn-lt"/>
          <a:ea typeface="+mn-ea"/>
          <a:cs typeface="+mn-cs"/>
        </a:defRPr>
      </a:lvl1pPr>
      <a:lvl2pPr marL="548640" indent="-228600" algn="l" defTabSz="914400" rtl="0" eaLnBrk="1" latinLnBrk="0" hangingPunct="1">
        <a:lnSpc>
          <a:spcPct val="100000"/>
        </a:lnSpc>
        <a:spcBef>
          <a:spcPts val="500"/>
        </a:spcBef>
        <a:buClr>
          <a:srgbClr val="000000"/>
        </a:buClr>
        <a:buFont typeface="Arial" panose="020B0604020202020204" pitchFamily="34" charset="0"/>
        <a:buChar char="•"/>
        <a:defRPr sz="1800" b="0" i="0" kern="1200">
          <a:solidFill>
            <a:schemeClr val="tx1"/>
          </a:solidFill>
          <a:latin typeface="+mn-lt"/>
          <a:ea typeface="+mn-ea"/>
          <a:cs typeface="+mn-cs"/>
        </a:defRPr>
      </a:lvl2pPr>
      <a:lvl3pPr marL="868680" indent="-228600" algn="l" defTabSz="914400" rtl="0" eaLnBrk="1" latinLnBrk="0" hangingPunct="1">
        <a:lnSpc>
          <a:spcPct val="100000"/>
        </a:lnSpc>
        <a:spcBef>
          <a:spcPts val="500"/>
        </a:spcBef>
        <a:buClr>
          <a:srgbClr val="000000"/>
        </a:buClr>
        <a:buFont typeface="Arial" panose="020B0604020202020204" pitchFamily="34" charset="0"/>
        <a:buChar char="•"/>
        <a:defRPr sz="1600" b="0" i="0" kern="1200">
          <a:solidFill>
            <a:schemeClr val="tx1"/>
          </a:solidFill>
          <a:latin typeface="+mn-lt"/>
          <a:ea typeface="+mn-ea"/>
          <a:cs typeface="+mn-cs"/>
        </a:defRPr>
      </a:lvl3pPr>
      <a:lvl4pPr marL="118872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4pPr>
      <a:lvl5pPr marL="150876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5pPr>
      <a:lvl6pPr marL="182880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6pPr>
      <a:lvl7pPr marL="214884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7pPr>
      <a:lvl8pPr marL="246888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8pPr>
      <a:lvl9pPr marL="278892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p15:clr>
            <a:srgbClr val="A4A3A4"/>
          </p15:clr>
        </p15:guide>
        <p15:guide id="5" pos="384">
          <p15:clr>
            <a:srgbClr val="A4A3A4"/>
          </p15:clr>
        </p15:guide>
        <p15:guide id="8" pos="7296">
          <p15:clr>
            <a:srgbClr val="A4A3A4"/>
          </p15:clr>
        </p15:guide>
        <p15:guide id="11" orient="horz" pos="711">
          <p15:clr>
            <a:srgbClr val="5ACBF0"/>
          </p15:clr>
        </p15:guide>
        <p15:guide id="12" orient="horz" pos="3984">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3B5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741609" y="2958806"/>
            <a:ext cx="7393351" cy="523220"/>
          </a:xfrm>
          <a:prstGeom prst="rect">
            <a:avLst/>
          </a:prstGeom>
          <a:noFill/>
        </p:spPr>
        <p:txBody>
          <a:bodyPr wrap="square">
            <a:spAutoFit/>
          </a:bodyPr>
          <a:lstStyle/>
          <a:p>
            <a:pPr algn="l">
              <a:defRPr sz="2800" b="0">
                <a:solidFill>
                  <a:srgbClr val="FF6600"/>
                </a:solidFill>
                <a:latin typeface="Calibri"/>
              </a:defRPr>
            </a:pPr>
            <a:r>
              <a:rPr lang="en-US" dirty="0"/>
              <a:t>Fiserv - </a:t>
            </a:r>
            <a:r>
              <a:rPr dirty="0"/>
              <a:t>Crypto &amp; Stablecoin Acceptance Strategy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457200"/>
          </a:xfrm>
          <a:prstGeom prst="rect">
            <a:avLst/>
          </a:prstGeom>
          <a:noFill/>
        </p:spPr>
        <p:txBody>
          <a:bodyPr wrap="square" lIns="0" rIns="0" tIns="0" bIns="0">
            <a:spAutoFit/>
          </a:bodyPr>
          <a:lstStyle/>
          <a:p>
            <a:pPr algn="l"/>
            <a:r>
              <a:rPr sz="2200" b="1">
                <a:solidFill>
                  <a:srgbClr val="FFFFFF"/>
                </a:solidFill>
                <a:latin typeface="Calibri"/>
              </a:rPr>
              <a:t>Strategic Recommendation  —  Clover CNP Growth via FIUSD + Agentic Commerce</a:t>
            </a:r>
          </a:p>
        </p:txBody>
      </p:sp>
      <p:sp>
        <p:nvSpPr>
          <p:cNvPr id="4" name="TextBox 3"/>
          <p:cNvSpPr txBox="1"/>
          <p:nvPr/>
        </p:nvSpPr>
        <p:spPr>
          <a:xfrm>
            <a:off x="548640" y="658368"/>
            <a:ext cx="10972800" cy="274320"/>
          </a:xfrm>
          <a:prstGeom prst="rect">
            <a:avLst/>
          </a:prstGeom>
          <a:noFill/>
        </p:spPr>
        <p:txBody>
          <a:bodyPr wrap="square" lIns="0" rIns="0" tIns="0" bIns="0">
            <a:spAutoFit/>
          </a:bodyPr>
          <a:lstStyle/>
          <a:p>
            <a:pPr algn="l"/>
            <a:r>
              <a:rPr sz="1200" b="0">
                <a:solidFill>
                  <a:srgbClr val="F2F2F2"/>
                </a:solidFill>
                <a:latin typeface="Calibri"/>
              </a:rPr>
              <a:t>The full Clover CNP portfolio — six products on one backbone</a:t>
            </a:r>
          </a:p>
        </p:txBody>
      </p:sp>
      <p:sp>
        <p:nvSpPr>
          <p:cNvPr id="5" name="Rounded Rectangle 4"/>
          <p:cNvSpPr/>
          <p:nvPr/>
        </p:nvSpPr>
        <p:spPr>
          <a:xfrm>
            <a:off x="548640" y="1234440"/>
            <a:ext cx="5577840" cy="210312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234440"/>
            <a:ext cx="137160" cy="210312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371600"/>
            <a:ext cx="5120640" cy="320040"/>
          </a:xfrm>
          <a:prstGeom prst="rect">
            <a:avLst/>
          </a:prstGeom>
          <a:noFill/>
        </p:spPr>
        <p:txBody>
          <a:bodyPr wrap="square" lIns="0" rIns="0" tIns="0" bIns="0">
            <a:spAutoFit/>
          </a:bodyPr>
          <a:lstStyle/>
          <a:p>
            <a:pPr algn="l"/>
            <a:r>
              <a:rPr sz="1300" b="1">
                <a:solidFill>
                  <a:srgbClr val="FF6600"/>
                </a:solidFill>
                <a:latin typeface="Calibri"/>
              </a:rPr>
              <a:t>WHERE THE WEDGE IS  (2026)</a:t>
            </a:r>
          </a:p>
        </p:txBody>
      </p:sp>
      <p:sp>
        <p:nvSpPr>
          <p:cNvPr id="8" name="TextBox 7"/>
          <p:cNvSpPr txBox="1"/>
          <p:nvPr/>
        </p:nvSpPr>
        <p:spPr>
          <a:xfrm>
            <a:off x="822960" y="1737360"/>
            <a:ext cx="5120640" cy="1463040"/>
          </a:xfrm>
          <a:prstGeom prst="rect">
            <a:avLst/>
          </a:prstGeom>
          <a:noFill/>
        </p:spPr>
        <p:txBody>
          <a:bodyPr wrap="square" lIns="0" rIns="0" tIns="0" bIns="0">
            <a:spAutoFit/>
          </a:bodyPr>
          <a:lstStyle/>
          <a:p>
            <a:pPr algn="l"/>
            <a:r>
              <a:rPr sz="1100" b="0">
                <a:solidFill>
                  <a:srgbClr val="333333"/>
                </a:solidFill>
                <a:latin typeface="Calibri"/>
              </a:rPr>
              <a:t>• Mastercard Agent Pay integration into Clover (Dec 2025) — Toast/Square have no equivalent</a:t>
            </a:r>
          </a:p>
          <a:p>
            <a:pPr algn="l"/>
            <a:r>
              <a:rPr sz="1100" b="0">
                <a:solidFill>
                  <a:srgbClr val="333333"/>
                </a:solidFill>
                <a:latin typeface="Calibri"/>
              </a:rPr>
              <a:t>• Weekend/holiday settlement acceleration via Finxact + INDX + FIUSD</a:t>
            </a:r>
          </a:p>
          <a:p>
            <a:pPr algn="l"/>
            <a:r>
              <a:rPr sz="1100" b="0">
                <a:solidFill>
                  <a:srgbClr val="333333"/>
                </a:solidFill>
                <a:latin typeface="Calibri"/>
              </a:rPr>
              <a:t>• Enforceable deposits for services + catering via cryptographic mandate</a:t>
            </a:r>
          </a:p>
          <a:p>
            <a:pPr algn="l"/>
            <a:r>
              <a:rPr sz="1100" b="0">
                <a:solidFill>
                  <a:srgbClr val="333333"/>
                </a:solidFill>
                <a:latin typeface="Calibri"/>
              </a:rPr>
              <a:t>• Agent-channel international orders ride the same backbone silently</a:t>
            </a:r>
          </a:p>
        </p:txBody>
      </p:sp>
      <p:sp>
        <p:nvSpPr>
          <p:cNvPr id="9" name="Rounded Rectangle 8"/>
          <p:cNvSpPr/>
          <p:nvPr/>
        </p:nvSpPr>
        <p:spPr>
          <a:xfrm>
            <a:off x="6309360" y="1234440"/>
            <a:ext cx="5577840" cy="210312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234440"/>
            <a:ext cx="137160" cy="2103120"/>
          </a:xfrm>
          <a:prstGeom prst="rect">
            <a:avLst/>
          </a:prstGeom>
          <a:solidFill>
            <a:srgbClr val="00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1371600"/>
            <a:ext cx="5120640" cy="320040"/>
          </a:xfrm>
          <a:prstGeom prst="rect">
            <a:avLst/>
          </a:prstGeom>
          <a:noFill/>
        </p:spPr>
        <p:txBody>
          <a:bodyPr wrap="square" lIns="0" rIns="0" tIns="0" bIns="0">
            <a:spAutoFit/>
          </a:bodyPr>
          <a:lstStyle/>
          <a:p>
            <a:pPr algn="l"/>
            <a:r>
              <a:rPr sz="1300" b="1">
                <a:solidFill>
                  <a:srgbClr val="008090"/>
                </a:solidFill>
                <a:latin typeface="Calibri"/>
              </a:rPr>
              <a:t>THE CLOVER CNP PORTFOLIO</a:t>
            </a:r>
          </a:p>
        </p:txBody>
      </p:sp>
      <p:sp>
        <p:nvSpPr>
          <p:cNvPr id="12" name="TextBox 11"/>
          <p:cNvSpPr txBox="1"/>
          <p:nvPr/>
        </p:nvSpPr>
        <p:spPr>
          <a:xfrm>
            <a:off x="6583680" y="1737360"/>
            <a:ext cx="5120640" cy="1463040"/>
          </a:xfrm>
          <a:prstGeom prst="rect">
            <a:avLst/>
          </a:prstGeom>
          <a:noFill/>
        </p:spPr>
        <p:txBody>
          <a:bodyPr wrap="square" lIns="0" rIns="0" tIns="0" bIns="0">
            <a:spAutoFit/>
          </a:bodyPr>
          <a:lstStyle/>
          <a:p>
            <a:pPr algn="l"/>
            <a:r>
              <a:rPr sz="1100" b="0">
                <a:solidFill>
                  <a:srgbClr val="333333"/>
                </a:solidFill>
                <a:latin typeface="Calibri"/>
              </a:rPr>
              <a:t>• Clover Direct — hero; 8% vs DoorDash 28%</a:t>
            </a:r>
          </a:p>
          <a:p>
            <a:pPr algn="l"/>
            <a:r>
              <a:rPr sz="1100" b="0">
                <a:solidFill>
                  <a:srgbClr val="333333"/>
                </a:solidFill>
                <a:latin typeface="Calibri"/>
              </a:rPr>
              <a:t>• SmartDeposit — enforceable deposits for services + catering</a:t>
            </a:r>
          </a:p>
          <a:p>
            <a:pPr algn="l"/>
            <a:r>
              <a:rPr sz="1100" b="0">
                <a:solidFill>
                  <a:srgbClr val="333333"/>
                </a:solidFill>
                <a:latin typeface="Calibri"/>
              </a:rPr>
              <a:t>• WeekendCash — reshape of P1; Saturday money on Saturday, backed by Fiserv</a:t>
            </a:r>
          </a:p>
          <a:p>
            <a:pPr algn="l"/>
            <a:r>
              <a:rPr sz="1100" b="0">
                <a:solidFill>
                  <a:srgbClr val="333333"/>
                </a:solidFill>
                <a:latin typeface="Calibri"/>
              </a:rPr>
              <a:t>• Clover Agent Checkout backbone — reshape of P2; the load-bearing rail</a:t>
            </a:r>
          </a:p>
          <a:p>
            <a:pPr algn="l"/>
            <a:r>
              <a:rPr sz="1100" b="0">
                <a:solidFill>
                  <a:srgbClr val="333333"/>
                </a:solidFill>
                <a:latin typeface="Calibri"/>
              </a:rPr>
              <a:t>• SupplierCash — reshape of P3; $1,200/mo outflow savings (retention)</a:t>
            </a:r>
          </a:p>
          <a:p>
            <a:pPr algn="l"/>
            <a:r>
              <a:rPr sz="1100" b="0">
                <a:solidFill>
                  <a:srgbClr val="333333"/>
                </a:solidFill>
                <a:latin typeface="Calibri"/>
              </a:rPr>
              <a:t>• International Lane — reshape of P4; silent cross-border for Clover Direct</a:t>
            </a:r>
          </a:p>
        </p:txBody>
      </p:sp>
      <p:sp>
        <p:nvSpPr>
          <p:cNvPr id="13" name="Rounded Rectangle 12"/>
          <p:cNvSpPr/>
          <p:nvPr/>
        </p:nvSpPr>
        <p:spPr>
          <a:xfrm>
            <a:off x="548640" y="3520440"/>
            <a:ext cx="5577840" cy="210312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520440"/>
            <a:ext cx="137160" cy="210312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657600"/>
            <a:ext cx="5120640" cy="320040"/>
          </a:xfrm>
          <a:prstGeom prst="rect">
            <a:avLst/>
          </a:prstGeom>
          <a:noFill/>
        </p:spPr>
        <p:txBody>
          <a:bodyPr wrap="square" lIns="0" rIns="0" tIns="0" bIns="0">
            <a:spAutoFit/>
          </a:bodyPr>
          <a:lstStyle/>
          <a:p>
            <a:pPr algn="l"/>
            <a:r>
              <a:rPr sz="1300" b="1">
                <a:solidFill>
                  <a:srgbClr val="C62828"/>
                </a:solidFill>
                <a:latin typeface="Calibri"/>
              </a:rPr>
              <a:t>EXPLORED AND PARKED</a:t>
            </a:r>
          </a:p>
        </p:txBody>
      </p:sp>
      <p:sp>
        <p:nvSpPr>
          <p:cNvPr id="16" name="TextBox 15"/>
          <p:cNvSpPr txBox="1"/>
          <p:nvPr/>
        </p:nvSpPr>
        <p:spPr>
          <a:xfrm>
            <a:off x="822960" y="4023360"/>
            <a:ext cx="5120640" cy="1463040"/>
          </a:xfrm>
          <a:prstGeom prst="rect">
            <a:avLst/>
          </a:prstGeom>
          <a:noFill/>
        </p:spPr>
        <p:txBody>
          <a:bodyPr wrap="square" lIns="0" rIns="0" tIns="0" bIns="0">
            <a:spAutoFit/>
          </a:bodyPr>
          <a:lstStyle/>
          <a:p>
            <a:pPr algn="l"/>
            <a:r>
              <a:rPr sz="1100" b="0">
                <a:solidFill>
                  <a:srgbClr val="333333"/>
                </a:solidFill>
                <a:latin typeface="Calibri"/>
              </a:rPr>
              <a:t>• Clover Net-Zero — killed on competitive parity with Stripe/Square Invoicing</a:t>
            </a:r>
          </a:p>
          <a:p>
            <a:pPr algn="l"/>
            <a:r>
              <a:rPr sz="1100" b="0">
                <a:solidFill>
                  <a:srgbClr val="333333"/>
                </a:solidFill>
                <a:latin typeface="Calibri"/>
              </a:rPr>
              <a:t>• Every shipped product has a public kill threshold</a:t>
            </a:r>
          </a:p>
          <a:p>
            <a:pPr algn="l"/>
            <a:r>
              <a:rPr sz="1100" b="0">
                <a:solidFill>
                  <a:srgbClr val="333333"/>
                </a:solidFill>
                <a:latin typeface="Calibri"/>
              </a:rPr>
              <a:t>• Via negativa: the discipline of the kills is the signal</a:t>
            </a:r>
          </a:p>
          <a:p>
            <a:pPr algn="l"/>
            <a:r>
              <a:rPr sz="1100" b="0">
                <a:solidFill>
                  <a:srgbClr val="333333"/>
                </a:solidFill>
                <a:latin typeface="Calibri"/>
              </a:rPr>
              <a:t>• The ships are the product</a:t>
            </a:r>
          </a:p>
        </p:txBody>
      </p:sp>
      <p:sp>
        <p:nvSpPr>
          <p:cNvPr id="17" name="Rounded Rectangle 16"/>
          <p:cNvSpPr/>
          <p:nvPr/>
        </p:nvSpPr>
        <p:spPr>
          <a:xfrm>
            <a:off x="6309360" y="3520440"/>
            <a:ext cx="5577840" cy="210312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09360" y="3520440"/>
            <a:ext cx="137160" cy="21031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0" y="3657600"/>
            <a:ext cx="5120640" cy="320040"/>
          </a:xfrm>
          <a:prstGeom prst="rect">
            <a:avLst/>
          </a:prstGeom>
          <a:noFill/>
        </p:spPr>
        <p:txBody>
          <a:bodyPr wrap="square" lIns="0" rIns="0" tIns="0" bIns="0">
            <a:spAutoFit/>
          </a:bodyPr>
          <a:lstStyle/>
          <a:p>
            <a:pPr algn="l"/>
            <a:r>
              <a:rPr sz="1300" b="1">
                <a:solidFill>
                  <a:srgbClr val="2E7D32"/>
                </a:solidFill>
                <a:latin typeface="Calibri"/>
              </a:rPr>
              <a:t>KEY FACTS  (Phase 4 research)</a:t>
            </a:r>
          </a:p>
        </p:txBody>
      </p:sp>
      <p:sp>
        <p:nvSpPr>
          <p:cNvPr id="20" name="TextBox 19"/>
          <p:cNvSpPr txBox="1"/>
          <p:nvPr/>
        </p:nvSpPr>
        <p:spPr>
          <a:xfrm>
            <a:off x="6583680" y="4023360"/>
            <a:ext cx="5120640" cy="1463040"/>
          </a:xfrm>
          <a:prstGeom prst="rect">
            <a:avLst/>
          </a:prstGeom>
          <a:noFill/>
        </p:spPr>
        <p:txBody>
          <a:bodyPr wrap="square" lIns="0" rIns="0" tIns="0" bIns="0">
            <a:spAutoFit/>
          </a:bodyPr>
          <a:lstStyle/>
          <a:p>
            <a:pPr algn="l"/>
            <a:r>
              <a:rPr sz="1100" b="0">
                <a:solidFill>
                  <a:srgbClr val="333333"/>
                </a:solidFill>
                <a:latin typeface="Calibri"/>
              </a:rPr>
              <a:t>• Dec 2025: Fiserv integrated Mastercard Agent Pay Acceptance Framework into Clover</a:t>
            </a:r>
          </a:p>
          <a:p>
            <a:pPr algn="l"/>
            <a:r>
              <a:rPr sz="1100" b="0">
                <a:solidFill>
                  <a:srgbClr val="333333"/>
                </a:solidFill>
                <a:latin typeface="Calibri"/>
              </a:rPr>
              <a:t>• Feb 12, 2026: INDX live in production — real-time USD settlement 24x7x365</a:t>
            </a:r>
          </a:p>
          <a:p>
            <a:pPr algn="l"/>
            <a:r>
              <a:rPr sz="1100" b="0">
                <a:solidFill>
                  <a:srgbClr val="333333"/>
                </a:solidFill>
                <a:latin typeface="Calibri"/>
              </a:rPr>
              <a:t>• ACP Instant Checkout stumbled in early 2026 — OpenAI pivoted to discovery-only</a:t>
            </a:r>
          </a:p>
          <a:p>
            <a:pPr algn="l"/>
            <a:r>
              <a:rPr sz="1100" b="0">
                <a:solidFill>
                  <a:srgbClr val="333333"/>
                </a:solidFill>
                <a:latin typeface="Calibri"/>
              </a:rPr>
              <a:t>• Mastercard acquired BVNK ($1.8B) — validates the stablecoin cross-border rail</a:t>
            </a:r>
          </a:p>
        </p:txBody>
      </p:sp>
      <p:sp>
        <p:nvSpPr>
          <p:cNvPr id="21" name="Rectangle 20"/>
          <p:cNvSpPr/>
          <p:nvPr/>
        </p:nvSpPr>
        <p:spPr>
          <a:xfrm>
            <a:off x="0" y="6172200"/>
            <a:ext cx="12191695" cy="685800"/>
          </a:xfrm>
          <a:prstGeom prst="rect">
            <a:avLst/>
          </a:prstGeom>
          <a:solidFill>
            <a:srgbClr val="00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6291072"/>
            <a:ext cx="11155680" cy="457200"/>
          </a:xfrm>
          <a:prstGeom prst="rect">
            <a:avLst/>
          </a:prstGeom>
          <a:noFill/>
        </p:spPr>
        <p:txBody>
          <a:bodyPr wrap="square" lIns="0" rIns="0" tIns="0" bIns="0">
            <a:spAutoFit/>
          </a:bodyPr>
          <a:lstStyle/>
          <a:p>
            <a:pPr algn="l"/>
            <a:r>
              <a:rPr sz="1300" b="1">
                <a:solidFill>
                  <a:srgbClr val="FFFFFF"/>
                </a:solidFill>
                <a:latin typeface="Calibri"/>
              </a:rPr>
              <a:t>Recommendation: lead with Clover Direct on the Mastercard Agent Pay integration (Dec 2025 is a genuine rail-level asymmetry). Ship SmartDeposit and International Lane on the same backbone. Reshape prototype-1 into WeekendCash — 'Saturday money, on Saturday, backed by Fiserv.' Reshape prototype-3 into SupplierCash as the outflow-side companion. Every shipped product has a public kill threshold.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640080"/>
          </a:xfrm>
          <a:prstGeom prst="rect">
            <a:avLst/>
          </a:prstGeom>
          <a:noFill/>
        </p:spPr>
        <p:txBody>
          <a:bodyPr wrap="square">
            <a:spAutoFit/>
          </a:bodyPr>
          <a:lstStyle/>
          <a:p>
            <a:pPr algn="l">
              <a:defRPr sz="3600" b="1">
                <a:solidFill>
                  <a:srgbClr val="003B5C"/>
                </a:solidFill>
                <a:latin typeface="Calibri"/>
              </a:defRPr>
            </a:pPr>
            <a:r>
              <a:rPr dirty="0">
                <a:solidFill>
                  <a:srgbClr val="002060"/>
                </a:solidFill>
              </a:rPr>
              <a:t>Executive Summary</a:t>
            </a:r>
          </a:p>
        </p:txBody>
      </p:sp>
      <p:sp>
        <p:nvSpPr>
          <p:cNvPr id="4" name="Rounded Rectangle 3"/>
          <p:cNvSpPr/>
          <p:nvPr/>
        </p:nvSpPr>
        <p:spPr>
          <a:xfrm>
            <a:off x="731520" y="1371600"/>
            <a:ext cx="2560320" cy="164592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05840" y="1508760"/>
            <a:ext cx="2011680" cy="731520"/>
          </a:xfrm>
          <a:prstGeom prst="rect">
            <a:avLst/>
          </a:prstGeom>
          <a:noFill/>
        </p:spPr>
        <p:txBody>
          <a:bodyPr wrap="square">
            <a:spAutoFit/>
          </a:bodyPr>
          <a:lstStyle/>
          <a:p>
            <a:pPr algn="ctr">
              <a:defRPr sz="4200" b="1">
                <a:solidFill>
                  <a:srgbClr val="003B5C"/>
                </a:solidFill>
                <a:latin typeface="Calibri"/>
              </a:defRPr>
            </a:pPr>
            <a:r>
              <a:rPr dirty="0">
                <a:solidFill>
                  <a:srgbClr val="002060"/>
                </a:solidFill>
              </a:rPr>
              <a:t>$2-4T</a:t>
            </a:r>
          </a:p>
        </p:txBody>
      </p:sp>
      <p:sp>
        <p:nvSpPr>
          <p:cNvPr id="6" name="TextBox 5"/>
          <p:cNvSpPr txBox="1"/>
          <p:nvPr/>
        </p:nvSpPr>
        <p:spPr>
          <a:xfrm>
            <a:off x="1005840" y="2194560"/>
            <a:ext cx="2011680" cy="640080"/>
          </a:xfrm>
          <a:prstGeom prst="rect">
            <a:avLst/>
          </a:prstGeom>
          <a:noFill/>
        </p:spPr>
        <p:txBody>
          <a:bodyPr wrap="square">
            <a:spAutoFit/>
          </a:bodyPr>
          <a:lstStyle/>
          <a:p>
            <a:pPr algn="ctr">
              <a:defRPr sz="1300" b="0">
                <a:solidFill>
                  <a:srgbClr val="333333"/>
                </a:solidFill>
                <a:latin typeface="Calibri"/>
              </a:defRPr>
            </a:pPr>
            <a:r>
              <a:t>Stablecoin market</a:t>
            </a:r>
            <a:br/>
            <a:r>
              <a:t>by 2030</a:t>
            </a:r>
          </a:p>
        </p:txBody>
      </p:sp>
      <p:sp>
        <p:nvSpPr>
          <p:cNvPr id="7" name="Rounded Rectangle 6"/>
          <p:cNvSpPr/>
          <p:nvPr/>
        </p:nvSpPr>
        <p:spPr>
          <a:xfrm>
            <a:off x="3566160" y="1371600"/>
            <a:ext cx="2560320" cy="164592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840480" y="1508760"/>
            <a:ext cx="2011680" cy="731520"/>
          </a:xfrm>
          <a:prstGeom prst="rect">
            <a:avLst/>
          </a:prstGeom>
          <a:noFill/>
        </p:spPr>
        <p:txBody>
          <a:bodyPr wrap="square">
            <a:spAutoFit/>
          </a:bodyPr>
          <a:lstStyle/>
          <a:p>
            <a:pPr algn="ctr">
              <a:defRPr sz="4200" b="1">
                <a:solidFill>
                  <a:srgbClr val="FF6600"/>
                </a:solidFill>
                <a:latin typeface="Calibri"/>
              </a:defRPr>
            </a:pPr>
            <a:r>
              <a:t>&lt;1%</a:t>
            </a:r>
          </a:p>
        </p:txBody>
      </p:sp>
      <p:sp>
        <p:nvSpPr>
          <p:cNvPr id="9" name="TextBox 8"/>
          <p:cNvSpPr txBox="1"/>
          <p:nvPr/>
        </p:nvSpPr>
        <p:spPr>
          <a:xfrm>
            <a:off x="3840480" y="2194560"/>
            <a:ext cx="2011680" cy="640080"/>
          </a:xfrm>
          <a:prstGeom prst="rect">
            <a:avLst/>
          </a:prstGeom>
          <a:noFill/>
        </p:spPr>
        <p:txBody>
          <a:bodyPr wrap="square">
            <a:spAutoFit/>
          </a:bodyPr>
          <a:lstStyle/>
          <a:p>
            <a:pPr algn="ctr">
              <a:defRPr sz="1300" b="0">
                <a:solidFill>
                  <a:srgbClr val="333333"/>
                </a:solidFill>
                <a:latin typeface="Calibri"/>
              </a:defRPr>
            </a:pPr>
            <a:r>
              <a:t>Transaction cost</a:t>
            </a:r>
            <a:br/>
            <a:r>
              <a:t>vs 2-3% interchange</a:t>
            </a:r>
          </a:p>
        </p:txBody>
      </p:sp>
      <p:sp>
        <p:nvSpPr>
          <p:cNvPr id="10" name="Rounded Rectangle 9"/>
          <p:cNvSpPr/>
          <p:nvPr/>
        </p:nvSpPr>
        <p:spPr>
          <a:xfrm>
            <a:off x="6400800" y="1371600"/>
            <a:ext cx="2560320" cy="164592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75120" y="1508760"/>
            <a:ext cx="2011680" cy="731520"/>
          </a:xfrm>
          <a:prstGeom prst="rect">
            <a:avLst/>
          </a:prstGeom>
          <a:noFill/>
        </p:spPr>
        <p:txBody>
          <a:bodyPr wrap="square">
            <a:spAutoFit/>
          </a:bodyPr>
          <a:lstStyle/>
          <a:p>
            <a:pPr algn="ctr">
              <a:defRPr sz="4200" b="1">
                <a:solidFill>
                  <a:srgbClr val="008090"/>
                </a:solidFill>
                <a:latin typeface="Calibri"/>
              </a:defRPr>
            </a:pPr>
            <a:r>
              <a:rPr lang="en-US">
                <a:solidFill>
                  <a:srgbClr val="002060"/>
                </a:solidFill>
              </a:rPr>
              <a:t>6 </a:t>
            </a:r>
            <a:r>
              <a:rPr dirty="0">
                <a:solidFill>
                  <a:srgbClr val="002060"/>
                </a:solidFill>
              </a:rPr>
              <a:t>M</a:t>
            </a:r>
          </a:p>
        </p:txBody>
      </p:sp>
      <p:sp>
        <p:nvSpPr>
          <p:cNvPr id="12" name="TextBox 11"/>
          <p:cNvSpPr txBox="1"/>
          <p:nvPr/>
        </p:nvSpPr>
        <p:spPr>
          <a:xfrm>
            <a:off x="6675120" y="2194560"/>
            <a:ext cx="2011680" cy="640080"/>
          </a:xfrm>
          <a:prstGeom prst="rect">
            <a:avLst/>
          </a:prstGeom>
          <a:noFill/>
        </p:spPr>
        <p:txBody>
          <a:bodyPr wrap="square">
            <a:spAutoFit/>
          </a:bodyPr>
          <a:lstStyle/>
          <a:p>
            <a:pPr algn="ctr">
              <a:defRPr sz="1300" b="0">
                <a:solidFill>
                  <a:srgbClr val="333333"/>
                </a:solidFill>
                <a:latin typeface="Calibri"/>
              </a:defRPr>
            </a:pPr>
            <a:r>
              <a:rPr dirty="0"/>
              <a:t>Merchant locations</a:t>
            </a:r>
            <a:br>
              <a:rPr dirty="0"/>
            </a:br>
            <a:r>
              <a:rPr dirty="0"/>
              <a:t>ready for activation</a:t>
            </a:r>
          </a:p>
        </p:txBody>
      </p:sp>
      <p:sp>
        <p:nvSpPr>
          <p:cNvPr id="13" name="Rounded Rectangle 12"/>
          <p:cNvSpPr/>
          <p:nvPr/>
        </p:nvSpPr>
        <p:spPr>
          <a:xfrm>
            <a:off x="9235440" y="1371600"/>
            <a:ext cx="2560320" cy="164592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509760" y="1508760"/>
            <a:ext cx="2011680" cy="731520"/>
          </a:xfrm>
          <a:prstGeom prst="rect">
            <a:avLst/>
          </a:prstGeom>
          <a:noFill/>
        </p:spPr>
        <p:txBody>
          <a:bodyPr wrap="square">
            <a:spAutoFit/>
          </a:bodyPr>
          <a:lstStyle/>
          <a:p>
            <a:pPr algn="ctr">
              <a:defRPr sz="4200" b="1">
                <a:solidFill>
                  <a:srgbClr val="2E7D32"/>
                </a:solidFill>
                <a:latin typeface="Calibri"/>
              </a:defRPr>
            </a:pPr>
            <a:r>
              <a:rPr dirty="0"/>
              <a:t>ONLY</a:t>
            </a:r>
          </a:p>
        </p:txBody>
      </p:sp>
      <p:sp>
        <p:nvSpPr>
          <p:cNvPr id="15" name="TextBox 14"/>
          <p:cNvSpPr txBox="1"/>
          <p:nvPr/>
        </p:nvSpPr>
        <p:spPr>
          <a:xfrm>
            <a:off x="9509760" y="2194560"/>
            <a:ext cx="2011680" cy="640080"/>
          </a:xfrm>
          <a:prstGeom prst="rect">
            <a:avLst/>
          </a:prstGeom>
          <a:noFill/>
        </p:spPr>
        <p:txBody>
          <a:bodyPr wrap="square">
            <a:spAutoFit/>
          </a:bodyPr>
          <a:lstStyle/>
          <a:p>
            <a:pPr algn="ctr">
              <a:defRPr sz="1300" b="0">
                <a:solidFill>
                  <a:srgbClr val="333333"/>
                </a:solidFill>
                <a:latin typeface="Calibri"/>
              </a:defRPr>
            </a:pPr>
            <a:r>
              <a:rPr dirty="0"/>
              <a:t>Vertically integrated</a:t>
            </a:r>
            <a:br>
              <a:rPr dirty="0"/>
            </a:br>
            <a:r>
              <a:rPr dirty="0"/>
              <a:t>crypto payment stack</a:t>
            </a:r>
          </a:p>
        </p:txBody>
      </p:sp>
      <p:sp>
        <p:nvSpPr>
          <p:cNvPr id="16" name="Rectangle 15"/>
          <p:cNvSpPr/>
          <p:nvPr/>
        </p:nvSpPr>
        <p:spPr>
          <a:xfrm>
            <a:off x="914400" y="3456432"/>
            <a:ext cx="109728" cy="109728"/>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88720" y="3383280"/>
            <a:ext cx="10058400" cy="365760"/>
          </a:xfrm>
          <a:prstGeom prst="rect">
            <a:avLst/>
          </a:prstGeom>
          <a:noFill/>
        </p:spPr>
        <p:txBody>
          <a:bodyPr wrap="square">
            <a:spAutoFit/>
          </a:bodyPr>
          <a:lstStyle/>
          <a:p>
            <a:pPr algn="l">
              <a:defRPr sz="1300" b="0">
                <a:solidFill>
                  <a:srgbClr val="333333"/>
                </a:solidFill>
                <a:latin typeface="Calibri"/>
              </a:defRPr>
            </a:pPr>
            <a:r>
              <a:t>GENIUS Act (July 2025) legalized stablecoins as payment instruments in the US</a:t>
            </a:r>
          </a:p>
        </p:txBody>
      </p:sp>
      <p:sp>
        <p:nvSpPr>
          <p:cNvPr id="18" name="Rectangle 17"/>
          <p:cNvSpPr/>
          <p:nvPr/>
        </p:nvSpPr>
        <p:spPr>
          <a:xfrm>
            <a:off x="914400" y="3840480"/>
            <a:ext cx="109728" cy="109728"/>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88720" y="3767328"/>
            <a:ext cx="10058400" cy="365760"/>
          </a:xfrm>
          <a:prstGeom prst="rect">
            <a:avLst/>
          </a:prstGeom>
          <a:noFill/>
        </p:spPr>
        <p:txBody>
          <a:bodyPr wrap="square">
            <a:spAutoFit/>
          </a:bodyPr>
          <a:lstStyle/>
          <a:p>
            <a:pPr algn="l">
              <a:defRPr sz="1300" b="0">
                <a:solidFill>
                  <a:srgbClr val="333333"/>
                </a:solidFill>
                <a:latin typeface="Calibri"/>
              </a:defRPr>
            </a:pPr>
            <a:r>
              <a:t>75% of NRF 2026 retailers implementing or planning agentic commerce</a:t>
            </a:r>
          </a:p>
        </p:txBody>
      </p:sp>
      <p:sp>
        <p:nvSpPr>
          <p:cNvPr id="20" name="Rectangle 19"/>
          <p:cNvSpPr/>
          <p:nvPr/>
        </p:nvSpPr>
        <p:spPr>
          <a:xfrm>
            <a:off x="914400" y="4224528"/>
            <a:ext cx="109728" cy="109728"/>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88720" y="4151376"/>
            <a:ext cx="10058400" cy="365760"/>
          </a:xfrm>
          <a:prstGeom prst="rect">
            <a:avLst/>
          </a:prstGeom>
          <a:noFill/>
        </p:spPr>
        <p:txBody>
          <a:bodyPr wrap="square">
            <a:spAutoFit/>
          </a:bodyPr>
          <a:lstStyle/>
          <a:p>
            <a:pPr algn="l">
              <a:defRPr sz="1300" b="0">
                <a:solidFill>
                  <a:srgbClr val="333333"/>
                </a:solidFill>
                <a:latin typeface="Calibri"/>
              </a:defRPr>
            </a:pPr>
            <a:r>
              <a:t>Fiserv is a founding member of the x402 Foundation (April 2, 2026)</a:t>
            </a:r>
          </a:p>
        </p:txBody>
      </p:sp>
      <p:sp>
        <p:nvSpPr>
          <p:cNvPr id="22" name="Rectangle 21"/>
          <p:cNvSpPr/>
          <p:nvPr/>
        </p:nvSpPr>
        <p:spPr>
          <a:xfrm>
            <a:off x="914400" y="4608576"/>
            <a:ext cx="109728" cy="109728"/>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188720" y="4535424"/>
            <a:ext cx="10058400" cy="365760"/>
          </a:xfrm>
          <a:prstGeom prst="rect">
            <a:avLst/>
          </a:prstGeom>
          <a:noFill/>
        </p:spPr>
        <p:txBody>
          <a:bodyPr wrap="square">
            <a:spAutoFit/>
          </a:bodyPr>
          <a:lstStyle/>
          <a:p>
            <a:pPr algn="l">
              <a:defRPr sz="1300" b="0">
                <a:solidFill>
                  <a:srgbClr val="333333"/>
                </a:solidFill>
                <a:latin typeface="Calibri"/>
              </a:defRPr>
            </a:pPr>
            <a:r>
              <a:t>Cross-border payments represent a $190 trillion annual market opportunity</a:t>
            </a:r>
          </a:p>
        </p:txBody>
      </p:sp>
      <p:sp>
        <p:nvSpPr>
          <p:cNvPr id="24" name="Rectangle 23"/>
          <p:cNvSpPr/>
          <p:nvPr/>
        </p:nvSpPr>
        <p:spPr>
          <a:xfrm>
            <a:off x="914400" y="4992624"/>
            <a:ext cx="109728" cy="109728"/>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188720" y="4919472"/>
            <a:ext cx="10058400" cy="365760"/>
          </a:xfrm>
          <a:prstGeom prst="rect">
            <a:avLst/>
          </a:prstGeom>
          <a:noFill/>
        </p:spPr>
        <p:txBody>
          <a:bodyPr wrap="square">
            <a:spAutoFit/>
          </a:bodyPr>
          <a:lstStyle/>
          <a:p>
            <a:pPr algn="l">
              <a:defRPr sz="1300" b="0">
                <a:solidFill>
                  <a:srgbClr val="333333"/>
                </a:solidFill>
                <a:latin typeface="Calibri"/>
              </a:defRPr>
            </a:pPr>
            <a:r>
              <a:t>FIUSD is live in production -- bank-embedded stablecoin on Solana via Paxos/Circle</a:t>
            </a:r>
          </a:p>
        </p:txBody>
      </p:sp>
      <p:sp>
        <p:nvSpPr>
          <p:cNvPr id="26" name="Rectangle 25"/>
          <p:cNvSpPr/>
          <p:nvPr/>
        </p:nvSpPr>
        <p:spPr>
          <a:xfrm>
            <a:off x="914400" y="5394959"/>
            <a:ext cx="73152" cy="27432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88720" y="5349240"/>
            <a:ext cx="10058400" cy="347472"/>
          </a:xfrm>
          <a:prstGeom prst="rect">
            <a:avLst/>
          </a:prstGeom>
          <a:noFill/>
        </p:spPr>
        <p:txBody>
          <a:bodyPr wrap="square" lIns="0" rIns="0" tIns="0" bIns="0">
            <a:spAutoFit/>
          </a:bodyPr>
          <a:lstStyle/>
          <a:p>
            <a:pPr algn="l"/>
            <a:r>
              <a:rPr sz="1300" b="0">
                <a:solidFill>
                  <a:srgbClr val="333333"/>
                </a:solidFill>
                <a:latin typeface="Calibri"/>
              </a:rPr>
              <a:t>Gaming: early-mover opportunity in a high-growth Fiserv vertical where crypto/stablecoin acceptance is already a buyer expectation</a:t>
            </a:r>
          </a:p>
        </p:txBody>
      </p:sp>
      <p:sp>
        <p:nvSpPr>
          <p:cNvPr id="28" name="Rectangle 27"/>
          <p:cNvSpPr/>
          <p:nvPr/>
        </p:nvSpPr>
        <p:spPr>
          <a:xfrm>
            <a:off x="914400" y="5760720"/>
            <a:ext cx="73152" cy="27432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88720" y="5715000"/>
            <a:ext cx="10058400" cy="347472"/>
          </a:xfrm>
          <a:prstGeom prst="rect">
            <a:avLst/>
          </a:prstGeom>
          <a:noFill/>
        </p:spPr>
        <p:txBody>
          <a:bodyPr wrap="square" lIns="0" rIns="0" tIns="0" bIns="0">
            <a:spAutoFit/>
          </a:bodyPr>
          <a:lstStyle/>
          <a:p>
            <a:pPr algn="l"/>
            <a:r>
              <a:rPr sz="1300" b="0">
                <a:solidFill>
                  <a:srgbClr val="333333"/>
                </a:solidFill>
                <a:latin typeface="Calibri"/>
              </a:rPr>
              <a:t>Machine Payment Protocol (MPP) &amp; agentic M2M flows require crypto acceptance — a gap Fiserv must close to stay relevant to AI-agent commerce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640080"/>
          </a:xfrm>
          <a:prstGeom prst="rect">
            <a:avLst/>
          </a:prstGeom>
          <a:noFill/>
        </p:spPr>
        <p:txBody>
          <a:bodyPr wrap="square">
            <a:spAutoFit/>
          </a:bodyPr>
          <a:lstStyle/>
          <a:p>
            <a:pPr algn="l">
              <a:defRPr sz="3600" b="1">
                <a:solidFill>
                  <a:srgbClr val="003B5C"/>
                </a:solidFill>
                <a:latin typeface="Calibri"/>
              </a:defRPr>
            </a:pPr>
            <a:r>
              <a:rPr dirty="0">
                <a:solidFill>
                  <a:srgbClr val="002060"/>
                </a:solidFill>
              </a:rPr>
              <a:t>Market Opportunity</a:t>
            </a:r>
          </a:p>
        </p:txBody>
      </p:sp>
      <p:sp>
        <p:nvSpPr>
          <p:cNvPr id="4" name="TextBox 3"/>
          <p:cNvSpPr txBox="1"/>
          <p:nvPr/>
        </p:nvSpPr>
        <p:spPr>
          <a:xfrm>
            <a:off x="731520" y="1280160"/>
            <a:ext cx="5486400" cy="400110"/>
          </a:xfrm>
          <a:prstGeom prst="rect">
            <a:avLst/>
          </a:prstGeom>
          <a:noFill/>
        </p:spPr>
        <p:txBody>
          <a:bodyPr wrap="square">
            <a:spAutoFit/>
          </a:bodyPr>
          <a:lstStyle/>
          <a:p>
            <a:pPr algn="l">
              <a:defRPr sz="2000" b="1">
                <a:solidFill>
                  <a:srgbClr val="003B5C"/>
                </a:solidFill>
                <a:latin typeface="Calibri"/>
              </a:defRPr>
            </a:pPr>
            <a:r>
              <a:rPr dirty="0">
                <a:solidFill>
                  <a:srgbClr val="002060"/>
                </a:solidFill>
              </a:rPr>
              <a:t>Stablecoin &amp; Cross-Border Markets</a:t>
            </a:r>
          </a:p>
        </p:txBody>
      </p:sp>
      <p:graphicFrame>
        <p:nvGraphicFramePr>
          <p:cNvPr id="5" name="Table 4"/>
          <p:cNvGraphicFramePr>
            <a:graphicFrameLocks noGrp="1"/>
          </p:cNvGraphicFramePr>
          <p:nvPr>
            <p:extLst>
              <p:ext uri="{D42A27DB-BD31-4B8C-83A1-F6EECF244321}">
                <p14:modId xmlns:p14="http://schemas.microsoft.com/office/powerpoint/2010/main" val="3809021547"/>
              </p:ext>
            </p:extLst>
          </p:nvPr>
        </p:nvGraphicFramePr>
        <p:xfrm>
          <a:off x="731520" y="1828800"/>
          <a:ext cx="5486400" cy="228600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457200">
                <a:tc>
                  <a:txBody>
                    <a:bodyPr/>
                    <a:lstStyle/>
                    <a:p>
                      <a:pPr>
                        <a:defRPr sz="1000" b="1">
                          <a:solidFill>
                            <a:srgbClr val="FFFFFF"/>
                          </a:solidFill>
                          <a:latin typeface="Calibri"/>
                        </a:defRPr>
                      </a:pPr>
                      <a:r>
                        <a:rPr dirty="0"/>
                        <a:t>Segment</a:t>
                      </a:r>
                    </a:p>
                  </a:txBody>
                  <a:tcPr anchor="ctr">
                    <a:solidFill>
                      <a:srgbClr val="002060"/>
                    </a:solidFill>
                  </a:tcPr>
                </a:tc>
                <a:tc>
                  <a:txBody>
                    <a:bodyPr/>
                    <a:lstStyle/>
                    <a:p>
                      <a:pPr>
                        <a:defRPr sz="1000" b="1">
                          <a:solidFill>
                            <a:srgbClr val="FFFFFF"/>
                          </a:solidFill>
                          <a:latin typeface="Calibri"/>
                        </a:defRPr>
                      </a:pPr>
                      <a:r>
                        <a:rPr dirty="0"/>
                        <a:t>Current</a:t>
                      </a:r>
                    </a:p>
                  </a:txBody>
                  <a:tcPr anchor="ctr">
                    <a:solidFill>
                      <a:srgbClr val="002060"/>
                    </a:solidFill>
                  </a:tcPr>
                </a:tc>
                <a:tc>
                  <a:txBody>
                    <a:bodyPr/>
                    <a:lstStyle/>
                    <a:p>
                      <a:pPr>
                        <a:defRPr sz="1000" b="1">
                          <a:solidFill>
                            <a:srgbClr val="FFFFFF"/>
                          </a:solidFill>
                          <a:latin typeface="Calibri"/>
                        </a:defRPr>
                      </a:pPr>
                      <a:r>
                        <a:rPr dirty="0"/>
                        <a:t>2030 Projected</a:t>
                      </a:r>
                    </a:p>
                  </a:txBody>
                  <a:tcPr anchor="ctr">
                    <a:solidFill>
                      <a:srgbClr val="002060"/>
                    </a:solidFill>
                  </a:tcPr>
                </a:tc>
                <a:tc>
                  <a:txBody>
                    <a:bodyPr/>
                    <a:lstStyle/>
                    <a:p>
                      <a:pPr>
                        <a:defRPr sz="1000" b="1">
                          <a:solidFill>
                            <a:srgbClr val="FFFFFF"/>
                          </a:solidFill>
                          <a:latin typeface="Calibri"/>
                        </a:defRPr>
                      </a:pPr>
                      <a:r>
                        <a:rPr dirty="0"/>
                        <a:t>CAGR</a:t>
                      </a:r>
                    </a:p>
                  </a:txBody>
                  <a:tcPr anchor="ctr">
                    <a:solidFill>
                      <a:srgbClr val="002060"/>
                    </a:solidFill>
                  </a:tcPr>
                </a:tc>
                <a:extLst>
                  <a:ext uri="{0D108BD9-81ED-4DB2-BD59-A6C34878D82A}">
                    <a16:rowId xmlns:a16="http://schemas.microsoft.com/office/drawing/2014/main" val="10000"/>
                  </a:ext>
                </a:extLst>
              </a:tr>
              <a:tr h="457200">
                <a:tc>
                  <a:txBody>
                    <a:bodyPr/>
                    <a:lstStyle/>
                    <a:p>
                      <a:pPr>
                        <a:defRPr sz="1000">
                          <a:solidFill>
                            <a:srgbClr val="333333"/>
                          </a:solidFill>
                          <a:latin typeface="Calibri"/>
                        </a:defRPr>
                      </a:pPr>
                      <a:r>
                        <a:t>Stablecoin Market Cap</a:t>
                      </a:r>
                    </a:p>
                  </a:txBody>
                  <a:tcPr anchor="ctr">
                    <a:solidFill>
                      <a:srgbClr val="FFFFFF"/>
                    </a:solidFill>
                  </a:tcPr>
                </a:tc>
                <a:tc>
                  <a:txBody>
                    <a:bodyPr/>
                    <a:lstStyle/>
                    <a:p>
                      <a:pPr>
                        <a:defRPr sz="1000">
                          <a:solidFill>
                            <a:srgbClr val="333333"/>
                          </a:solidFill>
                          <a:latin typeface="Calibri"/>
                        </a:defRPr>
                      </a:pPr>
                      <a:r>
                        <a:t>$260B</a:t>
                      </a:r>
                    </a:p>
                  </a:txBody>
                  <a:tcPr anchor="ctr">
                    <a:solidFill>
                      <a:srgbClr val="FFFFFF"/>
                    </a:solidFill>
                  </a:tcPr>
                </a:tc>
                <a:tc>
                  <a:txBody>
                    <a:bodyPr/>
                    <a:lstStyle/>
                    <a:p>
                      <a:pPr>
                        <a:defRPr sz="1000">
                          <a:solidFill>
                            <a:srgbClr val="333333"/>
                          </a:solidFill>
                          <a:latin typeface="Calibri"/>
                        </a:defRPr>
                      </a:pPr>
                      <a:r>
                        <a:t>$2-4T</a:t>
                      </a:r>
                    </a:p>
                  </a:txBody>
                  <a:tcPr anchor="ctr">
                    <a:solidFill>
                      <a:srgbClr val="FFFFFF"/>
                    </a:solidFill>
                  </a:tcPr>
                </a:tc>
                <a:tc>
                  <a:txBody>
                    <a:bodyPr/>
                    <a:lstStyle/>
                    <a:p>
                      <a:pPr>
                        <a:defRPr sz="1000">
                          <a:solidFill>
                            <a:srgbClr val="333333"/>
                          </a:solidFill>
                          <a:latin typeface="Calibri"/>
                        </a:defRPr>
                      </a:pPr>
                      <a:r>
                        <a:t>~50%</a:t>
                      </a:r>
                    </a:p>
                  </a:txBody>
                  <a:tcPr anchor="ctr">
                    <a:solidFill>
                      <a:srgbClr val="FFFFFF"/>
                    </a:solidFill>
                  </a:tcPr>
                </a:tc>
                <a:extLst>
                  <a:ext uri="{0D108BD9-81ED-4DB2-BD59-A6C34878D82A}">
                    <a16:rowId xmlns:a16="http://schemas.microsoft.com/office/drawing/2014/main" val="10001"/>
                  </a:ext>
                </a:extLst>
              </a:tr>
              <a:tr h="457200">
                <a:tc>
                  <a:txBody>
                    <a:bodyPr/>
                    <a:lstStyle/>
                    <a:p>
                      <a:pPr>
                        <a:defRPr sz="1000">
                          <a:solidFill>
                            <a:srgbClr val="333333"/>
                          </a:solidFill>
                          <a:latin typeface="Calibri"/>
                        </a:defRPr>
                      </a:pPr>
                      <a:r>
                        <a:t>Cross-Border Payments</a:t>
                      </a:r>
                    </a:p>
                  </a:txBody>
                  <a:tcPr anchor="ctr">
                    <a:solidFill>
                      <a:srgbClr val="F2F2F2"/>
                    </a:solidFill>
                  </a:tcPr>
                </a:tc>
                <a:tc>
                  <a:txBody>
                    <a:bodyPr/>
                    <a:lstStyle/>
                    <a:p>
                      <a:pPr>
                        <a:defRPr sz="1000">
                          <a:solidFill>
                            <a:srgbClr val="333333"/>
                          </a:solidFill>
                          <a:latin typeface="Calibri"/>
                        </a:defRPr>
                      </a:pPr>
                      <a:r>
                        <a:t>$190T/yr</a:t>
                      </a:r>
                    </a:p>
                  </a:txBody>
                  <a:tcPr anchor="ctr">
                    <a:solidFill>
                      <a:srgbClr val="F2F2F2"/>
                    </a:solidFill>
                  </a:tcPr>
                </a:tc>
                <a:tc>
                  <a:txBody>
                    <a:bodyPr/>
                    <a:lstStyle/>
                    <a:p>
                      <a:pPr>
                        <a:defRPr sz="1000">
                          <a:solidFill>
                            <a:srgbClr val="333333"/>
                          </a:solidFill>
                          <a:latin typeface="Calibri"/>
                        </a:defRPr>
                      </a:pPr>
                      <a:r>
                        <a:t>$250T/yr</a:t>
                      </a:r>
                    </a:p>
                  </a:txBody>
                  <a:tcPr anchor="ctr">
                    <a:solidFill>
                      <a:srgbClr val="F2F2F2"/>
                    </a:solidFill>
                  </a:tcPr>
                </a:tc>
                <a:tc>
                  <a:txBody>
                    <a:bodyPr/>
                    <a:lstStyle/>
                    <a:p>
                      <a:pPr>
                        <a:defRPr sz="1000">
                          <a:solidFill>
                            <a:srgbClr val="333333"/>
                          </a:solidFill>
                          <a:latin typeface="Calibri"/>
                        </a:defRPr>
                      </a:pPr>
                      <a:r>
                        <a:t>~6%</a:t>
                      </a:r>
                    </a:p>
                  </a:txBody>
                  <a:tcPr anchor="ctr">
                    <a:solidFill>
                      <a:srgbClr val="F2F2F2"/>
                    </a:solidFill>
                  </a:tcPr>
                </a:tc>
                <a:extLst>
                  <a:ext uri="{0D108BD9-81ED-4DB2-BD59-A6C34878D82A}">
                    <a16:rowId xmlns:a16="http://schemas.microsoft.com/office/drawing/2014/main" val="10002"/>
                  </a:ext>
                </a:extLst>
              </a:tr>
              <a:tr h="457200">
                <a:tc>
                  <a:txBody>
                    <a:bodyPr/>
                    <a:lstStyle/>
                    <a:p>
                      <a:pPr>
                        <a:defRPr sz="1000">
                          <a:solidFill>
                            <a:srgbClr val="333333"/>
                          </a:solidFill>
                          <a:latin typeface="Calibri"/>
                        </a:defRPr>
                      </a:pPr>
                      <a:r>
                        <a:t>US Stablecoin Share</a:t>
                      </a:r>
                    </a:p>
                  </a:txBody>
                  <a:tcPr anchor="ctr">
                    <a:solidFill>
                      <a:srgbClr val="F2F2F2"/>
                    </a:solidFill>
                  </a:tcPr>
                </a:tc>
                <a:tc>
                  <a:txBody>
                    <a:bodyPr/>
                    <a:lstStyle/>
                    <a:p>
                      <a:pPr>
                        <a:defRPr sz="1000">
                          <a:solidFill>
                            <a:srgbClr val="333333"/>
                          </a:solidFill>
                          <a:latin typeface="Calibri"/>
                        </a:defRPr>
                      </a:pPr>
                      <a:r>
                        <a:t>3% of USD payments</a:t>
                      </a:r>
                    </a:p>
                  </a:txBody>
                  <a:tcPr anchor="ctr">
                    <a:solidFill>
                      <a:srgbClr val="F2F2F2"/>
                    </a:solidFill>
                  </a:tcPr>
                </a:tc>
                <a:tc>
                  <a:txBody>
                    <a:bodyPr/>
                    <a:lstStyle/>
                    <a:p>
                      <a:pPr>
                        <a:defRPr sz="1000">
                          <a:solidFill>
                            <a:srgbClr val="333333"/>
                          </a:solidFill>
                          <a:latin typeface="Calibri"/>
                        </a:defRPr>
                      </a:pPr>
                      <a:r>
                        <a:t>10% by 2031</a:t>
                      </a:r>
                    </a:p>
                  </a:txBody>
                  <a:tcPr anchor="ctr">
                    <a:solidFill>
                      <a:srgbClr val="F2F2F2"/>
                    </a:solidFill>
                  </a:tcPr>
                </a:tc>
                <a:tc>
                  <a:txBody>
                    <a:bodyPr/>
                    <a:lstStyle/>
                    <a:p>
                      <a:pPr>
                        <a:defRPr sz="1000">
                          <a:solidFill>
                            <a:srgbClr val="333333"/>
                          </a:solidFill>
                          <a:latin typeface="Calibri"/>
                        </a:defRPr>
                      </a:pPr>
                      <a:r>
                        <a:rPr dirty="0"/>
                        <a:t>~25%</a:t>
                      </a:r>
                    </a:p>
                  </a:txBody>
                  <a:tcPr anchor="ctr">
                    <a:solidFill>
                      <a:srgbClr val="F2F2F2"/>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6858000" y="1280160"/>
            <a:ext cx="4572000" cy="400110"/>
          </a:xfrm>
          <a:prstGeom prst="rect">
            <a:avLst/>
          </a:prstGeom>
          <a:noFill/>
        </p:spPr>
        <p:txBody>
          <a:bodyPr wrap="square">
            <a:spAutoFit/>
          </a:bodyPr>
          <a:lstStyle/>
          <a:p>
            <a:pPr algn="l">
              <a:defRPr sz="2000" b="1">
                <a:solidFill>
                  <a:srgbClr val="003B5C"/>
                </a:solidFill>
                <a:latin typeface="Calibri"/>
              </a:defRPr>
            </a:pPr>
            <a:r>
              <a:rPr dirty="0">
                <a:solidFill>
                  <a:srgbClr val="002060"/>
                </a:solidFill>
              </a:rPr>
              <a:t>Market Drivers</a:t>
            </a:r>
          </a:p>
        </p:txBody>
      </p:sp>
      <p:sp>
        <p:nvSpPr>
          <p:cNvPr id="7" name="Rounded Rectangle 6"/>
          <p:cNvSpPr/>
          <p:nvPr/>
        </p:nvSpPr>
        <p:spPr>
          <a:xfrm>
            <a:off x="6858000" y="1920240"/>
            <a:ext cx="4754880" cy="86868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132320" y="1993392"/>
            <a:ext cx="4206240" cy="320040"/>
          </a:xfrm>
          <a:prstGeom prst="rect">
            <a:avLst/>
          </a:prstGeom>
          <a:noFill/>
        </p:spPr>
        <p:txBody>
          <a:bodyPr wrap="square">
            <a:spAutoFit/>
          </a:bodyPr>
          <a:lstStyle/>
          <a:p>
            <a:pPr algn="l">
              <a:defRPr sz="1300" b="1">
                <a:solidFill>
                  <a:srgbClr val="FF6600"/>
                </a:solidFill>
                <a:latin typeface="Calibri"/>
              </a:defRPr>
            </a:pPr>
            <a:r>
              <a:t>Regulatory Clarity</a:t>
            </a:r>
          </a:p>
        </p:txBody>
      </p:sp>
      <p:sp>
        <p:nvSpPr>
          <p:cNvPr id="9" name="TextBox 8"/>
          <p:cNvSpPr txBox="1"/>
          <p:nvPr/>
        </p:nvSpPr>
        <p:spPr>
          <a:xfrm>
            <a:off x="7132320" y="2286000"/>
            <a:ext cx="4206240" cy="457200"/>
          </a:xfrm>
          <a:prstGeom prst="rect">
            <a:avLst/>
          </a:prstGeom>
          <a:noFill/>
        </p:spPr>
        <p:txBody>
          <a:bodyPr wrap="square">
            <a:spAutoFit/>
          </a:bodyPr>
          <a:lstStyle/>
          <a:p>
            <a:pPr algn="l">
              <a:defRPr sz="1100" b="0">
                <a:solidFill>
                  <a:srgbClr val="333333"/>
                </a:solidFill>
                <a:latin typeface="Calibri"/>
              </a:defRPr>
            </a:pPr>
            <a:r>
              <a:t>GENIUS Act + MiCA create legal framework for stablecoins as payment instruments</a:t>
            </a:r>
          </a:p>
        </p:txBody>
      </p:sp>
      <p:sp>
        <p:nvSpPr>
          <p:cNvPr id="10" name="Rounded Rectangle 9"/>
          <p:cNvSpPr/>
          <p:nvPr/>
        </p:nvSpPr>
        <p:spPr>
          <a:xfrm>
            <a:off x="6858000" y="2926080"/>
            <a:ext cx="4754880" cy="86868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132320" y="2999232"/>
            <a:ext cx="4206240" cy="320040"/>
          </a:xfrm>
          <a:prstGeom prst="rect">
            <a:avLst/>
          </a:prstGeom>
          <a:noFill/>
        </p:spPr>
        <p:txBody>
          <a:bodyPr wrap="square">
            <a:spAutoFit/>
          </a:bodyPr>
          <a:lstStyle/>
          <a:p>
            <a:pPr algn="l">
              <a:defRPr sz="1300" b="1">
                <a:solidFill>
                  <a:srgbClr val="FF6600"/>
                </a:solidFill>
                <a:latin typeface="Calibri"/>
              </a:defRPr>
            </a:pPr>
            <a:r>
              <a:t>Cost Advantage</a:t>
            </a:r>
          </a:p>
        </p:txBody>
      </p:sp>
      <p:sp>
        <p:nvSpPr>
          <p:cNvPr id="12" name="TextBox 11"/>
          <p:cNvSpPr txBox="1"/>
          <p:nvPr/>
        </p:nvSpPr>
        <p:spPr>
          <a:xfrm>
            <a:off x="7132320" y="3291840"/>
            <a:ext cx="4206240" cy="457200"/>
          </a:xfrm>
          <a:prstGeom prst="rect">
            <a:avLst/>
          </a:prstGeom>
          <a:noFill/>
        </p:spPr>
        <p:txBody>
          <a:bodyPr wrap="square">
            <a:spAutoFit/>
          </a:bodyPr>
          <a:lstStyle/>
          <a:p>
            <a:pPr algn="l">
              <a:defRPr sz="1100" b="0">
                <a:solidFill>
                  <a:srgbClr val="333333"/>
                </a:solidFill>
                <a:latin typeface="Calibri"/>
              </a:defRPr>
            </a:pPr>
            <a:r>
              <a:t>Sub-1% stablecoin costs vs 2-3% card interchange eliminates ~$50B in merchant fees</a:t>
            </a:r>
          </a:p>
        </p:txBody>
      </p:sp>
      <p:sp>
        <p:nvSpPr>
          <p:cNvPr id="13" name="Rounded Rectangle 12"/>
          <p:cNvSpPr/>
          <p:nvPr/>
        </p:nvSpPr>
        <p:spPr>
          <a:xfrm>
            <a:off x="6858000" y="3931920"/>
            <a:ext cx="4754880" cy="86868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0" y="4005072"/>
            <a:ext cx="4206240" cy="320040"/>
          </a:xfrm>
          <a:prstGeom prst="rect">
            <a:avLst/>
          </a:prstGeom>
          <a:noFill/>
        </p:spPr>
        <p:txBody>
          <a:bodyPr wrap="square">
            <a:spAutoFit/>
          </a:bodyPr>
          <a:lstStyle/>
          <a:p>
            <a:pPr algn="l">
              <a:defRPr sz="1300" b="1">
                <a:solidFill>
                  <a:srgbClr val="FF6600"/>
                </a:solidFill>
                <a:latin typeface="Calibri"/>
              </a:defRPr>
            </a:pPr>
            <a:r>
              <a:t>Speed</a:t>
            </a:r>
          </a:p>
        </p:txBody>
      </p:sp>
      <p:sp>
        <p:nvSpPr>
          <p:cNvPr id="15" name="TextBox 14"/>
          <p:cNvSpPr txBox="1"/>
          <p:nvPr/>
        </p:nvSpPr>
        <p:spPr>
          <a:xfrm>
            <a:off x="7132320" y="4297680"/>
            <a:ext cx="4206240" cy="457200"/>
          </a:xfrm>
          <a:prstGeom prst="rect">
            <a:avLst/>
          </a:prstGeom>
          <a:noFill/>
        </p:spPr>
        <p:txBody>
          <a:bodyPr wrap="square">
            <a:spAutoFit/>
          </a:bodyPr>
          <a:lstStyle/>
          <a:p>
            <a:pPr algn="l">
              <a:defRPr sz="1100" b="0">
                <a:solidFill>
                  <a:srgbClr val="333333"/>
                </a:solidFill>
                <a:latin typeface="Calibri"/>
              </a:defRPr>
            </a:pPr>
            <a:r>
              <a:t>Real-time settlement vs T+1 to T+3 on card rails -- cash flow unlocked</a:t>
            </a:r>
          </a:p>
        </p:txBody>
      </p:sp>
      <p:sp>
        <p:nvSpPr>
          <p:cNvPr id="16" name="Rounded Rectangle 15"/>
          <p:cNvSpPr/>
          <p:nvPr/>
        </p:nvSpPr>
        <p:spPr>
          <a:xfrm>
            <a:off x="6858000" y="4937760"/>
            <a:ext cx="4754880" cy="86868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132320" y="5010912"/>
            <a:ext cx="4206240" cy="320040"/>
          </a:xfrm>
          <a:prstGeom prst="rect">
            <a:avLst/>
          </a:prstGeom>
          <a:noFill/>
        </p:spPr>
        <p:txBody>
          <a:bodyPr wrap="square">
            <a:spAutoFit/>
          </a:bodyPr>
          <a:lstStyle/>
          <a:p>
            <a:pPr algn="l">
              <a:defRPr sz="1300" b="1">
                <a:solidFill>
                  <a:srgbClr val="FF6600"/>
                </a:solidFill>
                <a:latin typeface="Calibri"/>
              </a:defRPr>
            </a:pPr>
            <a:r>
              <a:t>Agentic Commerce (Parallel Effort)</a:t>
            </a:r>
          </a:p>
        </p:txBody>
      </p:sp>
      <p:sp>
        <p:nvSpPr>
          <p:cNvPr id="18" name="TextBox 17"/>
          <p:cNvSpPr txBox="1"/>
          <p:nvPr/>
        </p:nvSpPr>
        <p:spPr>
          <a:xfrm>
            <a:off x="7132320" y="5303520"/>
            <a:ext cx="4206240" cy="457200"/>
          </a:xfrm>
          <a:prstGeom prst="rect">
            <a:avLst/>
          </a:prstGeom>
          <a:noFill/>
        </p:spPr>
        <p:txBody>
          <a:bodyPr wrap="square">
            <a:spAutoFit/>
          </a:bodyPr>
          <a:lstStyle/>
          <a:p>
            <a:pPr algn="l">
              <a:defRPr sz="1100" b="0">
                <a:solidFill>
                  <a:srgbClr val="333333"/>
                </a:solidFill>
                <a:latin typeface="Calibri"/>
              </a:defRPr>
            </a:pPr>
            <a:r>
              <a:t>Tracked as a separate strategy/GTM from stablecoin acceptance — related, but distinct market sizing and execution</a:t>
            </a:r>
          </a:p>
        </p:txBody>
      </p:sp>
      <p:sp>
        <p:nvSpPr>
          <p:cNvPr id="19" name="Rounded Rectangle 18"/>
          <p:cNvSpPr/>
          <p:nvPr/>
        </p:nvSpPr>
        <p:spPr>
          <a:xfrm>
            <a:off x="675132" y="4709160"/>
            <a:ext cx="5623560" cy="109728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79120" y="4842301"/>
            <a:ext cx="5815584" cy="830997"/>
          </a:xfrm>
          <a:prstGeom prst="rect">
            <a:avLst/>
          </a:prstGeom>
          <a:noFill/>
        </p:spPr>
        <p:txBody>
          <a:bodyPr wrap="square">
            <a:spAutoFit/>
          </a:bodyPr>
          <a:lstStyle/>
          <a:p>
            <a:pPr algn="ctr">
              <a:defRPr sz="1600" b="0">
                <a:solidFill>
                  <a:srgbClr val="FFFFFF"/>
                </a:solidFill>
                <a:latin typeface="Calibri"/>
              </a:defRPr>
            </a:pPr>
            <a:r>
              <a:rPr dirty="0"/>
              <a:t>"Stablecoin payments will capture 10% of US dollar payments by 2031.</a:t>
            </a:r>
            <a:br>
              <a:rPr dirty="0"/>
            </a:br>
            <a:r>
              <a:rPr dirty="0"/>
              <a:t>The question is not IF -- it's WHO captures the orchestration layer."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640080"/>
          </a:xfrm>
          <a:prstGeom prst="rect">
            <a:avLst/>
          </a:prstGeom>
          <a:noFill/>
        </p:spPr>
        <p:txBody>
          <a:bodyPr wrap="square">
            <a:spAutoFit/>
          </a:bodyPr>
          <a:lstStyle/>
          <a:p>
            <a:pPr algn="l">
              <a:defRPr sz="3600" b="1">
                <a:solidFill>
                  <a:srgbClr val="003B5C"/>
                </a:solidFill>
                <a:latin typeface="Calibri"/>
              </a:defRPr>
            </a:pPr>
            <a:r>
              <a:rPr dirty="0">
                <a:solidFill>
                  <a:srgbClr val="002060"/>
                </a:solidFill>
              </a:rPr>
              <a:t>Competitive Landscape</a:t>
            </a:r>
          </a:p>
        </p:txBody>
      </p:sp>
      <p:sp>
        <p:nvSpPr>
          <p:cNvPr id="4" name="TextBox 3"/>
          <p:cNvSpPr txBox="1"/>
          <p:nvPr/>
        </p:nvSpPr>
        <p:spPr>
          <a:xfrm>
            <a:off x="731520" y="1005840"/>
            <a:ext cx="10058400" cy="365760"/>
          </a:xfrm>
          <a:prstGeom prst="rect">
            <a:avLst/>
          </a:prstGeom>
          <a:noFill/>
        </p:spPr>
        <p:txBody>
          <a:bodyPr wrap="square">
            <a:spAutoFit/>
          </a:bodyPr>
          <a:lstStyle/>
          <a:p>
            <a:pPr algn="l">
              <a:defRPr sz="1400" b="0">
                <a:solidFill>
                  <a:srgbClr val="9B9B9B"/>
                </a:solidFill>
                <a:latin typeface="Calibri"/>
              </a:defRPr>
            </a:pPr>
            <a:r>
              <a:rPr dirty="0"/>
              <a:t>Only Fiserv has all four pillars of the vertically integrated stablecoin payment stack</a:t>
            </a:r>
          </a:p>
        </p:txBody>
      </p:sp>
      <p:graphicFrame>
        <p:nvGraphicFramePr>
          <p:cNvPr id="5" name="Table 4"/>
          <p:cNvGraphicFramePr>
            <a:graphicFrameLocks noGrp="1"/>
          </p:cNvGraphicFramePr>
          <p:nvPr>
            <p:extLst>
              <p:ext uri="{D42A27DB-BD31-4B8C-83A1-F6EECF244321}">
                <p14:modId xmlns:p14="http://schemas.microsoft.com/office/powerpoint/2010/main" val="2620065184"/>
              </p:ext>
            </p:extLst>
          </p:nvPr>
        </p:nvGraphicFramePr>
        <p:xfrm>
          <a:off x="457200" y="1554480"/>
          <a:ext cx="11247120" cy="347472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7432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496388">
                <a:tc>
                  <a:txBody>
                    <a:bodyPr/>
                    <a:lstStyle/>
                    <a:p>
                      <a:pPr>
                        <a:defRPr sz="1000" b="1">
                          <a:solidFill>
                            <a:srgbClr val="FFFFFF"/>
                          </a:solidFill>
                          <a:latin typeface="Calibri"/>
                        </a:defRPr>
                      </a:pPr>
                      <a:r>
                        <a:rPr dirty="0"/>
                        <a:t>Competitor</a:t>
                      </a:r>
                    </a:p>
                  </a:txBody>
                  <a:tcPr anchor="ctr">
                    <a:solidFill>
                      <a:srgbClr val="002060"/>
                    </a:solidFill>
                  </a:tcPr>
                </a:tc>
                <a:tc>
                  <a:txBody>
                    <a:bodyPr/>
                    <a:lstStyle/>
                    <a:p>
                      <a:pPr>
                        <a:defRPr sz="1000" b="1">
                          <a:solidFill>
                            <a:srgbClr val="FFFFFF"/>
                          </a:solidFill>
                          <a:latin typeface="Calibri"/>
                        </a:defRPr>
                      </a:pPr>
                      <a:r>
                        <a:rPr dirty="0"/>
                        <a:t>Banking Core</a:t>
                      </a:r>
                    </a:p>
                  </a:txBody>
                  <a:tcPr anchor="ctr">
                    <a:solidFill>
                      <a:srgbClr val="002060"/>
                    </a:solidFill>
                  </a:tcPr>
                </a:tc>
                <a:tc>
                  <a:txBody>
                    <a:bodyPr/>
                    <a:lstStyle/>
                    <a:p>
                      <a:pPr>
                        <a:defRPr sz="1000" b="1">
                          <a:solidFill>
                            <a:srgbClr val="FFFFFF"/>
                          </a:solidFill>
                          <a:latin typeface="Calibri"/>
                        </a:defRPr>
                      </a:pPr>
                      <a:r>
                        <a:rPr dirty="0"/>
                        <a:t>Own Stablecoin</a:t>
                      </a:r>
                    </a:p>
                  </a:txBody>
                  <a:tcPr anchor="ctr">
                    <a:solidFill>
                      <a:srgbClr val="002060"/>
                    </a:solidFill>
                  </a:tcPr>
                </a:tc>
                <a:tc>
                  <a:txBody>
                    <a:bodyPr/>
                    <a:lstStyle/>
                    <a:p>
                      <a:pPr>
                        <a:defRPr sz="1000" b="1">
                          <a:solidFill>
                            <a:srgbClr val="FFFFFF"/>
                          </a:solidFill>
                          <a:latin typeface="Calibri"/>
                        </a:defRPr>
                      </a:pPr>
                      <a:r>
                        <a:rPr dirty="0"/>
                        <a:t>Crypto Partners / Settlement</a:t>
                      </a:r>
                    </a:p>
                  </a:txBody>
                  <a:tcPr anchor="ctr">
                    <a:solidFill>
                      <a:srgbClr val="002060"/>
                    </a:solidFill>
                  </a:tcPr>
                </a:tc>
                <a:tc>
                  <a:txBody>
                    <a:bodyPr/>
                    <a:lstStyle/>
                    <a:p>
                      <a:pPr>
                        <a:defRPr sz="1000" b="1">
                          <a:solidFill>
                            <a:srgbClr val="FFFFFF"/>
                          </a:solidFill>
                          <a:latin typeface="Calibri"/>
                        </a:defRPr>
                      </a:pPr>
                      <a:r>
                        <a:rPr dirty="0"/>
                        <a:t>Merchant Acceptance</a:t>
                      </a:r>
                    </a:p>
                  </a:txBody>
                  <a:tcPr anchor="ctr">
                    <a:solidFill>
                      <a:srgbClr val="002060"/>
                    </a:solidFill>
                  </a:tcPr>
                </a:tc>
                <a:tc>
                  <a:txBody>
                    <a:bodyPr/>
                    <a:lstStyle/>
                    <a:p>
                      <a:pPr>
                        <a:defRPr sz="1000" b="1">
                          <a:solidFill>
                            <a:srgbClr val="FFFFFF"/>
                          </a:solidFill>
                          <a:latin typeface="Calibri"/>
                        </a:defRPr>
                      </a:pPr>
                      <a:r>
                        <a:rPr dirty="0"/>
                        <a:t>Full Stack?</a:t>
                      </a:r>
                    </a:p>
                  </a:txBody>
                  <a:tcPr anchor="ctr">
                    <a:solidFill>
                      <a:srgbClr val="002060"/>
                    </a:solidFill>
                  </a:tcPr>
                </a:tc>
                <a:extLst>
                  <a:ext uri="{0D108BD9-81ED-4DB2-BD59-A6C34878D82A}">
                    <a16:rowId xmlns:a16="http://schemas.microsoft.com/office/drawing/2014/main" val="10000"/>
                  </a:ext>
                </a:extLst>
              </a:tr>
              <a:tr h="496388">
                <a:tc>
                  <a:txBody>
                    <a:bodyPr/>
                    <a:lstStyle/>
                    <a:p>
                      <a:pPr>
                        <a:defRPr sz="1000">
                          <a:solidFill>
                            <a:srgbClr val="333333"/>
                          </a:solidFill>
                          <a:latin typeface="Calibri"/>
                        </a:defRPr>
                      </a:pPr>
                      <a:r>
                        <a:t>Fiserv</a:t>
                      </a:r>
                    </a:p>
                  </a:txBody>
                  <a:tcPr anchor="ctr">
                    <a:solidFill>
                      <a:srgbClr val="FFFFFF"/>
                    </a:solidFill>
                  </a:tcPr>
                </a:tc>
                <a:tc>
                  <a:txBody>
                    <a:bodyPr/>
                    <a:lstStyle/>
                    <a:p>
                      <a:pPr>
                        <a:defRPr sz="1000">
                          <a:solidFill>
                            <a:srgbClr val="333333"/>
                          </a:solidFill>
                          <a:latin typeface="Calibri"/>
                        </a:defRPr>
                      </a:pPr>
                      <a:r>
                        <a:t>Finxact</a:t>
                      </a:r>
                    </a:p>
                  </a:txBody>
                  <a:tcPr anchor="ctr">
                    <a:solidFill>
                      <a:srgbClr val="FFFFFF"/>
                    </a:solidFill>
                  </a:tcPr>
                </a:tc>
                <a:tc>
                  <a:txBody>
                    <a:bodyPr/>
                    <a:lstStyle/>
                    <a:p>
                      <a:pPr>
                        <a:defRPr sz="1000">
                          <a:solidFill>
                            <a:srgbClr val="333333"/>
                          </a:solidFill>
                          <a:latin typeface="Calibri"/>
                        </a:defRPr>
                      </a:pPr>
                      <a:r>
                        <a:t>FIUSD</a:t>
                      </a:r>
                    </a:p>
                  </a:txBody>
                  <a:tcPr anchor="ctr">
                    <a:solidFill>
                      <a:srgbClr val="FFFFFF"/>
                    </a:solidFill>
                  </a:tcPr>
                </a:tc>
                <a:tc>
                  <a:txBody>
                    <a:bodyPr/>
                    <a:lstStyle/>
                    <a:p>
                      <a:pPr>
                        <a:defRPr sz="1000">
                          <a:solidFill>
                            <a:srgbClr val="333333"/>
                          </a:solidFill>
                          <a:latin typeface="Calibri"/>
                        </a:defRPr>
                      </a:pPr>
                      <a:r>
                        <a:t>INDX (1,100+ FDIC banks)</a:t>
                      </a:r>
                    </a:p>
                  </a:txBody>
                  <a:tcPr anchor="ctr">
                    <a:solidFill>
                      <a:srgbClr val="FFFFFF"/>
                    </a:solidFill>
                  </a:tcPr>
                </a:tc>
                <a:tc>
                  <a:txBody>
                    <a:bodyPr/>
                    <a:lstStyle/>
                    <a:p>
                      <a:pPr>
                        <a:defRPr sz="1000">
                          <a:solidFill>
                            <a:srgbClr val="333333"/>
                          </a:solidFill>
                          <a:latin typeface="Calibri"/>
                        </a:defRPr>
                      </a:pPr>
                      <a:r>
                        <a:t>CommerceHub + Clover (6M locations)</a:t>
                      </a:r>
                    </a:p>
                  </a:txBody>
                  <a:tcPr anchor="ctr">
                    <a:solidFill>
                      <a:srgbClr val="FFFFFF"/>
                    </a:solidFill>
                  </a:tcPr>
                </a:tc>
                <a:tc>
                  <a:txBody>
                    <a:bodyPr/>
                    <a:lstStyle/>
                    <a:p>
                      <a:pPr>
                        <a:defRPr sz="1000">
                          <a:solidFill>
                            <a:srgbClr val="333333"/>
                          </a:solidFill>
                          <a:latin typeface="Calibri"/>
                        </a:defRPr>
                      </a:pPr>
                      <a:r>
                        <a:t>YES</a:t>
                      </a:r>
                    </a:p>
                  </a:txBody>
                  <a:tcPr anchor="ctr">
                    <a:solidFill>
                      <a:srgbClr val="FFFFFF"/>
                    </a:solidFill>
                  </a:tcPr>
                </a:tc>
                <a:extLst>
                  <a:ext uri="{0D108BD9-81ED-4DB2-BD59-A6C34878D82A}">
                    <a16:rowId xmlns:a16="http://schemas.microsoft.com/office/drawing/2014/main" val="10001"/>
                  </a:ext>
                </a:extLst>
              </a:tr>
              <a:tr h="496388">
                <a:tc>
                  <a:txBody>
                    <a:bodyPr/>
                    <a:lstStyle/>
                    <a:p>
                      <a:pPr>
                        <a:defRPr sz="1000">
                          <a:solidFill>
                            <a:srgbClr val="333333"/>
                          </a:solidFill>
                          <a:latin typeface="Calibri"/>
                        </a:defRPr>
                      </a:pPr>
                      <a:r>
                        <a:t>Stripe</a:t>
                      </a:r>
                    </a:p>
                  </a:txBody>
                  <a:tcPr anchor="ctr">
                    <a:solidFill>
                      <a:srgbClr val="F2F2F2"/>
                    </a:solidFill>
                  </a:tcPr>
                </a:tc>
                <a:tc>
                  <a:txBody>
                    <a:bodyPr/>
                    <a:lstStyle/>
                    <a:p>
                      <a:pPr>
                        <a:defRPr sz="1000">
                          <a:solidFill>
                            <a:srgbClr val="333333"/>
                          </a:solidFill>
                          <a:latin typeface="Calibri"/>
                        </a:defRPr>
                      </a:pPr>
                      <a:r>
                        <a:t>No</a:t>
                      </a:r>
                    </a:p>
                  </a:txBody>
                  <a:tcPr anchor="ctr">
                    <a:solidFill>
                      <a:srgbClr val="F2F2F2"/>
                    </a:solidFill>
                  </a:tcPr>
                </a:tc>
                <a:tc>
                  <a:txBody>
                    <a:bodyPr/>
                    <a:lstStyle/>
                    <a:p>
                      <a:pPr>
                        <a:defRPr sz="1000">
                          <a:solidFill>
                            <a:srgbClr val="333333"/>
                          </a:solidFill>
                          <a:latin typeface="Calibri"/>
                        </a:defRPr>
                      </a:pPr>
                      <a:r>
                        <a:t>No (Bridge/USDC)</a:t>
                      </a:r>
                    </a:p>
                  </a:txBody>
                  <a:tcPr anchor="ctr">
                    <a:solidFill>
                      <a:srgbClr val="F2F2F2"/>
                    </a:solidFill>
                  </a:tcPr>
                </a:tc>
                <a:tc>
                  <a:txBody>
                    <a:bodyPr/>
                    <a:lstStyle/>
                    <a:p>
                      <a:pPr>
                        <a:defRPr sz="1000">
                          <a:solidFill>
                            <a:srgbClr val="333333"/>
                          </a:solidFill>
                          <a:latin typeface="Calibri"/>
                        </a:defRPr>
                      </a:pPr>
                      <a:r>
                        <a:t>Coinbase (x402) + Bridge (acq.)</a:t>
                      </a:r>
                    </a:p>
                  </a:txBody>
                  <a:tcPr anchor="ctr">
                    <a:solidFill>
                      <a:srgbClr val="F2F2F2"/>
                    </a:solidFill>
                  </a:tcPr>
                </a:tc>
                <a:tc>
                  <a:txBody>
                    <a:bodyPr/>
                    <a:lstStyle/>
                    <a:p>
                      <a:pPr>
                        <a:defRPr sz="1000">
                          <a:solidFill>
                            <a:srgbClr val="333333"/>
                          </a:solidFill>
                          <a:latin typeface="Calibri"/>
                        </a:defRPr>
                      </a:pPr>
                      <a:r>
                        <a:t>Stripe Checkout</a:t>
                      </a:r>
                    </a:p>
                  </a:txBody>
                  <a:tcPr anchor="ctr">
                    <a:solidFill>
                      <a:srgbClr val="F2F2F2"/>
                    </a:solidFill>
                  </a:tcPr>
                </a:tc>
                <a:tc>
                  <a:txBody>
                    <a:bodyPr/>
                    <a:lstStyle/>
                    <a:p>
                      <a:pPr>
                        <a:defRPr sz="1000">
                          <a:solidFill>
                            <a:srgbClr val="333333"/>
                          </a:solidFill>
                          <a:latin typeface="Calibri"/>
                        </a:defRPr>
                      </a:pPr>
                      <a:r>
                        <a:t>No</a:t>
                      </a:r>
                    </a:p>
                  </a:txBody>
                  <a:tcPr anchor="ctr">
                    <a:solidFill>
                      <a:srgbClr val="F2F2F2"/>
                    </a:solidFill>
                  </a:tcPr>
                </a:tc>
                <a:extLst>
                  <a:ext uri="{0D108BD9-81ED-4DB2-BD59-A6C34878D82A}">
                    <a16:rowId xmlns:a16="http://schemas.microsoft.com/office/drawing/2014/main" val="10002"/>
                  </a:ext>
                </a:extLst>
              </a:tr>
              <a:tr h="496388">
                <a:tc>
                  <a:txBody>
                    <a:bodyPr/>
                    <a:lstStyle/>
                    <a:p>
                      <a:pPr>
                        <a:defRPr sz="1000">
                          <a:solidFill>
                            <a:srgbClr val="333333"/>
                          </a:solidFill>
                          <a:latin typeface="Calibri"/>
                        </a:defRPr>
                      </a:pPr>
                      <a:r>
                        <a:t>Adyen</a:t>
                      </a:r>
                    </a:p>
                  </a:txBody>
                  <a:tcPr anchor="ctr">
                    <a:solidFill>
                      <a:srgbClr val="FFFFFF"/>
                    </a:solidFill>
                  </a:tcPr>
                </a:tc>
                <a:tc>
                  <a:txBody>
                    <a:bodyPr/>
                    <a:lstStyle/>
                    <a:p>
                      <a:pPr>
                        <a:defRPr sz="1000">
                          <a:solidFill>
                            <a:srgbClr val="333333"/>
                          </a:solidFill>
                          <a:latin typeface="Calibri"/>
                        </a:defRPr>
                      </a:pPr>
                      <a:r>
                        <a:t>No</a:t>
                      </a:r>
                    </a:p>
                  </a:txBody>
                  <a:tcPr anchor="ctr">
                    <a:solidFill>
                      <a:srgbClr val="FFFFFF"/>
                    </a:solidFill>
                  </a:tcPr>
                </a:tc>
                <a:tc>
                  <a:txBody>
                    <a:bodyPr/>
                    <a:lstStyle/>
                    <a:p>
                      <a:pPr>
                        <a:defRPr sz="1000">
                          <a:solidFill>
                            <a:srgbClr val="333333"/>
                          </a:solidFill>
                          <a:latin typeface="Calibri"/>
                        </a:defRPr>
                      </a:pPr>
                      <a:r>
                        <a:t>No</a:t>
                      </a:r>
                    </a:p>
                  </a:txBody>
                  <a:tcPr anchor="ctr">
                    <a:solidFill>
                      <a:srgbClr val="FFFFFF"/>
                    </a:solidFill>
                  </a:tcPr>
                </a:tc>
                <a:tc>
                  <a:txBody>
                    <a:bodyPr/>
                    <a:lstStyle/>
                    <a:p>
                      <a:pPr>
                        <a:defRPr sz="1000">
                          <a:solidFill>
                            <a:srgbClr val="333333"/>
                          </a:solidFill>
                          <a:latin typeface="Calibri"/>
                        </a:defRPr>
                      </a:pPr>
                      <a:r>
                        <a:t>None disclosed</a:t>
                      </a:r>
                    </a:p>
                  </a:txBody>
                  <a:tcPr anchor="ctr">
                    <a:solidFill>
                      <a:srgbClr val="FFFFFF"/>
                    </a:solidFill>
                  </a:tcPr>
                </a:tc>
                <a:tc>
                  <a:txBody>
                    <a:bodyPr/>
                    <a:lstStyle/>
                    <a:p>
                      <a:pPr>
                        <a:defRPr sz="1000">
                          <a:solidFill>
                            <a:srgbClr val="333333"/>
                          </a:solidFill>
                          <a:latin typeface="Calibri"/>
                        </a:defRPr>
                      </a:pPr>
                      <a:r>
                        <a:t>Adyen platform</a:t>
                      </a:r>
                    </a:p>
                  </a:txBody>
                  <a:tcPr anchor="ctr">
                    <a:solidFill>
                      <a:srgbClr val="FFFFFF"/>
                    </a:solidFill>
                  </a:tcPr>
                </a:tc>
                <a:tc>
                  <a:txBody>
                    <a:bodyPr/>
                    <a:lstStyle/>
                    <a:p>
                      <a:pPr>
                        <a:defRPr sz="1000">
                          <a:solidFill>
                            <a:srgbClr val="333333"/>
                          </a:solidFill>
                          <a:latin typeface="Calibri"/>
                        </a:defRPr>
                      </a:pPr>
                      <a:r>
                        <a:t>No</a:t>
                      </a:r>
                    </a:p>
                  </a:txBody>
                  <a:tcPr anchor="ctr">
                    <a:solidFill>
                      <a:srgbClr val="FFFFFF"/>
                    </a:solidFill>
                  </a:tcPr>
                </a:tc>
                <a:extLst>
                  <a:ext uri="{0D108BD9-81ED-4DB2-BD59-A6C34878D82A}">
                    <a16:rowId xmlns:a16="http://schemas.microsoft.com/office/drawing/2014/main" val="10003"/>
                  </a:ext>
                </a:extLst>
              </a:tr>
              <a:tr h="496388">
                <a:tc>
                  <a:txBody>
                    <a:bodyPr/>
                    <a:lstStyle/>
                    <a:p>
                      <a:pPr>
                        <a:defRPr sz="1000">
                          <a:solidFill>
                            <a:srgbClr val="333333"/>
                          </a:solidFill>
                          <a:latin typeface="Calibri"/>
                        </a:defRPr>
                      </a:pPr>
                      <a:r>
                        <a:t>Worldpay</a:t>
                      </a:r>
                    </a:p>
                  </a:txBody>
                  <a:tcPr anchor="ctr">
                    <a:solidFill>
                      <a:srgbClr val="F2F2F2"/>
                    </a:solidFill>
                  </a:tcPr>
                </a:tc>
                <a:tc>
                  <a:txBody>
                    <a:bodyPr/>
                    <a:lstStyle/>
                    <a:p>
                      <a:pPr>
                        <a:defRPr sz="1000">
                          <a:solidFill>
                            <a:srgbClr val="333333"/>
                          </a:solidFill>
                          <a:latin typeface="Calibri"/>
                        </a:defRPr>
                      </a:pPr>
                      <a:r>
                        <a:t>No</a:t>
                      </a:r>
                    </a:p>
                  </a:txBody>
                  <a:tcPr anchor="ctr">
                    <a:solidFill>
                      <a:srgbClr val="F2F2F2"/>
                    </a:solidFill>
                  </a:tcPr>
                </a:tc>
                <a:tc>
                  <a:txBody>
                    <a:bodyPr/>
                    <a:lstStyle/>
                    <a:p>
                      <a:pPr>
                        <a:defRPr sz="1000">
                          <a:solidFill>
                            <a:srgbClr val="333333"/>
                          </a:solidFill>
                          <a:latin typeface="Calibri"/>
                        </a:defRPr>
                      </a:pPr>
                      <a:r>
                        <a:t>No</a:t>
                      </a:r>
                    </a:p>
                  </a:txBody>
                  <a:tcPr anchor="ctr">
                    <a:solidFill>
                      <a:srgbClr val="F2F2F2"/>
                    </a:solidFill>
                  </a:tcPr>
                </a:tc>
                <a:tc>
                  <a:txBody>
                    <a:bodyPr/>
                    <a:lstStyle/>
                    <a:p>
                      <a:pPr>
                        <a:defRPr sz="1000">
                          <a:solidFill>
                            <a:srgbClr val="333333"/>
                          </a:solidFill>
                          <a:latin typeface="Calibri"/>
                        </a:defRPr>
                      </a:pPr>
                      <a:r>
                        <a:t>BVNK (stablecoin payouts)</a:t>
                      </a:r>
                    </a:p>
                  </a:txBody>
                  <a:tcPr anchor="ctr">
                    <a:solidFill>
                      <a:srgbClr val="F2F2F2"/>
                    </a:solidFill>
                  </a:tcPr>
                </a:tc>
                <a:tc>
                  <a:txBody>
                    <a:bodyPr/>
                    <a:lstStyle/>
                    <a:p>
                      <a:pPr>
                        <a:defRPr sz="1000">
                          <a:solidFill>
                            <a:srgbClr val="333333"/>
                          </a:solidFill>
                          <a:latin typeface="Calibri"/>
                        </a:defRPr>
                      </a:pPr>
                      <a:r>
                        <a:t>Worldpay platform</a:t>
                      </a:r>
                    </a:p>
                  </a:txBody>
                  <a:tcPr anchor="ctr">
                    <a:solidFill>
                      <a:srgbClr val="F2F2F2"/>
                    </a:solidFill>
                  </a:tcPr>
                </a:tc>
                <a:tc>
                  <a:txBody>
                    <a:bodyPr/>
                    <a:lstStyle/>
                    <a:p>
                      <a:pPr>
                        <a:defRPr sz="1000">
                          <a:solidFill>
                            <a:srgbClr val="333333"/>
                          </a:solidFill>
                          <a:latin typeface="Calibri"/>
                        </a:defRPr>
                      </a:pPr>
                      <a:r>
                        <a:t>No</a:t>
                      </a:r>
                    </a:p>
                  </a:txBody>
                  <a:tcPr anchor="ctr">
                    <a:solidFill>
                      <a:srgbClr val="F2F2F2"/>
                    </a:solidFill>
                  </a:tcPr>
                </a:tc>
                <a:extLst>
                  <a:ext uri="{0D108BD9-81ED-4DB2-BD59-A6C34878D82A}">
                    <a16:rowId xmlns:a16="http://schemas.microsoft.com/office/drawing/2014/main" val="10004"/>
                  </a:ext>
                </a:extLst>
              </a:tr>
              <a:tr h="496388">
                <a:tc>
                  <a:txBody>
                    <a:bodyPr/>
                    <a:lstStyle/>
                    <a:p>
                      <a:pPr>
                        <a:defRPr sz="1000">
                          <a:solidFill>
                            <a:srgbClr val="333333"/>
                          </a:solidFill>
                          <a:latin typeface="Calibri"/>
                        </a:defRPr>
                      </a:pPr>
                      <a:r>
                        <a:t>PayPal</a:t>
                      </a:r>
                    </a:p>
                  </a:txBody>
                  <a:tcPr anchor="ctr">
                    <a:solidFill>
                      <a:srgbClr val="FFFFFF"/>
                    </a:solidFill>
                  </a:tcPr>
                </a:tc>
                <a:tc>
                  <a:txBody>
                    <a:bodyPr/>
                    <a:lstStyle/>
                    <a:p>
                      <a:pPr>
                        <a:defRPr sz="1000">
                          <a:solidFill>
                            <a:srgbClr val="333333"/>
                          </a:solidFill>
                          <a:latin typeface="Calibri"/>
                        </a:defRPr>
                      </a:pPr>
                      <a:r>
                        <a:t>No</a:t>
                      </a:r>
                    </a:p>
                  </a:txBody>
                  <a:tcPr anchor="ctr">
                    <a:solidFill>
                      <a:srgbClr val="FFFFFF"/>
                    </a:solidFill>
                  </a:tcPr>
                </a:tc>
                <a:tc>
                  <a:txBody>
                    <a:bodyPr/>
                    <a:lstStyle/>
                    <a:p>
                      <a:pPr>
                        <a:defRPr sz="1000">
                          <a:solidFill>
                            <a:srgbClr val="333333"/>
                          </a:solidFill>
                          <a:latin typeface="Calibri"/>
                        </a:defRPr>
                      </a:pPr>
                      <a:r>
                        <a:t>PYUSD</a:t>
                      </a:r>
                    </a:p>
                  </a:txBody>
                  <a:tcPr anchor="ctr">
                    <a:solidFill>
                      <a:srgbClr val="FFFFFF"/>
                    </a:solidFill>
                  </a:tcPr>
                </a:tc>
                <a:tc>
                  <a:txBody>
                    <a:bodyPr/>
                    <a:lstStyle/>
                    <a:p>
                      <a:pPr>
                        <a:defRPr sz="1000">
                          <a:solidFill>
                            <a:srgbClr val="333333"/>
                          </a:solidFill>
                          <a:latin typeface="Calibri"/>
                        </a:defRPr>
                      </a:pPr>
                      <a:r>
                        <a:t>Mesh (PayPal Ventures)</a:t>
                      </a:r>
                    </a:p>
                  </a:txBody>
                  <a:tcPr anchor="ctr">
                    <a:solidFill>
                      <a:srgbClr val="FFFFFF"/>
                    </a:solidFill>
                  </a:tcPr>
                </a:tc>
                <a:tc>
                  <a:txBody>
                    <a:bodyPr/>
                    <a:lstStyle/>
                    <a:p>
                      <a:pPr>
                        <a:defRPr sz="1000">
                          <a:solidFill>
                            <a:srgbClr val="333333"/>
                          </a:solidFill>
                          <a:latin typeface="Calibri"/>
                        </a:defRPr>
                      </a:pPr>
                      <a:r>
                        <a:t>PayPal/Venmo</a:t>
                      </a:r>
                    </a:p>
                  </a:txBody>
                  <a:tcPr anchor="ctr">
                    <a:solidFill>
                      <a:srgbClr val="FFFFFF"/>
                    </a:solidFill>
                  </a:tcPr>
                </a:tc>
                <a:tc>
                  <a:txBody>
                    <a:bodyPr/>
                    <a:lstStyle/>
                    <a:p>
                      <a:pPr>
                        <a:defRPr sz="1000">
                          <a:solidFill>
                            <a:srgbClr val="333333"/>
                          </a:solidFill>
                          <a:latin typeface="Calibri"/>
                        </a:defRPr>
                      </a:pPr>
                      <a:r>
                        <a:t>No</a:t>
                      </a:r>
                    </a:p>
                  </a:txBody>
                  <a:tcPr anchor="ctr">
                    <a:solidFill>
                      <a:srgbClr val="FFFFFF"/>
                    </a:solidFill>
                  </a:tcPr>
                </a:tc>
                <a:extLst>
                  <a:ext uri="{0D108BD9-81ED-4DB2-BD59-A6C34878D82A}">
                    <a16:rowId xmlns:a16="http://schemas.microsoft.com/office/drawing/2014/main" val="10005"/>
                  </a:ext>
                </a:extLst>
              </a:tr>
              <a:tr h="496392">
                <a:tc>
                  <a:txBody>
                    <a:bodyPr/>
                    <a:lstStyle/>
                    <a:p>
                      <a:pPr>
                        <a:defRPr sz="1000">
                          <a:solidFill>
                            <a:srgbClr val="333333"/>
                          </a:solidFill>
                          <a:latin typeface="Calibri"/>
                        </a:defRPr>
                      </a:pPr>
                      <a:r>
                        <a:t>Block/Square</a:t>
                      </a:r>
                    </a:p>
                  </a:txBody>
                  <a:tcPr anchor="ctr">
                    <a:solidFill>
                      <a:srgbClr val="F2F2F2"/>
                    </a:solidFill>
                  </a:tcPr>
                </a:tc>
                <a:tc>
                  <a:txBody>
                    <a:bodyPr/>
                    <a:lstStyle/>
                    <a:p>
                      <a:pPr>
                        <a:defRPr sz="1000">
                          <a:solidFill>
                            <a:srgbClr val="333333"/>
                          </a:solidFill>
                          <a:latin typeface="Calibri"/>
                        </a:defRPr>
                      </a:pPr>
                      <a:r>
                        <a:t>No</a:t>
                      </a:r>
                    </a:p>
                  </a:txBody>
                  <a:tcPr anchor="ctr">
                    <a:solidFill>
                      <a:srgbClr val="F2F2F2"/>
                    </a:solidFill>
                  </a:tcPr>
                </a:tc>
                <a:tc>
                  <a:txBody>
                    <a:bodyPr/>
                    <a:lstStyle/>
                    <a:p>
                      <a:pPr>
                        <a:defRPr sz="1000">
                          <a:solidFill>
                            <a:srgbClr val="333333"/>
                          </a:solidFill>
                          <a:latin typeface="Calibri"/>
                        </a:defRPr>
                      </a:pPr>
                      <a:r>
                        <a:t>No (BTC only)</a:t>
                      </a:r>
                    </a:p>
                  </a:txBody>
                  <a:tcPr anchor="ctr">
                    <a:solidFill>
                      <a:srgbClr val="F2F2F2"/>
                    </a:solidFill>
                  </a:tcPr>
                </a:tc>
                <a:tc>
                  <a:txBody>
                    <a:bodyPr/>
                    <a:lstStyle/>
                    <a:p>
                      <a:pPr>
                        <a:defRPr sz="1000">
                          <a:solidFill>
                            <a:srgbClr val="333333"/>
                          </a:solidFill>
                          <a:latin typeface="Calibri"/>
                        </a:defRPr>
                      </a:pPr>
                      <a:r>
                        <a:t>Bitcoin only (no partner)</a:t>
                      </a:r>
                    </a:p>
                  </a:txBody>
                  <a:tcPr anchor="ctr">
                    <a:solidFill>
                      <a:srgbClr val="F2F2F2"/>
                    </a:solidFill>
                  </a:tcPr>
                </a:tc>
                <a:tc>
                  <a:txBody>
                    <a:bodyPr/>
                    <a:lstStyle/>
                    <a:p>
                      <a:pPr>
                        <a:defRPr sz="1000">
                          <a:solidFill>
                            <a:srgbClr val="333333"/>
                          </a:solidFill>
                          <a:latin typeface="Calibri"/>
                        </a:defRPr>
                      </a:pPr>
                      <a:r>
                        <a:t>Square POS</a:t>
                      </a:r>
                    </a:p>
                  </a:txBody>
                  <a:tcPr anchor="ctr">
                    <a:solidFill>
                      <a:srgbClr val="F2F2F2"/>
                    </a:solidFill>
                  </a:tcPr>
                </a:tc>
                <a:tc>
                  <a:txBody>
                    <a:bodyPr/>
                    <a:lstStyle/>
                    <a:p>
                      <a:pPr>
                        <a:defRPr sz="1000">
                          <a:solidFill>
                            <a:srgbClr val="333333"/>
                          </a:solidFill>
                          <a:latin typeface="Calibri"/>
                        </a:defRPr>
                      </a:pPr>
                      <a:r>
                        <a:rPr dirty="0"/>
                        <a:t>No</a:t>
                      </a:r>
                    </a:p>
                  </a:txBody>
                  <a:tcPr anchor="ctr">
                    <a:solidFill>
                      <a:srgbClr val="F2F2F2"/>
                    </a:solidFill>
                  </a:tcPr>
                </a:tc>
                <a:extLst>
                  <a:ext uri="{0D108BD9-81ED-4DB2-BD59-A6C34878D82A}">
                    <a16:rowId xmlns:a16="http://schemas.microsoft.com/office/drawing/2014/main" val="10006"/>
                  </a:ext>
                </a:extLst>
              </a:tr>
            </a:tbl>
          </a:graphicData>
        </a:graphic>
      </p:graphicFrame>
      <p:sp>
        <p:nvSpPr>
          <p:cNvPr id="6" name="Rounded Rectangle 5"/>
          <p:cNvSpPr/>
          <p:nvPr/>
        </p:nvSpPr>
        <p:spPr>
          <a:xfrm>
            <a:off x="731520" y="5303520"/>
            <a:ext cx="10698480" cy="109728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 y="5440680"/>
            <a:ext cx="10058400" cy="822960"/>
          </a:xfrm>
          <a:prstGeom prst="rect">
            <a:avLst/>
          </a:prstGeom>
          <a:noFill/>
        </p:spPr>
        <p:txBody>
          <a:bodyPr wrap="square">
            <a:spAutoFit/>
          </a:bodyPr>
          <a:lstStyle/>
          <a:p>
            <a:pPr algn="ctr">
              <a:spcAft>
                <a:spcPts val="400"/>
              </a:spcAft>
              <a:defRPr sz="1600" b="1">
                <a:solidFill>
                  <a:srgbClr val="FF6600"/>
                </a:solidFill>
                <a:latin typeface="Calibri"/>
              </a:defRPr>
            </a:pPr>
            <a:r>
              <a:rPr dirty="0"/>
              <a:t>Key Insight: Fiserv's moat is structural, not feature-based</a:t>
            </a:r>
          </a:p>
          <a:p>
            <a:pPr algn="ctr">
              <a:spcAft>
                <a:spcPts val="400"/>
              </a:spcAft>
              <a:defRPr sz="1300" b="0">
                <a:solidFill>
                  <a:srgbClr val="FFFFFF"/>
                </a:solidFill>
                <a:latin typeface="Calibri"/>
              </a:defRPr>
            </a:pPr>
            <a:r>
              <a:rPr dirty="0"/>
              <a:t>No competitor can replicate the closed loop: bank issues FIUSD &gt; consumer pays merchant &gt; INDX settles in real-time &gt; merchant receives USD instantly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78819" y="197970"/>
            <a:ext cx="10058400" cy="640080"/>
          </a:xfrm>
          <a:prstGeom prst="rect">
            <a:avLst/>
          </a:prstGeom>
          <a:noFill/>
        </p:spPr>
        <p:txBody>
          <a:bodyPr wrap="square">
            <a:spAutoFit/>
          </a:bodyPr>
          <a:lstStyle/>
          <a:p>
            <a:pPr algn="l">
              <a:defRPr sz="3600" b="1">
                <a:solidFill>
                  <a:srgbClr val="FFFFFF"/>
                </a:solidFill>
                <a:latin typeface="Calibri"/>
              </a:defRPr>
            </a:pPr>
            <a:r>
              <a:rPr dirty="0">
                <a:solidFill>
                  <a:srgbClr val="002060"/>
                </a:solidFill>
              </a:rPr>
              <a:t>Our Vertically Integrated Stack</a:t>
            </a:r>
          </a:p>
        </p:txBody>
      </p:sp>
      <p:sp>
        <p:nvSpPr>
          <p:cNvPr id="5" name="TextBox 4"/>
          <p:cNvSpPr txBox="1"/>
          <p:nvPr/>
        </p:nvSpPr>
        <p:spPr>
          <a:xfrm>
            <a:off x="578819" y="746610"/>
            <a:ext cx="10058400" cy="307777"/>
          </a:xfrm>
          <a:prstGeom prst="rect">
            <a:avLst/>
          </a:prstGeom>
          <a:noFill/>
        </p:spPr>
        <p:txBody>
          <a:bodyPr wrap="square">
            <a:spAutoFit/>
          </a:bodyPr>
          <a:lstStyle/>
          <a:p>
            <a:pPr algn="l">
              <a:defRPr sz="1400" b="0">
                <a:solidFill>
                  <a:srgbClr val="FF6600"/>
                </a:solidFill>
                <a:latin typeface="Calibri"/>
              </a:defRPr>
            </a:pPr>
            <a:r>
              <a:rPr dirty="0"/>
              <a:t>The only company with bank-issued stablecoin accepted </a:t>
            </a:r>
            <a:r>
              <a:rPr lang="en-US" dirty="0"/>
              <a:t>by</a:t>
            </a:r>
            <a:r>
              <a:rPr dirty="0"/>
              <a:t> merchants with real-time FDIC-insured settlement</a:t>
            </a:r>
          </a:p>
        </p:txBody>
      </p:sp>
      <p:sp>
        <p:nvSpPr>
          <p:cNvPr id="6" name="Rounded Rectangle 4"/>
          <p:cNvSpPr/>
          <p:nvPr/>
        </p:nvSpPr>
        <p:spPr>
          <a:xfrm>
            <a:off x="731520" y="1645920"/>
            <a:ext cx="2560320" cy="347472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828800"/>
            <a:ext cx="2194560" cy="457200"/>
          </a:xfrm>
          <a:prstGeom prst="rect">
            <a:avLst/>
          </a:prstGeom>
          <a:noFill/>
        </p:spPr>
        <p:txBody>
          <a:bodyPr wrap="square">
            <a:spAutoFit/>
          </a:bodyPr>
          <a:lstStyle/>
          <a:p>
            <a:pPr algn="ctr">
              <a:defRPr sz="2000" b="1">
                <a:solidFill>
                  <a:srgbClr val="FF6600"/>
                </a:solidFill>
                <a:latin typeface="Calibri"/>
              </a:defRPr>
            </a:pPr>
            <a:r>
              <a:t>Finxact</a:t>
            </a:r>
          </a:p>
        </p:txBody>
      </p:sp>
      <p:sp>
        <p:nvSpPr>
          <p:cNvPr id="8" name="TextBox 7"/>
          <p:cNvSpPr txBox="1"/>
          <p:nvPr/>
        </p:nvSpPr>
        <p:spPr>
          <a:xfrm>
            <a:off x="914400" y="2286000"/>
            <a:ext cx="2194560" cy="365760"/>
          </a:xfrm>
          <a:prstGeom prst="rect">
            <a:avLst/>
          </a:prstGeom>
          <a:noFill/>
        </p:spPr>
        <p:txBody>
          <a:bodyPr wrap="square">
            <a:spAutoFit/>
          </a:bodyPr>
          <a:lstStyle/>
          <a:p>
            <a:pPr algn="ctr">
              <a:defRPr sz="1200" b="1">
                <a:solidFill>
                  <a:srgbClr val="FFFFFF"/>
                </a:solidFill>
                <a:latin typeface="Calibri"/>
              </a:defRPr>
            </a:pPr>
            <a:r>
              <a:t>Cloud-Native Banking Core</a:t>
            </a:r>
          </a:p>
        </p:txBody>
      </p:sp>
      <p:sp>
        <p:nvSpPr>
          <p:cNvPr id="9" name="TextBox 8"/>
          <p:cNvSpPr txBox="1"/>
          <p:nvPr/>
        </p:nvSpPr>
        <p:spPr>
          <a:xfrm>
            <a:off x="914400" y="2834640"/>
            <a:ext cx="2194560" cy="1828800"/>
          </a:xfrm>
          <a:prstGeom prst="rect">
            <a:avLst/>
          </a:prstGeom>
          <a:noFill/>
        </p:spPr>
        <p:txBody>
          <a:bodyPr wrap="square">
            <a:spAutoFit/>
          </a:bodyPr>
          <a:lstStyle/>
          <a:p>
            <a:pPr algn="ctr">
              <a:defRPr sz="1200" b="0">
                <a:solidFill>
                  <a:srgbClr val="CCCCCC"/>
                </a:solidFill>
                <a:latin typeface="Calibri"/>
              </a:defRPr>
            </a:pPr>
            <a:r>
              <a:t>Multi-asset ledger</a:t>
            </a:r>
            <a:br/>
            <a:r>
              <a:t>API-first architecture</a:t>
            </a:r>
            <a:br/>
            <a:r>
              <a:t>10,000+ FI clients</a:t>
            </a:r>
          </a:p>
        </p:txBody>
      </p:sp>
      <p:sp>
        <p:nvSpPr>
          <p:cNvPr id="10" name="Rounded Rectangle 8"/>
          <p:cNvSpPr/>
          <p:nvPr/>
        </p:nvSpPr>
        <p:spPr>
          <a:xfrm>
            <a:off x="3566160" y="1645920"/>
            <a:ext cx="2560320" cy="347472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749040" y="1828800"/>
            <a:ext cx="2194560" cy="457200"/>
          </a:xfrm>
          <a:prstGeom prst="rect">
            <a:avLst/>
          </a:prstGeom>
          <a:noFill/>
        </p:spPr>
        <p:txBody>
          <a:bodyPr wrap="square">
            <a:spAutoFit/>
          </a:bodyPr>
          <a:lstStyle/>
          <a:p>
            <a:pPr algn="ctr">
              <a:defRPr sz="2000" b="1">
                <a:solidFill>
                  <a:srgbClr val="FF6600"/>
                </a:solidFill>
                <a:latin typeface="Calibri"/>
              </a:defRPr>
            </a:pPr>
            <a:r>
              <a:t>FIUSD</a:t>
            </a:r>
          </a:p>
        </p:txBody>
      </p:sp>
      <p:sp>
        <p:nvSpPr>
          <p:cNvPr id="12" name="TextBox 11"/>
          <p:cNvSpPr txBox="1"/>
          <p:nvPr/>
        </p:nvSpPr>
        <p:spPr>
          <a:xfrm>
            <a:off x="3749040" y="2286000"/>
            <a:ext cx="2194560" cy="365760"/>
          </a:xfrm>
          <a:prstGeom prst="rect">
            <a:avLst/>
          </a:prstGeom>
          <a:noFill/>
        </p:spPr>
        <p:txBody>
          <a:bodyPr wrap="square">
            <a:spAutoFit/>
          </a:bodyPr>
          <a:lstStyle/>
          <a:p>
            <a:pPr algn="ctr">
              <a:defRPr sz="1200" b="1">
                <a:solidFill>
                  <a:srgbClr val="FFFFFF"/>
                </a:solidFill>
                <a:latin typeface="Calibri"/>
              </a:defRPr>
            </a:pPr>
            <a:r>
              <a:t>Bank-Embedded Stablecoin</a:t>
            </a:r>
          </a:p>
        </p:txBody>
      </p:sp>
      <p:sp>
        <p:nvSpPr>
          <p:cNvPr id="13" name="TextBox 12"/>
          <p:cNvSpPr txBox="1"/>
          <p:nvPr/>
        </p:nvSpPr>
        <p:spPr>
          <a:xfrm>
            <a:off x="3749040" y="2834640"/>
            <a:ext cx="2194560" cy="1828800"/>
          </a:xfrm>
          <a:prstGeom prst="rect">
            <a:avLst/>
          </a:prstGeom>
          <a:noFill/>
        </p:spPr>
        <p:txBody>
          <a:bodyPr wrap="square">
            <a:spAutoFit/>
          </a:bodyPr>
          <a:lstStyle/>
          <a:p>
            <a:pPr algn="ctr">
              <a:defRPr sz="1200" b="0">
                <a:solidFill>
                  <a:srgbClr val="CCCCCC"/>
                </a:solidFill>
                <a:latin typeface="Calibri"/>
              </a:defRPr>
            </a:pPr>
            <a:r>
              <a:t>Live on Solana</a:t>
            </a:r>
            <a:br/>
            <a:r>
              <a:t>Paxos/Circle backed</a:t>
            </a:r>
            <a:br/>
            <a:r>
              <a:t>1:1 USD peg</a:t>
            </a:r>
          </a:p>
        </p:txBody>
      </p:sp>
      <p:sp>
        <p:nvSpPr>
          <p:cNvPr id="14" name="Rounded Rectangle 12"/>
          <p:cNvSpPr/>
          <p:nvPr/>
        </p:nvSpPr>
        <p:spPr>
          <a:xfrm>
            <a:off x="6400800" y="1645920"/>
            <a:ext cx="2560320" cy="347472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83680" y="1828800"/>
            <a:ext cx="2194560" cy="457200"/>
          </a:xfrm>
          <a:prstGeom prst="rect">
            <a:avLst/>
          </a:prstGeom>
          <a:noFill/>
        </p:spPr>
        <p:txBody>
          <a:bodyPr wrap="square">
            <a:spAutoFit/>
          </a:bodyPr>
          <a:lstStyle/>
          <a:p>
            <a:pPr algn="ctr">
              <a:defRPr sz="2000" b="1">
                <a:solidFill>
                  <a:srgbClr val="FF6600"/>
                </a:solidFill>
                <a:latin typeface="Calibri"/>
              </a:defRPr>
            </a:pPr>
            <a:r>
              <a:t>INDX</a:t>
            </a:r>
          </a:p>
        </p:txBody>
      </p:sp>
      <p:sp>
        <p:nvSpPr>
          <p:cNvPr id="16" name="TextBox 15"/>
          <p:cNvSpPr txBox="1"/>
          <p:nvPr/>
        </p:nvSpPr>
        <p:spPr>
          <a:xfrm>
            <a:off x="6583680" y="2286000"/>
            <a:ext cx="2194560" cy="365760"/>
          </a:xfrm>
          <a:prstGeom prst="rect">
            <a:avLst/>
          </a:prstGeom>
          <a:noFill/>
        </p:spPr>
        <p:txBody>
          <a:bodyPr wrap="square">
            <a:spAutoFit/>
          </a:bodyPr>
          <a:lstStyle/>
          <a:p>
            <a:pPr algn="ctr">
              <a:defRPr sz="1200" b="1">
                <a:solidFill>
                  <a:srgbClr val="FFFFFF"/>
                </a:solidFill>
                <a:latin typeface="Calibri"/>
              </a:defRPr>
            </a:pPr>
            <a:r>
              <a:t>Real-Time Settlement</a:t>
            </a:r>
          </a:p>
        </p:txBody>
      </p:sp>
      <p:sp>
        <p:nvSpPr>
          <p:cNvPr id="17" name="TextBox 16"/>
          <p:cNvSpPr txBox="1"/>
          <p:nvPr/>
        </p:nvSpPr>
        <p:spPr>
          <a:xfrm>
            <a:off x="6583680" y="2834640"/>
            <a:ext cx="2194560" cy="1828800"/>
          </a:xfrm>
          <a:prstGeom prst="rect">
            <a:avLst/>
          </a:prstGeom>
          <a:noFill/>
        </p:spPr>
        <p:txBody>
          <a:bodyPr wrap="square">
            <a:spAutoFit/>
          </a:bodyPr>
          <a:lstStyle/>
          <a:p>
            <a:pPr algn="ctr">
              <a:defRPr sz="1200" b="0">
                <a:solidFill>
                  <a:srgbClr val="CCCCCC"/>
                </a:solidFill>
                <a:latin typeface="Calibri"/>
              </a:defRPr>
            </a:pPr>
            <a:r>
              <a:t>1,100+ FDIC banks</a:t>
            </a:r>
            <a:br/>
            <a:r>
              <a:t>$25M FDIC insurance</a:t>
            </a:r>
            <a:br/>
            <a:r>
              <a:t>24/7/365 settlement</a:t>
            </a:r>
          </a:p>
        </p:txBody>
      </p:sp>
      <p:sp>
        <p:nvSpPr>
          <p:cNvPr id="18" name="Rounded Rectangle 16"/>
          <p:cNvSpPr/>
          <p:nvPr/>
        </p:nvSpPr>
        <p:spPr>
          <a:xfrm>
            <a:off x="9235440" y="1645920"/>
            <a:ext cx="2560320" cy="347472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98053" y="1828800"/>
            <a:ext cx="2508970" cy="400110"/>
          </a:xfrm>
          <a:prstGeom prst="rect">
            <a:avLst/>
          </a:prstGeom>
          <a:noFill/>
        </p:spPr>
        <p:txBody>
          <a:bodyPr wrap="square">
            <a:spAutoFit/>
          </a:bodyPr>
          <a:lstStyle/>
          <a:p>
            <a:pPr algn="ctr">
              <a:defRPr sz="2000" b="1">
                <a:solidFill>
                  <a:srgbClr val="FF6600"/>
                </a:solidFill>
                <a:latin typeface="Calibri"/>
              </a:defRPr>
            </a:pPr>
            <a:r>
              <a:rPr dirty="0"/>
              <a:t>C</a:t>
            </a:r>
            <a:r>
              <a:rPr lang="en-US" dirty="0"/>
              <a:t>omm Hub</a:t>
            </a:r>
            <a:r>
              <a:rPr dirty="0"/>
              <a:t> / Clover</a:t>
            </a:r>
          </a:p>
        </p:txBody>
      </p:sp>
      <p:sp>
        <p:nvSpPr>
          <p:cNvPr id="20" name="TextBox 19"/>
          <p:cNvSpPr txBox="1"/>
          <p:nvPr/>
        </p:nvSpPr>
        <p:spPr>
          <a:xfrm>
            <a:off x="9418320" y="2286000"/>
            <a:ext cx="2194560" cy="365760"/>
          </a:xfrm>
          <a:prstGeom prst="rect">
            <a:avLst/>
          </a:prstGeom>
          <a:noFill/>
        </p:spPr>
        <p:txBody>
          <a:bodyPr wrap="square">
            <a:spAutoFit/>
          </a:bodyPr>
          <a:lstStyle/>
          <a:p>
            <a:pPr algn="ctr">
              <a:defRPr sz="1200" b="1">
                <a:solidFill>
                  <a:srgbClr val="FFFFFF"/>
                </a:solidFill>
                <a:latin typeface="Calibri"/>
              </a:defRPr>
            </a:pPr>
            <a:r>
              <a:t>Merchant Acceptance</a:t>
            </a:r>
          </a:p>
        </p:txBody>
      </p:sp>
      <p:sp>
        <p:nvSpPr>
          <p:cNvPr id="21" name="TextBox 20"/>
          <p:cNvSpPr txBox="1"/>
          <p:nvPr/>
        </p:nvSpPr>
        <p:spPr>
          <a:xfrm>
            <a:off x="9418320" y="2834640"/>
            <a:ext cx="2194560" cy="646331"/>
          </a:xfrm>
          <a:prstGeom prst="rect">
            <a:avLst/>
          </a:prstGeom>
          <a:noFill/>
        </p:spPr>
        <p:txBody>
          <a:bodyPr wrap="square">
            <a:spAutoFit/>
          </a:bodyPr>
          <a:lstStyle/>
          <a:p>
            <a:pPr algn="ctr">
              <a:defRPr sz="1200" b="0">
                <a:solidFill>
                  <a:srgbClr val="CCCCCC"/>
                </a:solidFill>
                <a:latin typeface="Calibri"/>
              </a:defRPr>
            </a:pPr>
            <a:r>
              <a:rPr lang="en-US" dirty="0"/>
              <a:t>6M merchant locations  •  White-label for FIs &amp; merchants  •  E-comm + in-store</a:t>
            </a:r>
            <a:r>
              <a:rPr dirty="0"/>
              <a:t/>
            </a:r>
            <a:br>
              <a:rPr dirty="0"/>
            </a:br>
            <a:r>
              <a:rPr dirty="0"/>
              <a:t/>
            </a:r>
            <a:br>
              <a:rPr dirty="0"/>
            </a:br>
            <a:r>
              <a:rPr dirty="0"/>
              <a:t/>
            </a:r>
          </a:p>
        </p:txBody>
      </p:sp>
      <p:sp>
        <p:nvSpPr>
          <p:cNvPr id="22" name="TextBox 21"/>
          <p:cNvSpPr txBox="1"/>
          <p:nvPr/>
        </p:nvSpPr>
        <p:spPr>
          <a:xfrm>
            <a:off x="3206264" y="2926080"/>
            <a:ext cx="457200" cy="457200"/>
          </a:xfrm>
          <a:prstGeom prst="rect">
            <a:avLst/>
          </a:prstGeom>
          <a:noFill/>
        </p:spPr>
        <p:txBody>
          <a:bodyPr wrap="square">
            <a:spAutoFit/>
          </a:bodyPr>
          <a:lstStyle/>
          <a:p>
            <a:pPr algn="ctr">
              <a:defRPr sz="2800" b="1">
                <a:solidFill>
                  <a:srgbClr val="FF6600"/>
                </a:solidFill>
                <a:latin typeface="Calibri"/>
              </a:defRPr>
            </a:pPr>
            <a:r>
              <a:rPr dirty="0"/>
              <a:t>→</a:t>
            </a:r>
          </a:p>
        </p:txBody>
      </p:sp>
      <p:sp>
        <p:nvSpPr>
          <p:cNvPr id="23" name="TextBox 22"/>
          <p:cNvSpPr txBox="1"/>
          <p:nvPr/>
        </p:nvSpPr>
        <p:spPr>
          <a:xfrm>
            <a:off x="6040904" y="2926080"/>
            <a:ext cx="457200" cy="457200"/>
          </a:xfrm>
          <a:prstGeom prst="rect">
            <a:avLst/>
          </a:prstGeom>
          <a:noFill/>
        </p:spPr>
        <p:txBody>
          <a:bodyPr wrap="square">
            <a:spAutoFit/>
          </a:bodyPr>
          <a:lstStyle/>
          <a:p>
            <a:pPr algn="ctr">
              <a:defRPr sz="2800" b="1">
                <a:solidFill>
                  <a:srgbClr val="FF6600"/>
                </a:solidFill>
                <a:latin typeface="Calibri"/>
              </a:defRPr>
            </a:pPr>
            <a:r>
              <a:t>→</a:t>
            </a:r>
          </a:p>
        </p:txBody>
      </p:sp>
      <p:sp>
        <p:nvSpPr>
          <p:cNvPr id="24" name="TextBox 23"/>
          <p:cNvSpPr txBox="1"/>
          <p:nvPr/>
        </p:nvSpPr>
        <p:spPr>
          <a:xfrm>
            <a:off x="8875544" y="2926080"/>
            <a:ext cx="457200" cy="457200"/>
          </a:xfrm>
          <a:prstGeom prst="rect">
            <a:avLst/>
          </a:prstGeom>
          <a:noFill/>
        </p:spPr>
        <p:txBody>
          <a:bodyPr wrap="square">
            <a:spAutoFit/>
          </a:bodyPr>
          <a:lstStyle/>
          <a:p>
            <a:pPr algn="ctr">
              <a:defRPr sz="2800" b="1">
                <a:solidFill>
                  <a:srgbClr val="FF6600"/>
                </a:solidFill>
                <a:latin typeface="Calibri"/>
              </a:defRPr>
            </a:pPr>
            <a:r>
              <a:t>→</a:t>
            </a:r>
          </a:p>
        </p:txBody>
      </p:sp>
      <p:sp>
        <p:nvSpPr>
          <p:cNvPr id="25" name="TextBox 24"/>
          <p:cNvSpPr txBox="1"/>
          <p:nvPr/>
        </p:nvSpPr>
        <p:spPr>
          <a:xfrm>
            <a:off x="-61261" y="5484598"/>
            <a:ext cx="10698480" cy="323165"/>
          </a:xfrm>
          <a:prstGeom prst="rect">
            <a:avLst/>
          </a:prstGeom>
          <a:noFill/>
        </p:spPr>
        <p:txBody>
          <a:bodyPr wrap="square">
            <a:spAutoFit/>
          </a:bodyPr>
          <a:lstStyle/>
          <a:p>
            <a:pPr algn="ctr">
              <a:defRPr sz="1500" b="0">
                <a:solidFill>
                  <a:srgbClr val="FFFFFF"/>
                </a:solidFill>
                <a:latin typeface="Calibri"/>
              </a:defRPr>
            </a:pPr>
            <a:r>
              <a:rPr dirty="0">
                <a:solidFill>
                  <a:srgbClr val="FF6600"/>
                </a:solidFill>
              </a:rPr>
              <a:t>Bank issues FIUSD  →  Consumer pays merchant  →  INDX settles in real-time  →  Merchant receives USD instantly</a:t>
            </a:r>
          </a:p>
        </p:txBody>
      </p:sp>
    </p:spTree>
    <p:extLst>
      <p:ext uri="{BB962C8B-B14F-4D97-AF65-F5344CB8AC3E}">
        <p14:creationId xmlns:p14="http://schemas.microsoft.com/office/powerpoint/2010/main" val="640372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640080"/>
          </a:xfrm>
          <a:prstGeom prst="rect">
            <a:avLst/>
          </a:prstGeom>
          <a:noFill/>
        </p:spPr>
        <p:txBody>
          <a:bodyPr wrap="square">
            <a:spAutoFit/>
          </a:bodyPr>
          <a:lstStyle/>
          <a:p>
            <a:pPr algn="l">
              <a:defRPr sz="3600" b="1">
                <a:solidFill>
                  <a:srgbClr val="003B5C"/>
                </a:solidFill>
                <a:latin typeface="Calibri"/>
              </a:defRPr>
            </a:pPr>
            <a:r>
              <a:rPr dirty="0">
                <a:solidFill>
                  <a:srgbClr val="002060"/>
                </a:solidFill>
              </a:rPr>
              <a:t>The FIUSD Flywheel</a:t>
            </a:r>
          </a:p>
        </p:txBody>
      </p:sp>
      <p:sp>
        <p:nvSpPr>
          <p:cNvPr id="4" name="Rounded Rectangle 3"/>
          <p:cNvSpPr/>
          <p:nvPr/>
        </p:nvSpPr>
        <p:spPr>
          <a:xfrm>
            <a:off x="169891" y="1205402"/>
            <a:ext cx="2118360" cy="118872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07051" y="1296842"/>
            <a:ext cx="365760" cy="365760"/>
          </a:xfrm>
          <a:prstGeom prst="rect">
            <a:avLst/>
          </a:prstGeom>
          <a:noFill/>
        </p:spPr>
        <p:txBody>
          <a:bodyPr wrap="square">
            <a:spAutoFit/>
          </a:bodyPr>
          <a:lstStyle/>
          <a:p>
            <a:pPr algn="ctr">
              <a:defRPr sz="1600" b="1">
                <a:solidFill>
                  <a:srgbClr val="FFFFFF"/>
                </a:solidFill>
                <a:latin typeface="Calibri"/>
              </a:defRPr>
            </a:pPr>
            <a:r>
              <a:t>1</a:t>
            </a:r>
          </a:p>
        </p:txBody>
      </p:sp>
      <p:sp>
        <p:nvSpPr>
          <p:cNvPr id="6" name="Oval 5"/>
          <p:cNvSpPr/>
          <p:nvPr/>
        </p:nvSpPr>
        <p:spPr>
          <a:xfrm>
            <a:off x="261331" y="1296842"/>
            <a:ext cx="365760" cy="36576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61331" y="1296842"/>
            <a:ext cx="365760" cy="365760"/>
          </a:xfrm>
          <a:prstGeom prst="rect">
            <a:avLst/>
          </a:prstGeom>
          <a:noFill/>
        </p:spPr>
        <p:txBody>
          <a:bodyPr wrap="square">
            <a:spAutoFit/>
          </a:bodyPr>
          <a:lstStyle/>
          <a:p>
            <a:pPr algn="ctr">
              <a:defRPr sz="1400" b="1">
                <a:solidFill>
                  <a:srgbClr val="FFFFFF"/>
                </a:solidFill>
                <a:latin typeface="Calibri"/>
              </a:defRPr>
            </a:pPr>
            <a:r>
              <a:t>1</a:t>
            </a:r>
          </a:p>
        </p:txBody>
      </p:sp>
      <p:sp>
        <p:nvSpPr>
          <p:cNvPr id="8" name="TextBox 7"/>
          <p:cNvSpPr txBox="1"/>
          <p:nvPr/>
        </p:nvSpPr>
        <p:spPr>
          <a:xfrm>
            <a:off x="672811" y="1296842"/>
            <a:ext cx="2286000" cy="320040"/>
          </a:xfrm>
          <a:prstGeom prst="rect">
            <a:avLst/>
          </a:prstGeom>
          <a:noFill/>
        </p:spPr>
        <p:txBody>
          <a:bodyPr wrap="square">
            <a:spAutoFit/>
          </a:bodyPr>
          <a:lstStyle/>
          <a:p>
            <a:pPr algn="l">
              <a:defRPr sz="1400" b="1">
                <a:solidFill>
                  <a:srgbClr val="003B5C"/>
                </a:solidFill>
                <a:latin typeface="Calibri"/>
              </a:defRPr>
            </a:pPr>
            <a:r>
              <a:rPr dirty="0">
                <a:solidFill>
                  <a:srgbClr val="002060"/>
                </a:solidFill>
              </a:rPr>
              <a:t>FIs Issue FIUSD</a:t>
            </a:r>
          </a:p>
        </p:txBody>
      </p:sp>
      <p:sp>
        <p:nvSpPr>
          <p:cNvPr id="9" name="TextBox 8"/>
          <p:cNvSpPr txBox="1"/>
          <p:nvPr/>
        </p:nvSpPr>
        <p:spPr>
          <a:xfrm>
            <a:off x="672811" y="1616882"/>
            <a:ext cx="1395699" cy="430887"/>
          </a:xfrm>
          <a:prstGeom prst="rect">
            <a:avLst/>
          </a:prstGeom>
          <a:noFill/>
        </p:spPr>
        <p:txBody>
          <a:bodyPr wrap="square">
            <a:spAutoFit/>
          </a:bodyPr>
          <a:lstStyle/>
          <a:p>
            <a:pPr algn="l">
              <a:defRPr sz="1100" b="0">
                <a:solidFill>
                  <a:srgbClr val="333333"/>
                </a:solidFill>
                <a:latin typeface="Calibri"/>
              </a:defRPr>
            </a:pPr>
            <a:r>
              <a:rPr dirty="0"/>
              <a:t>10,000+ bank clients</a:t>
            </a:r>
            <a:br>
              <a:rPr dirty="0"/>
            </a:br>
            <a:r>
              <a:rPr dirty="0"/>
              <a:t>issue via </a:t>
            </a:r>
            <a:r>
              <a:rPr dirty="0" err="1"/>
              <a:t>Finxact</a:t>
            </a:r>
            <a:endParaRPr dirty="0"/>
          </a:p>
        </p:txBody>
      </p:sp>
      <p:sp>
        <p:nvSpPr>
          <p:cNvPr id="10" name="Rounded Rectangle 9"/>
          <p:cNvSpPr/>
          <p:nvPr/>
        </p:nvSpPr>
        <p:spPr>
          <a:xfrm>
            <a:off x="2379692" y="2027709"/>
            <a:ext cx="2149891" cy="1083355"/>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16853" y="2119149"/>
            <a:ext cx="365760" cy="365760"/>
          </a:xfrm>
          <a:prstGeom prst="rect">
            <a:avLst/>
          </a:prstGeom>
          <a:noFill/>
        </p:spPr>
        <p:txBody>
          <a:bodyPr wrap="square">
            <a:spAutoFit/>
          </a:bodyPr>
          <a:lstStyle/>
          <a:p>
            <a:pPr algn="ctr">
              <a:defRPr sz="1600" b="1">
                <a:solidFill>
                  <a:srgbClr val="FFFFFF"/>
                </a:solidFill>
                <a:latin typeface="Calibri"/>
              </a:defRPr>
            </a:pPr>
            <a:r>
              <a:t>2</a:t>
            </a:r>
          </a:p>
        </p:txBody>
      </p:sp>
      <p:sp>
        <p:nvSpPr>
          <p:cNvPr id="12" name="Oval 11"/>
          <p:cNvSpPr/>
          <p:nvPr/>
        </p:nvSpPr>
        <p:spPr>
          <a:xfrm>
            <a:off x="2471133" y="2119149"/>
            <a:ext cx="365760" cy="36576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471133" y="2119149"/>
            <a:ext cx="365760" cy="365760"/>
          </a:xfrm>
          <a:prstGeom prst="rect">
            <a:avLst/>
          </a:prstGeom>
          <a:noFill/>
        </p:spPr>
        <p:txBody>
          <a:bodyPr wrap="square">
            <a:spAutoFit/>
          </a:bodyPr>
          <a:lstStyle/>
          <a:p>
            <a:pPr algn="ctr">
              <a:defRPr sz="1400" b="1">
                <a:solidFill>
                  <a:srgbClr val="FFFFFF"/>
                </a:solidFill>
                <a:latin typeface="Calibri"/>
              </a:defRPr>
            </a:pPr>
            <a:r>
              <a:t>2</a:t>
            </a:r>
          </a:p>
        </p:txBody>
      </p:sp>
      <p:sp>
        <p:nvSpPr>
          <p:cNvPr id="14" name="TextBox 13"/>
          <p:cNvSpPr txBox="1"/>
          <p:nvPr/>
        </p:nvSpPr>
        <p:spPr>
          <a:xfrm>
            <a:off x="2882613" y="2119149"/>
            <a:ext cx="2286000" cy="320040"/>
          </a:xfrm>
          <a:prstGeom prst="rect">
            <a:avLst/>
          </a:prstGeom>
          <a:noFill/>
        </p:spPr>
        <p:txBody>
          <a:bodyPr wrap="square">
            <a:spAutoFit/>
          </a:bodyPr>
          <a:lstStyle/>
          <a:p>
            <a:pPr algn="l">
              <a:defRPr sz="1400" b="1">
                <a:solidFill>
                  <a:srgbClr val="003B5C"/>
                </a:solidFill>
                <a:latin typeface="Calibri"/>
              </a:defRPr>
            </a:pPr>
            <a:r>
              <a:rPr dirty="0">
                <a:solidFill>
                  <a:srgbClr val="002060"/>
                </a:solidFill>
              </a:rPr>
              <a:t>Merchants Accept</a:t>
            </a:r>
          </a:p>
        </p:txBody>
      </p:sp>
      <p:sp>
        <p:nvSpPr>
          <p:cNvPr id="15" name="TextBox 14"/>
          <p:cNvSpPr txBox="1"/>
          <p:nvPr/>
        </p:nvSpPr>
        <p:spPr>
          <a:xfrm>
            <a:off x="2882613" y="2439189"/>
            <a:ext cx="2286000" cy="640080"/>
          </a:xfrm>
          <a:prstGeom prst="rect">
            <a:avLst/>
          </a:prstGeom>
          <a:noFill/>
        </p:spPr>
        <p:txBody>
          <a:bodyPr wrap="square">
            <a:spAutoFit/>
          </a:bodyPr>
          <a:lstStyle/>
          <a:p>
            <a:pPr algn="l">
              <a:defRPr sz="1100" b="0">
                <a:solidFill>
                  <a:srgbClr val="333333"/>
                </a:solidFill>
                <a:latin typeface="Calibri"/>
              </a:defRPr>
            </a:pPr>
            <a:r>
              <a:t>Adoption still TBD — seed early-mover verticals first</a:t>
            </a:r>
            <a:br/>
            <a:r>
              <a:t/>
            </a:r>
          </a:p>
        </p:txBody>
      </p:sp>
      <p:sp>
        <p:nvSpPr>
          <p:cNvPr id="16" name="Rounded Rectangle 15"/>
          <p:cNvSpPr/>
          <p:nvPr/>
        </p:nvSpPr>
        <p:spPr>
          <a:xfrm>
            <a:off x="4674625" y="2792721"/>
            <a:ext cx="2118360" cy="105156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811785" y="2884161"/>
            <a:ext cx="365760" cy="365760"/>
          </a:xfrm>
          <a:prstGeom prst="rect">
            <a:avLst/>
          </a:prstGeom>
          <a:noFill/>
        </p:spPr>
        <p:txBody>
          <a:bodyPr wrap="square">
            <a:spAutoFit/>
          </a:bodyPr>
          <a:lstStyle/>
          <a:p>
            <a:pPr algn="ctr">
              <a:defRPr sz="1600" b="1">
                <a:solidFill>
                  <a:srgbClr val="FFFFFF"/>
                </a:solidFill>
                <a:latin typeface="Calibri"/>
              </a:defRPr>
            </a:pPr>
            <a:r>
              <a:t>3</a:t>
            </a:r>
          </a:p>
        </p:txBody>
      </p:sp>
      <p:sp>
        <p:nvSpPr>
          <p:cNvPr id="18" name="Oval 17"/>
          <p:cNvSpPr/>
          <p:nvPr/>
        </p:nvSpPr>
        <p:spPr>
          <a:xfrm>
            <a:off x="4766065" y="2884161"/>
            <a:ext cx="365760" cy="36576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766065" y="2884161"/>
            <a:ext cx="365760" cy="365760"/>
          </a:xfrm>
          <a:prstGeom prst="rect">
            <a:avLst/>
          </a:prstGeom>
          <a:noFill/>
        </p:spPr>
        <p:txBody>
          <a:bodyPr wrap="square">
            <a:spAutoFit/>
          </a:bodyPr>
          <a:lstStyle/>
          <a:p>
            <a:pPr algn="ctr">
              <a:defRPr sz="1400" b="1">
                <a:solidFill>
                  <a:srgbClr val="FFFFFF"/>
                </a:solidFill>
                <a:latin typeface="Calibri"/>
              </a:defRPr>
            </a:pPr>
            <a:r>
              <a:t>3</a:t>
            </a:r>
          </a:p>
        </p:txBody>
      </p:sp>
      <p:sp>
        <p:nvSpPr>
          <p:cNvPr id="20" name="TextBox 19"/>
          <p:cNvSpPr txBox="1"/>
          <p:nvPr/>
        </p:nvSpPr>
        <p:spPr>
          <a:xfrm>
            <a:off x="5177545" y="2884161"/>
            <a:ext cx="1661160" cy="320040"/>
          </a:xfrm>
          <a:prstGeom prst="rect">
            <a:avLst/>
          </a:prstGeom>
          <a:noFill/>
        </p:spPr>
        <p:txBody>
          <a:bodyPr wrap="square">
            <a:spAutoFit/>
          </a:bodyPr>
          <a:lstStyle/>
          <a:p>
            <a:pPr algn="l">
              <a:defRPr sz="1400" b="1">
                <a:solidFill>
                  <a:srgbClr val="003B5C"/>
                </a:solidFill>
                <a:latin typeface="Calibri"/>
              </a:defRPr>
            </a:pPr>
            <a:r>
              <a:rPr>
                <a:solidFill>
                  <a:srgbClr val="002060"/>
                </a:solidFill>
              </a:rPr>
              <a:t>Consumers Adopt</a:t>
            </a:r>
          </a:p>
        </p:txBody>
      </p:sp>
      <p:sp>
        <p:nvSpPr>
          <p:cNvPr id="21" name="TextBox 20"/>
          <p:cNvSpPr txBox="1"/>
          <p:nvPr/>
        </p:nvSpPr>
        <p:spPr>
          <a:xfrm>
            <a:off x="5177545" y="3204201"/>
            <a:ext cx="1519872" cy="430887"/>
          </a:xfrm>
          <a:prstGeom prst="rect">
            <a:avLst/>
          </a:prstGeom>
          <a:noFill/>
        </p:spPr>
        <p:txBody>
          <a:bodyPr wrap="square">
            <a:spAutoFit/>
          </a:bodyPr>
          <a:lstStyle/>
          <a:p>
            <a:pPr algn="l">
              <a:defRPr sz="1100" b="0">
                <a:solidFill>
                  <a:srgbClr val="333333"/>
                </a:solidFill>
                <a:latin typeface="Calibri"/>
              </a:defRPr>
            </a:pPr>
            <a:r>
              <a:t>Hold FIUSD in</a:t>
            </a:r>
            <a:br/>
            <a:r>
              <a:t>bank wallets</a:t>
            </a:r>
          </a:p>
        </p:txBody>
      </p:sp>
      <p:sp>
        <p:nvSpPr>
          <p:cNvPr id="22" name="Rounded Rectangle 21"/>
          <p:cNvSpPr/>
          <p:nvPr/>
        </p:nvSpPr>
        <p:spPr>
          <a:xfrm>
            <a:off x="6938027" y="3593234"/>
            <a:ext cx="2118360" cy="105156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075187" y="3684674"/>
            <a:ext cx="365760" cy="365760"/>
          </a:xfrm>
          <a:prstGeom prst="rect">
            <a:avLst/>
          </a:prstGeom>
          <a:noFill/>
        </p:spPr>
        <p:txBody>
          <a:bodyPr wrap="square">
            <a:spAutoFit/>
          </a:bodyPr>
          <a:lstStyle/>
          <a:p>
            <a:pPr algn="ctr">
              <a:defRPr sz="1600" b="1">
                <a:solidFill>
                  <a:srgbClr val="FFFFFF"/>
                </a:solidFill>
                <a:latin typeface="Calibri"/>
              </a:defRPr>
            </a:pPr>
            <a:r>
              <a:t>4</a:t>
            </a:r>
          </a:p>
        </p:txBody>
      </p:sp>
      <p:sp>
        <p:nvSpPr>
          <p:cNvPr id="24" name="Oval 23"/>
          <p:cNvSpPr/>
          <p:nvPr/>
        </p:nvSpPr>
        <p:spPr>
          <a:xfrm>
            <a:off x="7029467" y="3684674"/>
            <a:ext cx="365760" cy="36576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029467" y="3684674"/>
            <a:ext cx="365760" cy="365760"/>
          </a:xfrm>
          <a:prstGeom prst="rect">
            <a:avLst/>
          </a:prstGeom>
          <a:noFill/>
        </p:spPr>
        <p:txBody>
          <a:bodyPr wrap="square">
            <a:spAutoFit/>
          </a:bodyPr>
          <a:lstStyle/>
          <a:p>
            <a:pPr algn="ctr">
              <a:defRPr sz="1400" b="1">
                <a:solidFill>
                  <a:srgbClr val="FFFFFF"/>
                </a:solidFill>
                <a:latin typeface="Calibri"/>
              </a:defRPr>
            </a:pPr>
            <a:r>
              <a:t>4</a:t>
            </a:r>
          </a:p>
        </p:txBody>
      </p:sp>
      <p:sp>
        <p:nvSpPr>
          <p:cNvPr id="26" name="TextBox 25"/>
          <p:cNvSpPr txBox="1"/>
          <p:nvPr/>
        </p:nvSpPr>
        <p:spPr>
          <a:xfrm>
            <a:off x="7440947" y="3684674"/>
            <a:ext cx="1599675" cy="320040"/>
          </a:xfrm>
          <a:prstGeom prst="rect">
            <a:avLst/>
          </a:prstGeom>
          <a:noFill/>
        </p:spPr>
        <p:txBody>
          <a:bodyPr wrap="square">
            <a:spAutoFit/>
          </a:bodyPr>
          <a:lstStyle/>
          <a:p>
            <a:pPr algn="l">
              <a:defRPr sz="1400" b="1">
                <a:solidFill>
                  <a:srgbClr val="003B5C"/>
                </a:solidFill>
                <a:latin typeface="Calibri"/>
              </a:defRPr>
            </a:pPr>
            <a:r>
              <a:rPr dirty="0">
                <a:solidFill>
                  <a:srgbClr val="002060"/>
                </a:solidFill>
              </a:rPr>
              <a:t>Volume Grows</a:t>
            </a:r>
          </a:p>
        </p:txBody>
      </p:sp>
      <p:sp>
        <p:nvSpPr>
          <p:cNvPr id="27" name="TextBox 26"/>
          <p:cNvSpPr txBox="1"/>
          <p:nvPr/>
        </p:nvSpPr>
        <p:spPr>
          <a:xfrm>
            <a:off x="7440947" y="4004714"/>
            <a:ext cx="1599675" cy="430887"/>
          </a:xfrm>
          <a:prstGeom prst="rect">
            <a:avLst/>
          </a:prstGeom>
          <a:noFill/>
        </p:spPr>
        <p:txBody>
          <a:bodyPr wrap="square">
            <a:spAutoFit/>
          </a:bodyPr>
          <a:lstStyle/>
          <a:p>
            <a:pPr algn="l">
              <a:defRPr sz="1100" b="0">
                <a:solidFill>
                  <a:srgbClr val="333333"/>
                </a:solidFill>
                <a:latin typeface="Calibri"/>
              </a:defRPr>
            </a:pPr>
            <a:r>
              <a:t>More FIs want in</a:t>
            </a:r>
            <a:br/>
            <a:r>
              <a:t>costs decrease</a:t>
            </a:r>
          </a:p>
        </p:txBody>
      </p:sp>
      <p:sp>
        <p:nvSpPr>
          <p:cNvPr id="28" name="Rounded Rectangle 27"/>
          <p:cNvSpPr/>
          <p:nvPr/>
        </p:nvSpPr>
        <p:spPr>
          <a:xfrm>
            <a:off x="9267646" y="4332607"/>
            <a:ext cx="2118360" cy="1083355"/>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404806" y="4424047"/>
            <a:ext cx="365760" cy="365760"/>
          </a:xfrm>
          <a:prstGeom prst="rect">
            <a:avLst/>
          </a:prstGeom>
          <a:noFill/>
        </p:spPr>
        <p:txBody>
          <a:bodyPr wrap="square">
            <a:spAutoFit/>
          </a:bodyPr>
          <a:lstStyle/>
          <a:p>
            <a:pPr algn="ctr">
              <a:defRPr sz="1600" b="1">
                <a:solidFill>
                  <a:srgbClr val="FFFFFF"/>
                </a:solidFill>
                <a:latin typeface="Calibri"/>
              </a:defRPr>
            </a:pPr>
            <a:r>
              <a:t>5</a:t>
            </a:r>
          </a:p>
        </p:txBody>
      </p:sp>
      <p:sp>
        <p:nvSpPr>
          <p:cNvPr id="30" name="Oval 29"/>
          <p:cNvSpPr/>
          <p:nvPr/>
        </p:nvSpPr>
        <p:spPr>
          <a:xfrm>
            <a:off x="9359086" y="4424047"/>
            <a:ext cx="365760" cy="36576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359086" y="4424047"/>
            <a:ext cx="365760" cy="365760"/>
          </a:xfrm>
          <a:prstGeom prst="rect">
            <a:avLst/>
          </a:prstGeom>
          <a:noFill/>
        </p:spPr>
        <p:txBody>
          <a:bodyPr wrap="square">
            <a:spAutoFit/>
          </a:bodyPr>
          <a:lstStyle/>
          <a:p>
            <a:pPr algn="ctr">
              <a:defRPr sz="1400" b="1">
                <a:solidFill>
                  <a:srgbClr val="FFFFFF"/>
                </a:solidFill>
                <a:latin typeface="Calibri"/>
              </a:defRPr>
            </a:pPr>
            <a:r>
              <a:t>5</a:t>
            </a:r>
          </a:p>
        </p:txBody>
      </p:sp>
      <p:sp>
        <p:nvSpPr>
          <p:cNvPr id="32" name="TextBox 31"/>
          <p:cNvSpPr txBox="1"/>
          <p:nvPr/>
        </p:nvSpPr>
        <p:spPr>
          <a:xfrm>
            <a:off x="9770566" y="4424047"/>
            <a:ext cx="2286000" cy="320040"/>
          </a:xfrm>
          <a:prstGeom prst="rect">
            <a:avLst/>
          </a:prstGeom>
          <a:noFill/>
        </p:spPr>
        <p:txBody>
          <a:bodyPr wrap="square">
            <a:spAutoFit/>
          </a:bodyPr>
          <a:lstStyle/>
          <a:p>
            <a:pPr algn="l">
              <a:defRPr sz="1400" b="1">
                <a:solidFill>
                  <a:srgbClr val="003B5C"/>
                </a:solidFill>
                <a:latin typeface="Calibri"/>
              </a:defRPr>
            </a:pPr>
            <a:r>
              <a:rPr>
                <a:solidFill>
                  <a:srgbClr val="002060"/>
                </a:solidFill>
              </a:rPr>
              <a:t>Cycle Accelerates</a:t>
            </a:r>
          </a:p>
        </p:txBody>
      </p:sp>
      <p:sp>
        <p:nvSpPr>
          <p:cNvPr id="33" name="TextBox 32"/>
          <p:cNvSpPr txBox="1"/>
          <p:nvPr/>
        </p:nvSpPr>
        <p:spPr>
          <a:xfrm>
            <a:off x="9770566" y="4744087"/>
            <a:ext cx="1457785" cy="430887"/>
          </a:xfrm>
          <a:prstGeom prst="rect">
            <a:avLst/>
          </a:prstGeom>
          <a:noFill/>
        </p:spPr>
        <p:txBody>
          <a:bodyPr wrap="square">
            <a:spAutoFit/>
          </a:bodyPr>
          <a:lstStyle/>
          <a:p>
            <a:pPr algn="l">
              <a:defRPr sz="1100" b="0">
                <a:solidFill>
                  <a:srgbClr val="333333"/>
                </a:solidFill>
                <a:latin typeface="Calibri"/>
              </a:defRPr>
            </a:pPr>
            <a:r>
              <a:t>Network effects</a:t>
            </a:r>
            <a:br/>
            <a:r>
              <a:t>compound</a:t>
            </a:r>
          </a:p>
        </p:txBody>
      </p:sp>
      <p:sp>
        <p:nvSpPr>
          <p:cNvPr id="34" name="Rounded Rectangle 33"/>
          <p:cNvSpPr/>
          <p:nvPr/>
        </p:nvSpPr>
        <p:spPr>
          <a:xfrm>
            <a:off x="1389167" y="5471555"/>
            <a:ext cx="7700780" cy="64008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002060"/>
              </a:solidFill>
            </a:endParaRPr>
          </a:p>
        </p:txBody>
      </p:sp>
      <p:sp>
        <p:nvSpPr>
          <p:cNvPr id="35" name="TextBox 34"/>
          <p:cNvSpPr txBox="1"/>
          <p:nvPr/>
        </p:nvSpPr>
        <p:spPr>
          <a:xfrm>
            <a:off x="1754927" y="5533041"/>
            <a:ext cx="7240050" cy="543739"/>
          </a:xfrm>
          <a:prstGeom prst="rect">
            <a:avLst/>
          </a:prstGeom>
          <a:noFill/>
        </p:spPr>
        <p:txBody>
          <a:bodyPr wrap="square">
            <a:spAutoFit/>
          </a:bodyPr>
          <a:lstStyle/>
          <a:p>
            <a:pPr algn="l">
              <a:spcAft>
                <a:spcPts val="400"/>
              </a:spcAft>
              <a:defRPr sz="1400" b="1">
                <a:solidFill>
                  <a:srgbClr val="FF6600"/>
                </a:solidFill>
                <a:latin typeface="Calibri"/>
              </a:defRPr>
            </a:pPr>
            <a:r>
              <a:rPr dirty="0"/>
              <a:t>Seed Strategy: Merchant &amp; consumer acceptance is still TBD — lead with early-mover verticals (cross-border, faster settlement, gaming) to build volume, learn, and optimize. Fiserv's own merchant disbursements prime the flywheel.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5224"/>
            <a:ext cx="10058400" cy="640080"/>
          </a:xfrm>
          <a:prstGeom prst="rect">
            <a:avLst/>
          </a:prstGeom>
          <a:noFill/>
        </p:spPr>
        <p:txBody>
          <a:bodyPr wrap="square">
            <a:spAutoFit/>
          </a:bodyPr>
          <a:lstStyle/>
          <a:p>
            <a:pPr algn="l">
              <a:defRPr sz="3600" b="1">
                <a:solidFill>
                  <a:srgbClr val="003B5C"/>
                </a:solidFill>
                <a:latin typeface="Calibri"/>
              </a:defRPr>
            </a:pPr>
            <a:r>
              <a:rPr dirty="0">
                <a:solidFill>
                  <a:srgbClr val="002060"/>
                </a:solidFill>
              </a:rPr>
              <a:t>Provider Architecture</a:t>
            </a:r>
          </a:p>
        </p:txBody>
      </p:sp>
      <p:sp>
        <p:nvSpPr>
          <p:cNvPr id="4" name="TextBox 3"/>
          <p:cNvSpPr txBox="1"/>
          <p:nvPr/>
        </p:nvSpPr>
        <p:spPr>
          <a:xfrm>
            <a:off x="731520" y="873864"/>
            <a:ext cx="10058400" cy="365760"/>
          </a:xfrm>
          <a:prstGeom prst="rect">
            <a:avLst/>
          </a:prstGeom>
          <a:noFill/>
        </p:spPr>
        <p:txBody>
          <a:bodyPr wrap="square">
            <a:spAutoFit/>
          </a:bodyPr>
          <a:lstStyle/>
          <a:p>
            <a:pPr algn="l">
              <a:defRPr sz="1300" b="0">
                <a:solidFill>
                  <a:srgbClr val="9B9B9B"/>
                </a:solidFill>
                <a:latin typeface="Calibri"/>
              </a:defRPr>
            </a:pPr>
            <a:r>
              <a:rPr dirty="0"/>
              <a:t>Layered approach behind Fiserv-owned abstraction layer — delivered as a white-label wallet for FIs &amp; merchants (not a Fiserv-consumer brand)</a:t>
            </a:r>
          </a:p>
        </p:txBody>
      </p:sp>
      <p:sp>
        <p:nvSpPr>
          <p:cNvPr id="5" name="Rounded Rectangle 4"/>
          <p:cNvSpPr/>
          <p:nvPr/>
        </p:nvSpPr>
        <p:spPr>
          <a:xfrm>
            <a:off x="3200400" y="1463040"/>
            <a:ext cx="5760720" cy="731520"/>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0" y="1645920"/>
            <a:ext cx="5760720" cy="548640"/>
          </a:xfrm>
          <a:prstGeom prst="rect">
            <a:avLst/>
          </a:prstGeom>
          <a:noFill/>
        </p:spPr>
        <p:txBody>
          <a:bodyPr wrap="square">
            <a:spAutoFit/>
          </a:bodyPr>
          <a:lstStyle/>
          <a:p>
            <a:pPr algn="ctr">
              <a:defRPr sz="1600" b="1">
                <a:solidFill>
                  <a:srgbClr val="FFFFFF"/>
                </a:solidFill>
                <a:latin typeface="Calibri"/>
              </a:defRPr>
            </a:pPr>
            <a:r>
              <a:rPr dirty="0"/>
              <a:t>Fiserv White-Label Wallet  —  for FIs &amp; Merchants</a:t>
            </a:r>
          </a:p>
        </p:txBody>
      </p:sp>
      <p:sp>
        <p:nvSpPr>
          <p:cNvPr id="7" name="Rounded Rectangle 6"/>
          <p:cNvSpPr/>
          <p:nvPr/>
        </p:nvSpPr>
        <p:spPr>
          <a:xfrm>
            <a:off x="2286000" y="2468880"/>
            <a:ext cx="7589520" cy="64008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highlight>
                <a:srgbClr val="000080"/>
              </a:highlight>
            </a:endParaRPr>
          </a:p>
        </p:txBody>
      </p:sp>
      <p:sp>
        <p:nvSpPr>
          <p:cNvPr id="8" name="TextBox 7"/>
          <p:cNvSpPr txBox="1"/>
          <p:nvPr/>
        </p:nvSpPr>
        <p:spPr>
          <a:xfrm>
            <a:off x="2286000" y="2641963"/>
            <a:ext cx="7589520" cy="457200"/>
          </a:xfrm>
          <a:prstGeom prst="rect">
            <a:avLst/>
          </a:prstGeom>
          <a:noFill/>
        </p:spPr>
        <p:txBody>
          <a:bodyPr wrap="square">
            <a:spAutoFit/>
          </a:bodyPr>
          <a:lstStyle/>
          <a:p>
            <a:pPr algn="ctr">
              <a:defRPr sz="1400" b="1">
                <a:solidFill>
                  <a:srgbClr val="FFFFFF"/>
                </a:solidFill>
                <a:latin typeface="Calibri"/>
              </a:defRPr>
            </a:pPr>
            <a:r>
              <a:rPr dirty="0"/>
              <a:t>CommerceHub Crypto Orchestration Layer</a:t>
            </a:r>
          </a:p>
        </p:txBody>
      </p:sp>
      <p:sp>
        <p:nvSpPr>
          <p:cNvPr id="9" name="Rounded Rectangle 8"/>
          <p:cNvSpPr/>
          <p:nvPr/>
        </p:nvSpPr>
        <p:spPr>
          <a:xfrm>
            <a:off x="914400" y="3383280"/>
            <a:ext cx="3200400" cy="256032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3474720"/>
            <a:ext cx="2834640" cy="307777"/>
          </a:xfrm>
          <a:prstGeom prst="rect">
            <a:avLst/>
          </a:prstGeom>
          <a:noFill/>
        </p:spPr>
        <p:txBody>
          <a:bodyPr wrap="square">
            <a:spAutoFit/>
          </a:bodyPr>
          <a:lstStyle/>
          <a:p>
            <a:pPr algn="ctr">
              <a:defRPr sz="1400" b="1">
                <a:solidFill>
                  <a:srgbClr val="003B5C"/>
                </a:solidFill>
                <a:latin typeface="Calibri"/>
              </a:defRPr>
            </a:pPr>
            <a:r>
              <a:rPr dirty="0">
                <a:solidFill>
                  <a:srgbClr val="002060"/>
                </a:solidFill>
              </a:rPr>
              <a:t>Coinbase </a:t>
            </a:r>
            <a:r>
              <a:rPr dirty="0" err="1">
                <a:solidFill>
                  <a:srgbClr val="002060"/>
                </a:solidFill>
              </a:rPr>
              <a:t>WaaS</a:t>
            </a:r>
            <a:r>
              <a:rPr dirty="0">
                <a:solidFill>
                  <a:srgbClr val="002060"/>
                </a:solidFill>
              </a:rPr>
              <a:t> + CDP</a:t>
            </a:r>
          </a:p>
        </p:txBody>
      </p:sp>
      <p:sp>
        <p:nvSpPr>
          <p:cNvPr id="11" name="Rounded Rectangle 10"/>
          <p:cNvSpPr/>
          <p:nvPr/>
        </p:nvSpPr>
        <p:spPr>
          <a:xfrm>
            <a:off x="1645920" y="3840480"/>
            <a:ext cx="1737360" cy="320040"/>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645920" y="3858768"/>
            <a:ext cx="1737360" cy="274320"/>
          </a:xfrm>
          <a:prstGeom prst="rect">
            <a:avLst/>
          </a:prstGeom>
          <a:noFill/>
        </p:spPr>
        <p:txBody>
          <a:bodyPr wrap="square">
            <a:spAutoFit/>
          </a:bodyPr>
          <a:lstStyle/>
          <a:p>
            <a:pPr algn="ctr">
              <a:defRPr sz="1000" b="1">
                <a:solidFill>
                  <a:srgbClr val="FFFFFF"/>
                </a:solidFill>
                <a:latin typeface="Calibri"/>
              </a:defRPr>
            </a:pPr>
            <a:r>
              <a:t>PRIMARY</a:t>
            </a:r>
          </a:p>
        </p:txBody>
      </p:sp>
      <p:sp>
        <p:nvSpPr>
          <p:cNvPr id="13" name="TextBox 12"/>
          <p:cNvSpPr txBox="1"/>
          <p:nvPr/>
        </p:nvSpPr>
        <p:spPr>
          <a:xfrm>
            <a:off x="1097280" y="4251960"/>
            <a:ext cx="2834640" cy="1463040"/>
          </a:xfrm>
          <a:prstGeom prst="rect">
            <a:avLst/>
          </a:prstGeom>
          <a:noFill/>
        </p:spPr>
        <p:txBody>
          <a:bodyPr wrap="square">
            <a:spAutoFit/>
          </a:bodyPr>
          <a:lstStyle/>
          <a:p>
            <a:pPr algn="ctr">
              <a:defRPr sz="1100" b="0">
                <a:solidFill>
                  <a:srgbClr val="333333"/>
                </a:solidFill>
                <a:latin typeface="Calibri"/>
              </a:defRPr>
            </a:pPr>
            <a:r>
              <a:t>White-label MPC wallets • x402 creator • ~$300B AUC, SOC 1+2 • 700+ wallets via WalletConnect</a:t>
            </a:r>
            <a:br/>
            <a:r>
              <a:t/>
            </a:r>
            <a:br/>
            <a:r>
              <a:t/>
            </a:r>
            <a:br/>
            <a:r>
              <a:t/>
            </a:r>
          </a:p>
        </p:txBody>
      </p:sp>
      <p:sp>
        <p:nvSpPr>
          <p:cNvPr id="14" name="Rounded Rectangle 13"/>
          <p:cNvSpPr/>
          <p:nvPr/>
        </p:nvSpPr>
        <p:spPr>
          <a:xfrm>
            <a:off x="4754880" y="3383280"/>
            <a:ext cx="3200400" cy="256032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937760" y="3474720"/>
            <a:ext cx="2834640" cy="307777"/>
          </a:xfrm>
          <a:prstGeom prst="rect">
            <a:avLst/>
          </a:prstGeom>
          <a:noFill/>
        </p:spPr>
        <p:txBody>
          <a:bodyPr wrap="square">
            <a:spAutoFit/>
          </a:bodyPr>
          <a:lstStyle/>
          <a:p>
            <a:pPr algn="ctr">
              <a:defRPr sz="1400" b="1">
                <a:solidFill>
                  <a:srgbClr val="003B5C"/>
                </a:solidFill>
                <a:latin typeface="Calibri"/>
              </a:defRPr>
            </a:pPr>
            <a:r>
              <a:rPr dirty="0">
                <a:solidFill>
                  <a:srgbClr val="002060"/>
                </a:solidFill>
              </a:rPr>
              <a:t>Mesh Pay</a:t>
            </a:r>
          </a:p>
        </p:txBody>
      </p:sp>
      <p:sp>
        <p:nvSpPr>
          <p:cNvPr id="16" name="Rounded Rectangle 15"/>
          <p:cNvSpPr/>
          <p:nvPr/>
        </p:nvSpPr>
        <p:spPr>
          <a:xfrm>
            <a:off x="5486400" y="3840480"/>
            <a:ext cx="1737360" cy="320040"/>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486400" y="3858768"/>
            <a:ext cx="1737360" cy="274320"/>
          </a:xfrm>
          <a:prstGeom prst="rect">
            <a:avLst/>
          </a:prstGeom>
          <a:noFill/>
        </p:spPr>
        <p:txBody>
          <a:bodyPr wrap="square">
            <a:spAutoFit/>
          </a:bodyPr>
          <a:lstStyle/>
          <a:p>
            <a:pPr algn="ctr">
              <a:defRPr sz="1000" b="1">
                <a:solidFill>
                  <a:srgbClr val="FFFFFF"/>
                </a:solidFill>
                <a:latin typeface="Calibri"/>
              </a:defRPr>
            </a:pPr>
            <a:r>
              <a:t>REACH</a:t>
            </a:r>
          </a:p>
        </p:txBody>
      </p:sp>
      <p:sp>
        <p:nvSpPr>
          <p:cNvPr id="18" name="TextBox 17"/>
          <p:cNvSpPr txBox="1"/>
          <p:nvPr/>
        </p:nvSpPr>
        <p:spPr>
          <a:xfrm>
            <a:off x="4937760" y="4251960"/>
            <a:ext cx="2834640" cy="1463040"/>
          </a:xfrm>
          <a:prstGeom prst="rect">
            <a:avLst/>
          </a:prstGeom>
          <a:noFill/>
        </p:spPr>
        <p:txBody>
          <a:bodyPr wrap="square">
            <a:spAutoFit/>
          </a:bodyPr>
          <a:lstStyle/>
          <a:p>
            <a:pPr algn="ctr">
              <a:defRPr sz="1100" b="0">
                <a:solidFill>
                  <a:srgbClr val="333333"/>
                </a:solidFill>
                <a:latin typeface="Calibri"/>
              </a:defRPr>
            </a:pPr>
            <a:r>
              <a:t>300+ wallet/exchange integrations</a:t>
            </a:r>
            <a:br/>
            <a:r>
              <a:t>SmartFunding (patent-pending)</a:t>
            </a:r>
            <a:br/>
            <a:r>
              <a:t>Apple Pay bridge</a:t>
            </a:r>
            <a:br/>
            <a:r>
              <a:t>45+ countries via Shift4</a:t>
            </a:r>
          </a:p>
        </p:txBody>
      </p:sp>
      <p:sp>
        <p:nvSpPr>
          <p:cNvPr id="19" name="Rounded Rectangle 18"/>
          <p:cNvSpPr/>
          <p:nvPr/>
        </p:nvSpPr>
        <p:spPr>
          <a:xfrm>
            <a:off x="8595360" y="3383280"/>
            <a:ext cx="3200400" cy="256032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778240" y="3474720"/>
            <a:ext cx="2834640" cy="307777"/>
          </a:xfrm>
          <a:prstGeom prst="rect">
            <a:avLst/>
          </a:prstGeom>
          <a:noFill/>
        </p:spPr>
        <p:txBody>
          <a:bodyPr wrap="square">
            <a:spAutoFit/>
          </a:bodyPr>
          <a:lstStyle/>
          <a:p>
            <a:pPr algn="ctr">
              <a:defRPr sz="1400" b="1">
                <a:solidFill>
                  <a:srgbClr val="003B5C"/>
                </a:solidFill>
                <a:latin typeface="Calibri"/>
              </a:defRPr>
            </a:pPr>
            <a:r>
              <a:rPr>
                <a:solidFill>
                  <a:srgbClr val="002060"/>
                </a:solidFill>
              </a:rPr>
              <a:t>Finxact + FIUSD + INDX</a:t>
            </a:r>
          </a:p>
        </p:txBody>
      </p:sp>
      <p:sp>
        <p:nvSpPr>
          <p:cNvPr id="21" name="Rounded Rectangle 20"/>
          <p:cNvSpPr/>
          <p:nvPr/>
        </p:nvSpPr>
        <p:spPr>
          <a:xfrm>
            <a:off x="9326880" y="3840480"/>
            <a:ext cx="1737360" cy="320040"/>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326880" y="3858768"/>
            <a:ext cx="1737360" cy="274320"/>
          </a:xfrm>
          <a:prstGeom prst="rect">
            <a:avLst/>
          </a:prstGeom>
          <a:noFill/>
        </p:spPr>
        <p:txBody>
          <a:bodyPr wrap="square">
            <a:spAutoFit/>
          </a:bodyPr>
          <a:lstStyle/>
          <a:p>
            <a:pPr algn="ctr">
              <a:defRPr sz="1000" b="1">
                <a:solidFill>
                  <a:srgbClr val="FFFFFF"/>
                </a:solidFill>
                <a:latin typeface="Calibri"/>
              </a:defRPr>
            </a:pPr>
            <a:r>
              <a:t>OWNED FALLBACK</a:t>
            </a:r>
          </a:p>
        </p:txBody>
      </p:sp>
      <p:sp>
        <p:nvSpPr>
          <p:cNvPr id="23" name="TextBox 22"/>
          <p:cNvSpPr txBox="1"/>
          <p:nvPr/>
        </p:nvSpPr>
        <p:spPr>
          <a:xfrm>
            <a:off x="8778240" y="4251960"/>
            <a:ext cx="2834640" cy="1463040"/>
          </a:xfrm>
          <a:prstGeom prst="rect">
            <a:avLst/>
          </a:prstGeom>
          <a:noFill/>
        </p:spPr>
        <p:txBody>
          <a:bodyPr wrap="square">
            <a:spAutoFit/>
          </a:bodyPr>
          <a:lstStyle/>
          <a:p>
            <a:pPr algn="ctr">
              <a:defRPr sz="1100" b="0">
                <a:solidFill>
                  <a:srgbClr val="333333"/>
                </a:solidFill>
                <a:latin typeface="Calibri"/>
              </a:defRPr>
            </a:pPr>
            <a:r>
              <a:t>Native wallet ledger</a:t>
            </a:r>
            <a:br/>
            <a:r>
              <a:t>FIUSD stablecoin</a:t>
            </a:r>
            <a:br/>
            <a:r>
              <a:t>$25M FDIC insurance</a:t>
            </a:r>
            <a:br/>
            <a:r>
              <a:t>Clover in-store path</a:t>
            </a:r>
          </a:p>
        </p:txBody>
      </p:sp>
      <p:sp>
        <p:nvSpPr>
          <p:cNvPr id="24" name="TextBox 23"/>
          <p:cNvSpPr txBox="1"/>
          <p:nvPr/>
        </p:nvSpPr>
        <p:spPr>
          <a:xfrm>
            <a:off x="731520" y="6044499"/>
            <a:ext cx="10972800" cy="365760"/>
          </a:xfrm>
          <a:prstGeom prst="rect">
            <a:avLst/>
          </a:prstGeom>
          <a:noFill/>
        </p:spPr>
        <p:txBody>
          <a:bodyPr wrap="square">
            <a:spAutoFit/>
          </a:bodyPr>
          <a:lstStyle/>
          <a:p>
            <a:pPr algn="ctr">
              <a:defRPr sz="1100" b="0">
                <a:solidFill>
                  <a:srgbClr val="9B9B9B"/>
                </a:solidFill>
                <a:latin typeface="Calibri"/>
              </a:defRPr>
            </a:pPr>
            <a:r>
              <a:t>Design Principles:  No provider &gt;40% volume  |  90-day termination clauses  |  Card-rail fallback on every transaction  |  Circuit breaker on depeg</a:t>
            </a:r>
          </a:p>
        </p:txBody>
      </p:sp>
      <p:sp>
        <p:nvSpPr>
          <p:cNvPr id="25" name="Rectangle 24"/>
          <p:cNvSpPr/>
          <p:nvPr/>
        </p:nvSpPr>
        <p:spPr>
          <a:xfrm>
            <a:off x="731520" y="4892040"/>
            <a:ext cx="10698480" cy="292608"/>
          </a:xfrm>
          <a:prstGeom prst="rect">
            <a:avLst/>
          </a:prstGeom>
          <a:solidFill>
            <a:srgbClr val="00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4910328"/>
            <a:ext cx="10332720" cy="274320"/>
          </a:xfrm>
          <a:prstGeom prst="rect">
            <a:avLst/>
          </a:prstGeom>
          <a:noFill/>
        </p:spPr>
        <p:txBody>
          <a:bodyPr wrap="square" lIns="0" rIns="0" tIns="0" bIns="0">
            <a:spAutoFit/>
          </a:bodyPr>
          <a:lstStyle/>
          <a:p>
            <a:pPr algn="l"/>
            <a:r>
              <a:rPr sz="1200" b="1">
                <a:solidFill>
                  <a:srgbClr val="FFFFFF"/>
                </a:solidFill>
                <a:latin typeface="Calibri"/>
              </a:rPr>
              <a:t>Why both Coinbase + Mesh?  Overlap is smaller than it looks.</a:t>
            </a:r>
          </a:p>
        </p:txBody>
      </p:sp>
      <p:sp>
        <p:nvSpPr>
          <p:cNvPr id="27" name="TextBox 26"/>
          <p:cNvSpPr txBox="1"/>
          <p:nvPr/>
        </p:nvSpPr>
        <p:spPr>
          <a:xfrm>
            <a:off x="731520" y="5230368"/>
            <a:ext cx="10698480" cy="777240"/>
          </a:xfrm>
          <a:prstGeom prst="rect">
            <a:avLst/>
          </a:prstGeom>
          <a:noFill/>
        </p:spPr>
        <p:txBody>
          <a:bodyPr wrap="square" lIns="0" rIns="0" tIns="0" bIns="0">
            <a:spAutoFit/>
          </a:bodyPr>
          <a:lstStyle/>
          <a:p>
            <a:pPr algn="l"/>
            <a:r>
              <a:rPr sz="1000" b="0">
                <a:solidFill>
                  <a:srgbClr val="333333"/>
                </a:solidFill>
                <a:latin typeface="Calibri"/>
              </a:rPr>
              <a:t>Overlap (~300 wallets):  Both use WalletConnect registry — same self-custody wallet set (MetaMask, Trust, Rainbow, etc.) available through either provider.</a:t>
            </a:r>
          </a:p>
          <a:p>
            <a:pPr algn="l"/>
            <a:r>
              <a:rPr sz="1000" b="0">
                <a:solidFill>
                  <a:srgbClr val="333333"/>
                </a:solidFill>
                <a:latin typeface="Calibri"/>
              </a:rPr>
              <a:t>Coinbase uniquely adds:  first-party custodial accounts, MPC/WaaS issuance, CDP onramp in 100+ countries, SOC 1+2 Type II, native x402 rails.</a:t>
            </a:r>
          </a:p>
          <a:p>
            <a:pPr algn="l"/>
            <a:r>
              <a:rPr sz="1000" b="0">
                <a:solidFill>
                  <a:srgbClr val="333333"/>
                </a:solidFill>
                <a:latin typeface="Calibri"/>
              </a:rPr>
              <a:t>Mesh uniquely adds:  CEX deposit rails (PayPal, Binance.US, Kraken, Bybit, Gemini) — direct connection to custodial exchange balances Coinbase cannot access.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0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365760"/>
          </a:xfrm>
          <a:prstGeom prst="rect">
            <a:avLst/>
          </a:prstGeom>
          <a:noFill/>
        </p:spPr>
        <p:txBody>
          <a:bodyPr wrap="square" lIns="0" rIns="0" tIns="0" bIns="0">
            <a:spAutoFit/>
          </a:bodyPr>
          <a:lstStyle/>
          <a:p>
            <a:pPr algn="l"/>
            <a:r>
              <a:rPr sz="2200" b="1">
                <a:solidFill>
                  <a:srgbClr val="FFFFFF"/>
                </a:solidFill>
                <a:latin typeface="Calibri"/>
              </a:rPr>
              <a:t>Partner Value in Merchant Acquiring</a:t>
            </a:r>
          </a:p>
        </p:txBody>
      </p:sp>
      <p:sp>
        <p:nvSpPr>
          <p:cNvPr id="4" name="TextBox 3"/>
          <p:cNvSpPr txBox="1"/>
          <p:nvPr/>
        </p:nvSpPr>
        <p:spPr>
          <a:xfrm>
            <a:off x="548640" y="594360"/>
            <a:ext cx="10972800" cy="274320"/>
          </a:xfrm>
          <a:prstGeom prst="rect">
            <a:avLst/>
          </a:prstGeom>
          <a:noFill/>
        </p:spPr>
        <p:txBody>
          <a:bodyPr wrap="square" lIns="0" rIns="0" tIns="0" bIns="0">
            <a:spAutoFit/>
          </a:bodyPr>
          <a:lstStyle/>
          <a:p>
            <a:pPr algn="l"/>
            <a:r>
              <a:rPr sz="1100" b="0">
                <a:solidFill>
                  <a:srgbClr val="F2F2F2"/>
                </a:solidFill>
                <a:latin typeface="Calibri"/>
              </a:rPr>
              <a:t>TPV, distribution partners, and merchant-acceptance proof points — to size Fiserv-relevant revenue per provider</a:t>
            </a:r>
          </a:p>
        </p:txBody>
      </p:sp>
      <p:sp>
        <p:nvSpPr>
          <p:cNvPr id="5" name="Rounded Rectangle 4"/>
          <p:cNvSpPr/>
          <p:nvPr/>
        </p:nvSpPr>
        <p:spPr>
          <a:xfrm>
            <a:off x="502920" y="1143000"/>
            <a:ext cx="2743200" cy="466344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280160"/>
            <a:ext cx="2377440" cy="365760"/>
          </a:xfrm>
          <a:prstGeom prst="rect">
            <a:avLst/>
          </a:prstGeom>
          <a:noFill/>
        </p:spPr>
        <p:txBody>
          <a:bodyPr wrap="square" lIns="0" rIns="0" tIns="0" bIns="0">
            <a:spAutoFit/>
          </a:bodyPr>
          <a:lstStyle/>
          <a:p>
            <a:pPr algn="l"/>
            <a:r>
              <a:rPr sz="1600" b="1">
                <a:solidFill>
                  <a:srgbClr val="003B5C"/>
                </a:solidFill>
                <a:latin typeface="Calibri"/>
              </a:rPr>
              <a:t>Coinbase</a:t>
            </a:r>
          </a:p>
        </p:txBody>
      </p:sp>
      <p:sp>
        <p:nvSpPr>
          <p:cNvPr id="7" name="Rounded Rectangle 6"/>
          <p:cNvSpPr/>
          <p:nvPr/>
        </p:nvSpPr>
        <p:spPr>
          <a:xfrm>
            <a:off x="685800" y="1691640"/>
            <a:ext cx="1920240" cy="27432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709928"/>
            <a:ext cx="1920240" cy="274320"/>
          </a:xfrm>
          <a:prstGeom prst="rect">
            <a:avLst/>
          </a:prstGeom>
          <a:noFill/>
        </p:spPr>
        <p:txBody>
          <a:bodyPr wrap="square" lIns="0" rIns="0" tIns="0" bIns="0">
            <a:spAutoFit/>
          </a:bodyPr>
          <a:lstStyle/>
          <a:p>
            <a:pPr algn="ctr"/>
            <a:r>
              <a:rPr sz="900" b="1">
                <a:solidFill>
                  <a:srgbClr val="FFFFFF"/>
                </a:solidFill>
                <a:latin typeface="Calibri"/>
              </a:rPr>
              <a:t>RECOMMENDED</a:t>
            </a:r>
          </a:p>
        </p:txBody>
      </p:sp>
      <p:sp>
        <p:nvSpPr>
          <p:cNvPr id="9" name="TextBox 8"/>
          <p:cNvSpPr txBox="1"/>
          <p:nvPr/>
        </p:nvSpPr>
        <p:spPr>
          <a:xfrm>
            <a:off x="685800" y="2103120"/>
            <a:ext cx="2377440" cy="228600"/>
          </a:xfrm>
          <a:prstGeom prst="rect">
            <a:avLst/>
          </a:prstGeom>
          <a:noFill/>
        </p:spPr>
        <p:txBody>
          <a:bodyPr wrap="square" lIns="0" rIns="0" tIns="0" bIns="0">
            <a:spAutoFit/>
          </a:bodyPr>
          <a:lstStyle/>
          <a:p>
            <a:pPr algn="l"/>
            <a:r>
              <a:rPr sz="900" b="1">
                <a:solidFill>
                  <a:srgbClr val="9B9B9B"/>
                </a:solidFill>
                <a:latin typeface="Calibri"/>
              </a:rPr>
              <a:t>CUSTODY / AUC</a:t>
            </a:r>
          </a:p>
        </p:txBody>
      </p:sp>
      <p:sp>
        <p:nvSpPr>
          <p:cNvPr id="10" name="TextBox 9"/>
          <p:cNvSpPr txBox="1"/>
          <p:nvPr/>
        </p:nvSpPr>
        <p:spPr>
          <a:xfrm>
            <a:off x="685800" y="2322576"/>
            <a:ext cx="2377440" cy="502920"/>
          </a:xfrm>
          <a:prstGeom prst="rect">
            <a:avLst/>
          </a:prstGeom>
          <a:noFill/>
        </p:spPr>
        <p:txBody>
          <a:bodyPr wrap="square" lIns="0" rIns="0" tIns="0" bIns="0">
            <a:spAutoFit/>
          </a:bodyPr>
          <a:lstStyle/>
          <a:p>
            <a:pPr algn="l"/>
            <a:r>
              <a:rPr sz="1000" b="0">
                <a:solidFill>
                  <a:srgbClr val="333333"/>
                </a:solidFill>
                <a:latin typeface="Calibri"/>
              </a:rPr>
              <a:t>~$245B AUC (Jun 2025, Coinbase Institutional); &gt;80% of digital-asset ETFs</a:t>
            </a:r>
          </a:p>
        </p:txBody>
      </p:sp>
      <p:sp>
        <p:nvSpPr>
          <p:cNvPr id="11" name="TextBox 10"/>
          <p:cNvSpPr txBox="1"/>
          <p:nvPr/>
        </p:nvSpPr>
        <p:spPr>
          <a:xfrm>
            <a:off x="685800" y="2852928"/>
            <a:ext cx="2377440" cy="228600"/>
          </a:xfrm>
          <a:prstGeom prst="rect">
            <a:avLst/>
          </a:prstGeom>
          <a:noFill/>
        </p:spPr>
        <p:txBody>
          <a:bodyPr wrap="square" lIns="0" rIns="0" tIns="0" bIns="0">
            <a:spAutoFit/>
          </a:bodyPr>
          <a:lstStyle/>
          <a:p>
            <a:pPr algn="l"/>
            <a:r>
              <a:rPr sz="900" b="1">
                <a:solidFill>
                  <a:srgbClr val="9B9B9B"/>
                </a:solidFill>
                <a:latin typeface="Calibri"/>
              </a:rPr>
              <a:t>DISTRIBUTION</a:t>
            </a:r>
          </a:p>
        </p:txBody>
      </p:sp>
      <p:sp>
        <p:nvSpPr>
          <p:cNvPr id="12" name="TextBox 11"/>
          <p:cNvSpPr txBox="1"/>
          <p:nvPr/>
        </p:nvSpPr>
        <p:spPr>
          <a:xfrm>
            <a:off x="685800" y="3072384"/>
            <a:ext cx="2377440" cy="502920"/>
          </a:xfrm>
          <a:prstGeom prst="rect">
            <a:avLst/>
          </a:prstGeom>
          <a:noFill/>
        </p:spPr>
        <p:txBody>
          <a:bodyPr wrap="square" lIns="0" rIns="0" tIns="0" bIns="0">
            <a:spAutoFit/>
          </a:bodyPr>
          <a:lstStyle/>
          <a:p>
            <a:pPr algn="l"/>
            <a:r>
              <a:rPr sz="1000" b="0">
                <a:solidFill>
                  <a:srgbClr val="333333"/>
                </a:solidFill>
                <a:latin typeface="Calibri"/>
              </a:rPr>
              <a:t>Stripe (x402 USDC on Base, Feb 2026) • Shopify Payments USDC (Jun 2025) • AWS, Google, Visa</a:t>
            </a:r>
          </a:p>
        </p:txBody>
      </p:sp>
      <p:sp>
        <p:nvSpPr>
          <p:cNvPr id="13" name="TextBox 12"/>
          <p:cNvSpPr txBox="1"/>
          <p:nvPr/>
        </p:nvSpPr>
        <p:spPr>
          <a:xfrm>
            <a:off x="685800" y="3602736"/>
            <a:ext cx="2377440" cy="228600"/>
          </a:xfrm>
          <a:prstGeom prst="rect">
            <a:avLst/>
          </a:prstGeom>
          <a:noFill/>
        </p:spPr>
        <p:txBody>
          <a:bodyPr wrap="square" lIns="0" rIns="0" tIns="0" bIns="0">
            <a:spAutoFit/>
          </a:bodyPr>
          <a:lstStyle/>
          <a:p>
            <a:pPr algn="l"/>
            <a:r>
              <a:rPr sz="900" b="1">
                <a:solidFill>
                  <a:srgbClr val="9B9B9B"/>
                </a:solidFill>
                <a:latin typeface="Calibri"/>
              </a:rPr>
              <a:t>MERCHANT PROOF</a:t>
            </a:r>
          </a:p>
        </p:txBody>
      </p:sp>
      <p:sp>
        <p:nvSpPr>
          <p:cNvPr id="14" name="TextBox 13"/>
          <p:cNvSpPr txBox="1"/>
          <p:nvPr/>
        </p:nvSpPr>
        <p:spPr>
          <a:xfrm>
            <a:off x="685800" y="3822192"/>
            <a:ext cx="2377440" cy="502920"/>
          </a:xfrm>
          <a:prstGeom prst="rect">
            <a:avLst/>
          </a:prstGeom>
          <a:noFill/>
        </p:spPr>
        <p:txBody>
          <a:bodyPr wrap="square" lIns="0" rIns="0" tIns="0" bIns="0">
            <a:spAutoFit/>
          </a:bodyPr>
          <a:lstStyle/>
          <a:p>
            <a:pPr algn="l"/>
            <a:r>
              <a:rPr sz="1000" b="0">
                <a:solidFill>
                  <a:srgbClr val="333333"/>
                </a:solidFill>
                <a:latin typeface="Calibri"/>
              </a:rPr>
              <a:t>Shopify merchants (millions) via USDC on Base; Coinbase Commerce thousands of merchants</a:t>
            </a:r>
          </a:p>
        </p:txBody>
      </p:sp>
      <p:sp>
        <p:nvSpPr>
          <p:cNvPr id="15" name="TextBox 14"/>
          <p:cNvSpPr txBox="1"/>
          <p:nvPr/>
        </p:nvSpPr>
        <p:spPr>
          <a:xfrm>
            <a:off x="685800" y="4352544"/>
            <a:ext cx="2377440" cy="228600"/>
          </a:xfrm>
          <a:prstGeom prst="rect">
            <a:avLst/>
          </a:prstGeom>
          <a:noFill/>
        </p:spPr>
        <p:txBody>
          <a:bodyPr wrap="square" lIns="0" rIns="0" tIns="0" bIns="0">
            <a:spAutoFit/>
          </a:bodyPr>
          <a:lstStyle/>
          <a:p>
            <a:pPr algn="l"/>
            <a:r>
              <a:rPr sz="900" b="1">
                <a:solidFill>
                  <a:srgbClr val="9B9B9B"/>
                </a:solidFill>
                <a:latin typeface="Calibri"/>
              </a:rPr>
              <a:t>FISERV FIT</a:t>
            </a:r>
          </a:p>
        </p:txBody>
      </p:sp>
      <p:sp>
        <p:nvSpPr>
          <p:cNvPr id="16" name="TextBox 15"/>
          <p:cNvSpPr txBox="1"/>
          <p:nvPr/>
        </p:nvSpPr>
        <p:spPr>
          <a:xfrm>
            <a:off x="685800" y="4572000"/>
            <a:ext cx="2377440" cy="502920"/>
          </a:xfrm>
          <a:prstGeom prst="rect">
            <a:avLst/>
          </a:prstGeom>
          <a:noFill/>
        </p:spPr>
        <p:txBody>
          <a:bodyPr wrap="square" lIns="0" rIns="0" tIns="0" bIns="0">
            <a:spAutoFit/>
          </a:bodyPr>
          <a:lstStyle/>
          <a:p>
            <a:pPr algn="l"/>
            <a:r>
              <a:rPr sz="1000" b="0">
                <a:solidFill>
                  <a:srgbClr val="333333"/>
                </a:solidFill>
                <a:latin typeface="Calibri"/>
              </a:rPr>
              <a:t>Existing Fiserv customer; x402 founding member alongside Fiserv</a:t>
            </a:r>
          </a:p>
        </p:txBody>
      </p:sp>
      <p:sp>
        <p:nvSpPr>
          <p:cNvPr id="17" name="Rounded Rectangle 16"/>
          <p:cNvSpPr/>
          <p:nvPr/>
        </p:nvSpPr>
        <p:spPr>
          <a:xfrm>
            <a:off x="3383280" y="1143000"/>
            <a:ext cx="2743200" cy="466344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66160" y="1280160"/>
            <a:ext cx="2377440" cy="365760"/>
          </a:xfrm>
          <a:prstGeom prst="rect">
            <a:avLst/>
          </a:prstGeom>
          <a:noFill/>
        </p:spPr>
        <p:txBody>
          <a:bodyPr wrap="square" lIns="0" rIns="0" tIns="0" bIns="0">
            <a:spAutoFit/>
          </a:bodyPr>
          <a:lstStyle/>
          <a:p>
            <a:pPr algn="l"/>
            <a:r>
              <a:rPr sz="1600" b="1">
                <a:solidFill>
                  <a:srgbClr val="003B5C"/>
                </a:solidFill>
                <a:latin typeface="Calibri"/>
              </a:rPr>
              <a:t>Mesh</a:t>
            </a:r>
          </a:p>
        </p:txBody>
      </p:sp>
      <p:sp>
        <p:nvSpPr>
          <p:cNvPr id="19" name="Rounded Rectangle 18"/>
          <p:cNvSpPr/>
          <p:nvPr/>
        </p:nvSpPr>
        <p:spPr>
          <a:xfrm>
            <a:off x="3566160" y="1691640"/>
            <a:ext cx="1920240" cy="274320"/>
          </a:xfrm>
          <a:prstGeom prst="roundRect">
            <a:avLst/>
          </a:prstGeom>
          <a:solidFill>
            <a:srgbClr val="00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66160" y="1709928"/>
            <a:ext cx="1920240" cy="274320"/>
          </a:xfrm>
          <a:prstGeom prst="rect">
            <a:avLst/>
          </a:prstGeom>
          <a:noFill/>
        </p:spPr>
        <p:txBody>
          <a:bodyPr wrap="square" lIns="0" rIns="0" tIns="0" bIns="0">
            <a:spAutoFit/>
          </a:bodyPr>
          <a:lstStyle/>
          <a:p>
            <a:pPr algn="ctr"/>
            <a:r>
              <a:rPr sz="900" b="1">
                <a:solidFill>
                  <a:srgbClr val="FFFFFF"/>
                </a:solidFill>
                <a:latin typeface="Calibri"/>
              </a:rPr>
              <a:t>REACH / OPTION</a:t>
            </a:r>
          </a:p>
        </p:txBody>
      </p:sp>
      <p:sp>
        <p:nvSpPr>
          <p:cNvPr id="21" name="TextBox 20"/>
          <p:cNvSpPr txBox="1"/>
          <p:nvPr/>
        </p:nvSpPr>
        <p:spPr>
          <a:xfrm>
            <a:off x="3566160" y="2103120"/>
            <a:ext cx="2377440" cy="228600"/>
          </a:xfrm>
          <a:prstGeom prst="rect">
            <a:avLst/>
          </a:prstGeom>
          <a:noFill/>
        </p:spPr>
        <p:txBody>
          <a:bodyPr wrap="square" lIns="0" rIns="0" tIns="0" bIns="0">
            <a:spAutoFit/>
          </a:bodyPr>
          <a:lstStyle/>
          <a:p>
            <a:pPr algn="l"/>
            <a:r>
              <a:rPr sz="900" b="1">
                <a:solidFill>
                  <a:srgbClr val="9B9B9B"/>
                </a:solidFill>
                <a:latin typeface="Calibri"/>
              </a:rPr>
              <a:t>SCALE</a:t>
            </a:r>
          </a:p>
        </p:txBody>
      </p:sp>
      <p:sp>
        <p:nvSpPr>
          <p:cNvPr id="22" name="TextBox 21"/>
          <p:cNvSpPr txBox="1"/>
          <p:nvPr/>
        </p:nvSpPr>
        <p:spPr>
          <a:xfrm>
            <a:off x="3566160" y="2322576"/>
            <a:ext cx="2377440" cy="502920"/>
          </a:xfrm>
          <a:prstGeom prst="rect">
            <a:avLst/>
          </a:prstGeom>
          <a:noFill/>
        </p:spPr>
        <p:txBody>
          <a:bodyPr wrap="square" lIns="0" rIns="0" tIns="0" bIns="0">
            <a:spAutoFit/>
          </a:bodyPr>
          <a:lstStyle/>
          <a:p>
            <a:pPr algn="l"/>
            <a:r>
              <a:rPr sz="1000" b="0">
                <a:solidFill>
                  <a:srgbClr val="333333"/>
                </a:solidFill>
                <a:latin typeface="Calibri"/>
              </a:rPr>
              <a:t>$1B valuation (Jan 2026); &gt;$130M raised; 300+ wallet/exchange integrations</a:t>
            </a:r>
          </a:p>
        </p:txBody>
      </p:sp>
      <p:sp>
        <p:nvSpPr>
          <p:cNvPr id="23" name="TextBox 22"/>
          <p:cNvSpPr txBox="1"/>
          <p:nvPr/>
        </p:nvSpPr>
        <p:spPr>
          <a:xfrm>
            <a:off x="3566160" y="2852928"/>
            <a:ext cx="2377440" cy="228600"/>
          </a:xfrm>
          <a:prstGeom prst="rect">
            <a:avLst/>
          </a:prstGeom>
          <a:noFill/>
        </p:spPr>
        <p:txBody>
          <a:bodyPr wrap="square" lIns="0" rIns="0" tIns="0" bIns="0">
            <a:spAutoFit/>
          </a:bodyPr>
          <a:lstStyle/>
          <a:p>
            <a:pPr algn="l"/>
            <a:r>
              <a:rPr sz="900" b="1">
                <a:solidFill>
                  <a:srgbClr val="9B9B9B"/>
                </a:solidFill>
                <a:latin typeface="Calibri"/>
              </a:rPr>
              <a:t>DISTRIBUTION</a:t>
            </a:r>
          </a:p>
        </p:txBody>
      </p:sp>
      <p:sp>
        <p:nvSpPr>
          <p:cNvPr id="24" name="TextBox 23"/>
          <p:cNvSpPr txBox="1"/>
          <p:nvPr/>
        </p:nvSpPr>
        <p:spPr>
          <a:xfrm>
            <a:off x="3566160" y="3072384"/>
            <a:ext cx="2377440" cy="502920"/>
          </a:xfrm>
          <a:prstGeom prst="rect">
            <a:avLst/>
          </a:prstGeom>
          <a:noFill/>
        </p:spPr>
        <p:txBody>
          <a:bodyPr wrap="square" lIns="0" rIns="0" tIns="0" bIns="0">
            <a:spAutoFit/>
          </a:bodyPr>
          <a:lstStyle/>
          <a:p>
            <a:pPr algn="l"/>
            <a:r>
              <a:rPr sz="1000" b="0">
                <a:solidFill>
                  <a:srgbClr val="333333"/>
                </a:solidFill>
                <a:latin typeface="Calibri"/>
              </a:rPr>
              <a:t>PayPal Ventures portfolio — powers 'Pay with Crypto' in PayPal checkout; MetaMask</a:t>
            </a:r>
          </a:p>
        </p:txBody>
      </p:sp>
      <p:sp>
        <p:nvSpPr>
          <p:cNvPr id="25" name="TextBox 24"/>
          <p:cNvSpPr txBox="1"/>
          <p:nvPr/>
        </p:nvSpPr>
        <p:spPr>
          <a:xfrm>
            <a:off x="3566160" y="3602736"/>
            <a:ext cx="2377440" cy="228600"/>
          </a:xfrm>
          <a:prstGeom prst="rect">
            <a:avLst/>
          </a:prstGeom>
          <a:noFill/>
        </p:spPr>
        <p:txBody>
          <a:bodyPr wrap="square" lIns="0" rIns="0" tIns="0" bIns="0">
            <a:spAutoFit/>
          </a:bodyPr>
          <a:lstStyle/>
          <a:p>
            <a:pPr algn="l"/>
            <a:r>
              <a:rPr sz="900" b="1">
                <a:solidFill>
                  <a:srgbClr val="9B9B9B"/>
                </a:solidFill>
                <a:latin typeface="Calibri"/>
              </a:rPr>
              <a:t>MERCHANT PROOF</a:t>
            </a:r>
          </a:p>
        </p:txBody>
      </p:sp>
      <p:sp>
        <p:nvSpPr>
          <p:cNvPr id="26" name="TextBox 25"/>
          <p:cNvSpPr txBox="1"/>
          <p:nvPr/>
        </p:nvSpPr>
        <p:spPr>
          <a:xfrm>
            <a:off x="3566160" y="3822192"/>
            <a:ext cx="2377440" cy="502920"/>
          </a:xfrm>
          <a:prstGeom prst="rect">
            <a:avLst/>
          </a:prstGeom>
          <a:noFill/>
        </p:spPr>
        <p:txBody>
          <a:bodyPr wrap="square" lIns="0" rIns="0" tIns="0" bIns="0">
            <a:spAutoFit/>
          </a:bodyPr>
          <a:lstStyle/>
          <a:p>
            <a:pPr algn="l"/>
            <a:r>
              <a:rPr sz="1000" b="0">
                <a:solidFill>
                  <a:srgbClr val="333333"/>
                </a:solidFill>
                <a:latin typeface="Calibri"/>
              </a:rPr>
              <a:t>Paxos deposits, MetaMask exchange aggregation; CEX rails (Binance, Kraken, Gemini)</a:t>
            </a:r>
          </a:p>
        </p:txBody>
      </p:sp>
      <p:sp>
        <p:nvSpPr>
          <p:cNvPr id="27" name="TextBox 26"/>
          <p:cNvSpPr txBox="1"/>
          <p:nvPr/>
        </p:nvSpPr>
        <p:spPr>
          <a:xfrm>
            <a:off x="3566160" y="4352544"/>
            <a:ext cx="2377440" cy="228600"/>
          </a:xfrm>
          <a:prstGeom prst="rect">
            <a:avLst/>
          </a:prstGeom>
          <a:noFill/>
        </p:spPr>
        <p:txBody>
          <a:bodyPr wrap="square" lIns="0" rIns="0" tIns="0" bIns="0">
            <a:spAutoFit/>
          </a:bodyPr>
          <a:lstStyle/>
          <a:p>
            <a:pPr algn="l"/>
            <a:r>
              <a:rPr sz="900" b="1">
                <a:solidFill>
                  <a:srgbClr val="9B9B9B"/>
                </a:solidFill>
                <a:latin typeface="Calibri"/>
              </a:rPr>
              <a:t>FISERV FIT</a:t>
            </a:r>
          </a:p>
        </p:txBody>
      </p:sp>
      <p:sp>
        <p:nvSpPr>
          <p:cNvPr id="28" name="TextBox 27"/>
          <p:cNvSpPr txBox="1"/>
          <p:nvPr/>
        </p:nvSpPr>
        <p:spPr>
          <a:xfrm>
            <a:off x="3566160" y="4572000"/>
            <a:ext cx="2377440" cy="502920"/>
          </a:xfrm>
          <a:prstGeom prst="rect">
            <a:avLst/>
          </a:prstGeom>
          <a:noFill/>
        </p:spPr>
        <p:txBody>
          <a:bodyPr wrap="square" lIns="0" rIns="0" tIns="0" bIns="0">
            <a:spAutoFit/>
          </a:bodyPr>
          <a:lstStyle/>
          <a:p>
            <a:pPr algn="l"/>
            <a:r>
              <a:rPr sz="1000" b="0">
                <a:solidFill>
                  <a:srgbClr val="333333"/>
                </a:solidFill>
                <a:latin typeface="Calibri"/>
              </a:rPr>
              <a:t>Adds CEX custodial rails Coinbase cannot reach</a:t>
            </a:r>
          </a:p>
        </p:txBody>
      </p:sp>
      <p:sp>
        <p:nvSpPr>
          <p:cNvPr id="29" name="Rounded Rectangle 28"/>
          <p:cNvSpPr/>
          <p:nvPr/>
        </p:nvSpPr>
        <p:spPr>
          <a:xfrm>
            <a:off x="6263640" y="1143000"/>
            <a:ext cx="2743200" cy="466344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46520" y="1280160"/>
            <a:ext cx="2377440" cy="365760"/>
          </a:xfrm>
          <a:prstGeom prst="rect">
            <a:avLst/>
          </a:prstGeom>
          <a:noFill/>
        </p:spPr>
        <p:txBody>
          <a:bodyPr wrap="square" lIns="0" rIns="0" tIns="0" bIns="0">
            <a:spAutoFit/>
          </a:bodyPr>
          <a:lstStyle/>
          <a:p>
            <a:pPr algn="l"/>
            <a:r>
              <a:rPr sz="1600" b="1">
                <a:solidFill>
                  <a:srgbClr val="003B5C"/>
                </a:solidFill>
                <a:latin typeface="Calibri"/>
              </a:rPr>
              <a:t>Flexa</a:t>
            </a:r>
          </a:p>
        </p:txBody>
      </p:sp>
      <p:sp>
        <p:nvSpPr>
          <p:cNvPr id="31" name="Rounded Rectangle 30"/>
          <p:cNvSpPr/>
          <p:nvPr/>
        </p:nvSpPr>
        <p:spPr>
          <a:xfrm>
            <a:off x="6446520" y="1691640"/>
            <a:ext cx="1920240" cy="274320"/>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46520" y="1709928"/>
            <a:ext cx="1920240" cy="274320"/>
          </a:xfrm>
          <a:prstGeom prst="rect">
            <a:avLst/>
          </a:prstGeom>
          <a:noFill/>
        </p:spPr>
        <p:txBody>
          <a:bodyPr wrap="square" lIns="0" rIns="0" tIns="0" bIns="0">
            <a:spAutoFit/>
          </a:bodyPr>
          <a:lstStyle/>
          <a:p>
            <a:pPr algn="ctr"/>
            <a:r>
              <a:rPr sz="900" b="1">
                <a:solidFill>
                  <a:srgbClr val="FFFFFF"/>
                </a:solidFill>
                <a:latin typeface="Calibri"/>
              </a:rPr>
              <a:t>VERTICAL PROOF</a:t>
            </a:r>
          </a:p>
        </p:txBody>
      </p:sp>
      <p:sp>
        <p:nvSpPr>
          <p:cNvPr id="33" name="TextBox 32"/>
          <p:cNvSpPr txBox="1"/>
          <p:nvPr/>
        </p:nvSpPr>
        <p:spPr>
          <a:xfrm>
            <a:off x="6446520" y="2103120"/>
            <a:ext cx="2377440" cy="228600"/>
          </a:xfrm>
          <a:prstGeom prst="rect">
            <a:avLst/>
          </a:prstGeom>
          <a:noFill/>
        </p:spPr>
        <p:txBody>
          <a:bodyPr wrap="square" lIns="0" rIns="0" tIns="0" bIns="0">
            <a:spAutoFit/>
          </a:bodyPr>
          <a:lstStyle/>
          <a:p>
            <a:pPr algn="l"/>
            <a:r>
              <a:rPr sz="900" b="1">
                <a:solidFill>
                  <a:srgbClr val="9B9B9B"/>
                </a:solidFill>
                <a:latin typeface="Calibri"/>
              </a:rPr>
              <a:t>SCALE</a:t>
            </a:r>
          </a:p>
        </p:txBody>
      </p:sp>
      <p:sp>
        <p:nvSpPr>
          <p:cNvPr id="34" name="TextBox 33"/>
          <p:cNvSpPr txBox="1"/>
          <p:nvPr/>
        </p:nvSpPr>
        <p:spPr>
          <a:xfrm>
            <a:off x="6446520" y="2322576"/>
            <a:ext cx="2377440" cy="502920"/>
          </a:xfrm>
          <a:prstGeom prst="rect">
            <a:avLst/>
          </a:prstGeom>
          <a:noFill/>
        </p:spPr>
        <p:txBody>
          <a:bodyPr wrap="square" lIns="0" rIns="0" tIns="0" bIns="0">
            <a:spAutoFit/>
          </a:bodyPr>
          <a:lstStyle/>
          <a:p>
            <a:pPr algn="l"/>
            <a:r>
              <a:rPr sz="1000" b="0">
                <a:solidFill>
                  <a:srgbClr val="333333"/>
                </a:solidFill>
                <a:latin typeface="Calibri"/>
              </a:rPr>
              <a:t>$14.1M raised (7 yrs); AMP-token collateral model; US/Canada only</a:t>
            </a:r>
          </a:p>
        </p:txBody>
      </p:sp>
      <p:sp>
        <p:nvSpPr>
          <p:cNvPr id="35" name="TextBox 34"/>
          <p:cNvSpPr txBox="1"/>
          <p:nvPr/>
        </p:nvSpPr>
        <p:spPr>
          <a:xfrm>
            <a:off x="6446520" y="2852928"/>
            <a:ext cx="2377440" cy="228600"/>
          </a:xfrm>
          <a:prstGeom prst="rect">
            <a:avLst/>
          </a:prstGeom>
          <a:noFill/>
        </p:spPr>
        <p:txBody>
          <a:bodyPr wrap="square" lIns="0" rIns="0" tIns="0" bIns="0">
            <a:spAutoFit/>
          </a:bodyPr>
          <a:lstStyle/>
          <a:p>
            <a:pPr algn="l"/>
            <a:r>
              <a:rPr sz="900" b="1">
                <a:solidFill>
                  <a:srgbClr val="9B9B9B"/>
                </a:solidFill>
                <a:latin typeface="Calibri"/>
              </a:rPr>
              <a:t>DISTRIBUTION</a:t>
            </a:r>
          </a:p>
        </p:txBody>
      </p:sp>
      <p:sp>
        <p:nvSpPr>
          <p:cNvPr id="36" name="TextBox 35"/>
          <p:cNvSpPr txBox="1"/>
          <p:nvPr/>
        </p:nvSpPr>
        <p:spPr>
          <a:xfrm>
            <a:off x="6446520" y="3072384"/>
            <a:ext cx="2377440" cy="502920"/>
          </a:xfrm>
          <a:prstGeom prst="rect">
            <a:avLst/>
          </a:prstGeom>
          <a:noFill/>
        </p:spPr>
        <p:txBody>
          <a:bodyPr wrap="square" lIns="0" rIns="0" tIns="0" bIns="0">
            <a:spAutoFit/>
          </a:bodyPr>
          <a:lstStyle/>
          <a:p>
            <a:pPr algn="l"/>
            <a:r>
              <a:rPr sz="1000" b="0">
                <a:solidFill>
                  <a:srgbClr val="333333"/>
                </a:solidFill>
                <a:latin typeface="Calibri"/>
              </a:rPr>
              <a:t>Gemini, SPEDN apps; 98 cryptocurrencies supported</a:t>
            </a:r>
          </a:p>
        </p:txBody>
      </p:sp>
      <p:sp>
        <p:nvSpPr>
          <p:cNvPr id="37" name="TextBox 36"/>
          <p:cNvSpPr txBox="1"/>
          <p:nvPr/>
        </p:nvSpPr>
        <p:spPr>
          <a:xfrm>
            <a:off x="6446520" y="3602736"/>
            <a:ext cx="2377440" cy="228600"/>
          </a:xfrm>
          <a:prstGeom prst="rect">
            <a:avLst/>
          </a:prstGeom>
          <a:noFill/>
        </p:spPr>
        <p:txBody>
          <a:bodyPr wrap="square" lIns="0" rIns="0" tIns="0" bIns="0">
            <a:spAutoFit/>
          </a:bodyPr>
          <a:lstStyle/>
          <a:p>
            <a:pPr algn="l"/>
            <a:r>
              <a:rPr sz="900" b="1">
                <a:solidFill>
                  <a:srgbClr val="9B9B9B"/>
                </a:solidFill>
                <a:latin typeface="Calibri"/>
              </a:rPr>
              <a:t>MERCHANT PROOF</a:t>
            </a:r>
          </a:p>
        </p:txBody>
      </p:sp>
      <p:sp>
        <p:nvSpPr>
          <p:cNvPr id="38" name="TextBox 37"/>
          <p:cNvSpPr txBox="1"/>
          <p:nvPr/>
        </p:nvSpPr>
        <p:spPr>
          <a:xfrm>
            <a:off x="6446520" y="3822192"/>
            <a:ext cx="2377440" cy="502920"/>
          </a:xfrm>
          <a:prstGeom prst="rect">
            <a:avLst/>
          </a:prstGeom>
          <a:noFill/>
        </p:spPr>
        <p:txBody>
          <a:bodyPr wrap="square" lIns="0" rIns="0" tIns="0" bIns="0">
            <a:spAutoFit/>
          </a:bodyPr>
          <a:lstStyle/>
          <a:p>
            <a:pPr algn="l"/>
            <a:r>
              <a:rPr sz="1000" b="0">
                <a:solidFill>
                  <a:srgbClr val="333333"/>
                </a:solidFill>
                <a:latin typeface="Calibri"/>
              </a:rPr>
              <a:t>Chipotle (2,975+ US restaurants, 2022); Regal Cinemas, GameStop, Whole Foods historic</a:t>
            </a:r>
          </a:p>
        </p:txBody>
      </p:sp>
      <p:sp>
        <p:nvSpPr>
          <p:cNvPr id="39" name="TextBox 38"/>
          <p:cNvSpPr txBox="1"/>
          <p:nvPr/>
        </p:nvSpPr>
        <p:spPr>
          <a:xfrm>
            <a:off x="6446520" y="4352544"/>
            <a:ext cx="2377440" cy="228600"/>
          </a:xfrm>
          <a:prstGeom prst="rect">
            <a:avLst/>
          </a:prstGeom>
          <a:noFill/>
        </p:spPr>
        <p:txBody>
          <a:bodyPr wrap="square" lIns="0" rIns="0" tIns="0" bIns="0">
            <a:spAutoFit/>
          </a:bodyPr>
          <a:lstStyle/>
          <a:p>
            <a:pPr algn="l"/>
            <a:r>
              <a:rPr sz="900" b="1">
                <a:solidFill>
                  <a:srgbClr val="9B9B9B"/>
                </a:solidFill>
                <a:latin typeface="Calibri"/>
              </a:rPr>
              <a:t>FISERV FIT</a:t>
            </a:r>
          </a:p>
        </p:txBody>
      </p:sp>
      <p:sp>
        <p:nvSpPr>
          <p:cNvPr id="40" name="TextBox 39"/>
          <p:cNvSpPr txBox="1"/>
          <p:nvPr/>
        </p:nvSpPr>
        <p:spPr>
          <a:xfrm>
            <a:off x="6446520" y="4572000"/>
            <a:ext cx="2377440" cy="502920"/>
          </a:xfrm>
          <a:prstGeom prst="rect">
            <a:avLst/>
          </a:prstGeom>
          <a:noFill/>
        </p:spPr>
        <p:txBody>
          <a:bodyPr wrap="square" lIns="0" rIns="0" tIns="0" bIns="0">
            <a:spAutoFit/>
          </a:bodyPr>
          <a:lstStyle/>
          <a:p>
            <a:pPr algn="l"/>
            <a:r>
              <a:rPr sz="1000" b="0">
                <a:solidFill>
                  <a:srgbClr val="333333"/>
                </a:solidFill>
                <a:latin typeface="Calibri"/>
              </a:rPr>
              <a:t>Not a primary partner — evidence that QSR vertical will accept if rails exist</a:t>
            </a:r>
          </a:p>
        </p:txBody>
      </p:sp>
      <p:sp>
        <p:nvSpPr>
          <p:cNvPr id="41" name="Rounded Rectangle 40"/>
          <p:cNvSpPr/>
          <p:nvPr/>
        </p:nvSpPr>
        <p:spPr>
          <a:xfrm>
            <a:off x="9144000" y="1143000"/>
            <a:ext cx="2743200" cy="466344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326880" y="1280160"/>
            <a:ext cx="2377440" cy="365760"/>
          </a:xfrm>
          <a:prstGeom prst="rect">
            <a:avLst/>
          </a:prstGeom>
          <a:noFill/>
        </p:spPr>
        <p:txBody>
          <a:bodyPr wrap="square" lIns="0" rIns="0" tIns="0" bIns="0">
            <a:spAutoFit/>
          </a:bodyPr>
          <a:lstStyle/>
          <a:p>
            <a:pPr algn="l"/>
            <a:r>
              <a:rPr sz="1600" b="1">
                <a:solidFill>
                  <a:srgbClr val="003B5C"/>
                </a:solidFill>
                <a:latin typeface="Calibri"/>
              </a:rPr>
              <a:t>BVNK</a:t>
            </a:r>
          </a:p>
        </p:txBody>
      </p:sp>
      <p:sp>
        <p:nvSpPr>
          <p:cNvPr id="43" name="Rounded Rectangle 42"/>
          <p:cNvSpPr/>
          <p:nvPr/>
        </p:nvSpPr>
        <p:spPr>
          <a:xfrm>
            <a:off x="9326880" y="1691640"/>
            <a:ext cx="1920240" cy="274320"/>
          </a:xfrm>
          <a:prstGeom prst="round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326880" y="1709928"/>
            <a:ext cx="1920240" cy="274320"/>
          </a:xfrm>
          <a:prstGeom prst="rect">
            <a:avLst/>
          </a:prstGeom>
          <a:noFill/>
        </p:spPr>
        <p:txBody>
          <a:bodyPr wrap="square" lIns="0" rIns="0" tIns="0" bIns="0">
            <a:spAutoFit/>
          </a:bodyPr>
          <a:lstStyle/>
          <a:p>
            <a:pPr algn="ctr"/>
            <a:r>
              <a:rPr sz="900" b="1">
                <a:solidFill>
                  <a:srgbClr val="FFFFFF"/>
                </a:solidFill>
                <a:latin typeface="Calibri"/>
              </a:rPr>
              <a:t>COMPETITOR SIGNAL</a:t>
            </a:r>
          </a:p>
        </p:txBody>
      </p:sp>
      <p:sp>
        <p:nvSpPr>
          <p:cNvPr id="45" name="TextBox 44"/>
          <p:cNvSpPr txBox="1"/>
          <p:nvPr/>
        </p:nvSpPr>
        <p:spPr>
          <a:xfrm>
            <a:off x="9326880" y="2103120"/>
            <a:ext cx="2377440" cy="228600"/>
          </a:xfrm>
          <a:prstGeom prst="rect">
            <a:avLst/>
          </a:prstGeom>
          <a:noFill/>
        </p:spPr>
        <p:txBody>
          <a:bodyPr wrap="square" lIns="0" rIns="0" tIns="0" bIns="0">
            <a:spAutoFit/>
          </a:bodyPr>
          <a:lstStyle/>
          <a:p>
            <a:pPr algn="l"/>
            <a:r>
              <a:rPr sz="900" b="1">
                <a:solidFill>
                  <a:srgbClr val="9B9B9B"/>
                </a:solidFill>
                <a:latin typeface="Calibri"/>
              </a:rPr>
              <a:t>SCALE</a:t>
            </a:r>
          </a:p>
        </p:txBody>
      </p:sp>
      <p:sp>
        <p:nvSpPr>
          <p:cNvPr id="46" name="TextBox 45"/>
          <p:cNvSpPr txBox="1"/>
          <p:nvPr/>
        </p:nvSpPr>
        <p:spPr>
          <a:xfrm>
            <a:off x="9326880" y="2322576"/>
            <a:ext cx="2377440" cy="502920"/>
          </a:xfrm>
          <a:prstGeom prst="rect">
            <a:avLst/>
          </a:prstGeom>
          <a:noFill/>
        </p:spPr>
        <p:txBody>
          <a:bodyPr wrap="square" lIns="0" rIns="0" tIns="0" bIns="0">
            <a:spAutoFit/>
          </a:bodyPr>
          <a:lstStyle/>
          <a:p>
            <a:pPr algn="l"/>
            <a:r>
              <a:rPr sz="1000" b="0">
                <a:solidFill>
                  <a:srgbClr val="333333"/>
                </a:solidFill>
                <a:latin typeface="Calibri"/>
              </a:rPr>
              <a:t>Embedded wallet infrastructure; 180+ markets; stablecoin payouts</a:t>
            </a:r>
          </a:p>
        </p:txBody>
      </p:sp>
      <p:sp>
        <p:nvSpPr>
          <p:cNvPr id="47" name="TextBox 46"/>
          <p:cNvSpPr txBox="1"/>
          <p:nvPr/>
        </p:nvSpPr>
        <p:spPr>
          <a:xfrm>
            <a:off x="9326880" y="2852928"/>
            <a:ext cx="2377440" cy="228600"/>
          </a:xfrm>
          <a:prstGeom prst="rect">
            <a:avLst/>
          </a:prstGeom>
          <a:noFill/>
        </p:spPr>
        <p:txBody>
          <a:bodyPr wrap="square" lIns="0" rIns="0" tIns="0" bIns="0">
            <a:spAutoFit/>
          </a:bodyPr>
          <a:lstStyle/>
          <a:p>
            <a:pPr algn="l"/>
            <a:r>
              <a:rPr sz="900" b="1">
                <a:solidFill>
                  <a:srgbClr val="9B9B9B"/>
                </a:solidFill>
                <a:latin typeface="Calibri"/>
              </a:rPr>
              <a:t>DISTRIBUTION</a:t>
            </a:r>
          </a:p>
        </p:txBody>
      </p:sp>
      <p:sp>
        <p:nvSpPr>
          <p:cNvPr id="48" name="TextBox 47"/>
          <p:cNvSpPr txBox="1"/>
          <p:nvPr/>
        </p:nvSpPr>
        <p:spPr>
          <a:xfrm>
            <a:off x="9326880" y="3072384"/>
            <a:ext cx="2377440" cy="502920"/>
          </a:xfrm>
          <a:prstGeom prst="rect">
            <a:avLst/>
          </a:prstGeom>
          <a:noFill/>
        </p:spPr>
        <p:txBody>
          <a:bodyPr wrap="square" lIns="0" rIns="0" tIns="0" bIns="0">
            <a:spAutoFit/>
          </a:bodyPr>
          <a:lstStyle/>
          <a:p>
            <a:pPr algn="l"/>
            <a:r>
              <a:rPr sz="1000" b="0">
                <a:solidFill>
                  <a:srgbClr val="333333"/>
                </a:solidFill>
                <a:latin typeface="Calibri"/>
              </a:rPr>
              <a:t>Worldpay partnership (May 2025) — complements Worldpay's 135 fiat currencies</a:t>
            </a:r>
          </a:p>
        </p:txBody>
      </p:sp>
      <p:sp>
        <p:nvSpPr>
          <p:cNvPr id="49" name="TextBox 48"/>
          <p:cNvSpPr txBox="1"/>
          <p:nvPr/>
        </p:nvSpPr>
        <p:spPr>
          <a:xfrm>
            <a:off x="9326880" y="3602736"/>
            <a:ext cx="2377440" cy="228600"/>
          </a:xfrm>
          <a:prstGeom prst="rect">
            <a:avLst/>
          </a:prstGeom>
          <a:noFill/>
        </p:spPr>
        <p:txBody>
          <a:bodyPr wrap="square" lIns="0" rIns="0" tIns="0" bIns="0">
            <a:spAutoFit/>
          </a:bodyPr>
          <a:lstStyle/>
          <a:p>
            <a:pPr algn="l"/>
            <a:r>
              <a:rPr sz="900" b="1">
                <a:solidFill>
                  <a:srgbClr val="9B9B9B"/>
                </a:solidFill>
                <a:latin typeface="Calibri"/>
              </a:rPr>
              <a:t>MERCHANT PROOF</a:t>
            </a:r>
          </a:p>
        </p:txBody>
      </p:sp>
      <p:sp>
        <p:nvSpPr>
          <p:cNvPr id="50" name="TextBox 49"/>
          <p:cNvSpPr txBox="1"/>
          <p:nvPr/>
        </p:nvSpPr>
        <p:spPr>
          <a:xfrm>
            <a:off x="9326880" y="3822192"/>
            <a:ext cx="2377440" cy="502920"/>
          </a:xfrm>
          <a:prstGeom prst="rect">
            <a:avLst/>
          </a:prstGeom>
          <a:noFill/>
        </p:spPr>
        <p:txBody>
          <a:bodyPr wrap="square" lIns="0" rIns="0" tIns="0" bIns="0">
            <a:spAutoFit/>
          </a:bodyPr>
          <a:lstStyle/>
          <a:p>
            <a:pPr algn="l"/>
            <a:r>
              <a:rPr sz="1000" b="0">
                <a:solidFill>
                  <a:srgbClr val="333333"/>
                </a:solidFill>
                <a:latin typeface="Calibri"/>
              </a:rPr>
              <a:t>Worldpay's 2.3T annual payments now have a stablecoin payout path</a:t>
            </a:r>
          </a:p>
        </p:txBody>
      </p:sp>
      <p:sp>
        <p:nvSpPr>
          <p:cNvPr id="51" name="TextBox 50"/>
          <p:cNvSpPr txBox="1"/>
          <p:nvPr/>
        </p:nvSpPr>
        <p:spPr>
          <a:xfrm>
            <a:off x="9326880" y="4352544"/>
            <a:ext cx="2377440" cy="228600"/>
          </a:xfrm>
          <a:prstGeom prst="rect">
            <a:avLst/>
          </a:prstGeom>
          <a:noFill/>
        </p:spPr>
        <p:txBody>
          <a:bodyPr wrap="square" lIns="0" rIns="0" tIns="0" bIns="0">
            <a:spAutoFit/>
          </a:bodyPr>
          <a:lstStyle/>
          <a:p>
            <a:pPr algn="l"/>
            <a:r>
              <a:rPr sz="900" b="1">
                <a:solidFill>
                  <a:srgbClr val="9B9B9B"/>
                </a:solidFill>
                <a:latin typeface="Calibri"/>
              </a:rPr>
              <a:t>FISERV FIT</a:t>
            </a:r>
          </a:p>
        </p:txBody>
      </p:sp>
      <p:sp>
        <p:nvSpPr>
          <p:cNvPr id="52" name="TextBox 51"/>
          <p:cNvSpPr txBox="1"/>
          <p:nvPr/>
        </p:nvSpPr>
        <p:spPr>
          <a:xfrm>
            <a:off x="9326880" y="4572000"/>
            <a:ext cx="2377440" cy="502920"/>
          </a:xfrm>
          <a:prstGeom prst="rect">
            <a:avLst/>
          </a:prstGeom>
          <a:noFill/>
        </p:spPr>
        <p:txBody>
          <a:bodyPr wrap="square" lIns="0" rIns="0" tIns="0" bIns="0">
            <a:spAutoFit/>
          </a:bodyPr>
          <a:lstStyle/>
          <a:p>
            <a:pPr algn="l"/>
            <a:r>
              <a:rPr sz="1000" b="0">
                <a:solidFill>
                  <a:srgbClr val="333333"/>
                </a:solidFill>
                <a:latin typeface="Calibri"/>
              </a:rPr>
              <a:t>Not a Fiserv partner — example of what competitors are shipping today</a:t>
            </a:r>
          </a:p>
        </p:txBody>
      </p:sp>
      <p:sp>
        <p:nvSpPr>
          <p:cNvPr id="53" name="Rectangle 52"/>
          <p:cNvSpPr/>
          <p:nvPr/>
        </p:nvSpPr>
        <p:spPr>
          <a:xfrm>
            <a:off x="502920" y="5943600"/>
            <a:ext cx="11201400" cy="777240"/>
          </a:xfrm>
          <a:prstGeom prst="rect">
            <a:avLst/>
          </a:prstGeom>
          <a:solidFill>
            <a:srgbClr val="00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85800" y="6016752"/>
            <a:ext cx="10972800" cy="685800"/>
          </a:xfrm>
          <a:prstGeom prst="rect">
            <a:avLst/>
          </a:prstGeom>
          <a:noFill/>
        </p:spPr>
        <p:txBody>
          <a:bodyPr wrap="square" lIns="0" rIns="0" tIns="0" bIns="0">
            <a:spAutoFit/>
          </a:bodyPr>
          <a:lstStyle/>
          <a:p>
            <a:pPr algn="l"/>
            <a:r>
              <a:rPr sz="1200" b="1">
                <a:solidFill>
                  <a:srgbClr val="FF6600"/>
                </a:solidFill>
                <a:latin typeface="Calibri"/>
              </a:rPr>
              <a:t>Reading the table:</a:t>
            </a:r>
          </a:p>
          <a:p>
            <a:pPr algn="l"/>
            <a:r>
              <a:rPr sz="1100" b="0">
                <a:solidFill>
                  <a:srgbClr val="FFFFFF"/>
                </a:solidFill>
                <a:latin typeface="Calibri"/>
              </a:rPr>
              <a:t>Coinbase has the largest installed merchant distribution via Stripe &amp; Shopify and is already a Fiserv customer → start there. Mesh adds CEX reach as volume justifies it. Flexa/BVNK are reference points, not recommended partners.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640080"/>
          </a:xfrm>
          <a:prstGeom prst="rect">
            <a:avLst/>
          </a:prstGeom>
          <a:noFill/>
        </p:spPr>
        <p:txBody>
          <a:bodyPr wrap="square">
            <a:spAutoFit/>
          </a:bodyPr>
          <a:lstStyle/>
          <a:p>
            <a:pPr algn="l">
              <a:defRPr sz="3600" b="1">
                <a:solidFill>
                  <a:srgbClr val="003B5C"/>
                </a:solidFill>
                <a:latin typeface="Calibri"/>
              </a:defRPr>
            </a:pPr>
            <a:r>
              <a:rPr dirty="0">
                <a:solidFill>
                  <a:srgbClr val="002060"/>
                </a:solidFill>
              </a:rPr>
              <a:t>Security &amp; Compliance Comparison</a:t>
            </a:r>
          </a:p>
        </p:txBody>
      </p:sp>
      <p:graphicFrame>
        <p:nvGraphicFramePr>
          <p:cNvPr id="4" name="Table 3"/>
          <p:cNvGraphicFramePr>
            <a:graphicFrameLocks noGrp="1"/>
          </p:cNvGraphicFramePr>
          <p:nvPr>
            <p:extLst>
              <p:ext uri="{D42A27DB-BD31-4B8C-83A1-F6EECF244321}">
                <p14:modId xmlns:p14="http://schemas.microsoft.com/office/powerpoint/2010/main" val="1635479587"/>
              </p:ext>
            </p:extLst>
          </p:nvPr>
        </p:nvGraphicFramePr>
        <p:xfrm>
          <a:off x="457200" y="1188720"/>
          <a:ext cx="11155680" cy="438912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tblGrid>
              <a:tr h="487680">
                <a:tc>
                  <a:txBody>
                    <a:bodyPr/>
                    <a:lstStyle/>
                    <a:p>
                      <a:pPr>
                        <a:defRPr sz="1000" b="1">
                          <a:solidFill>
                            <a:srgbClr val="FFFFFF"/>
                          </a:solidFill>
                          <a:latin typeface="Calibri"/>
                        </a:defRPr>
                      </a:pPr>
                      <a:r>
                        <a:rPr dirty="0"/>
                        <a:t>Dimension</a:t>
                      </a:r>
                    </a:p>
                  </a:txBody>
                  <a:tcPr anchor="ctr">
                    <a:solidFill>
                      <a:srgbClr val="002060"/>
                    </a:solidFill>
                  </a:tcPr>
                </a:tc>
                <a:tc>
                  <a:txBody>
                    <a:bodyPr/>
                    <a:lstStyle/>
                    <a:p>
                      <a:pPr>
                        <a:defRPr sz="1000" b="1">
                          <a:solidFill>
                            <a:srgbClr val="FFFFFF"/>
                          </a:solidFill>
                          <a:latin typeface="Calibri"/>
                        </a:defRPr>
                      </a:pPr>
                      <a:r>
                        <a:rPr dirty="0"/>
                        <a:t>Coinbase</a:t>
                      </a:r>
                    </a:p>
                  </a:txBody>
                  <a:tcPr anchor="ctr">
                    <a:solidFill>
                      <a:srgbClr val="002060"/>
                    </a:solidFill>
                  </a:tcPr>
                </a:tc>
                <a:tc>
                  <a:txBody>
                    <a:bodyPr/>
                    <a:lstStyle/>
                    <a:p>
                      <a:pPr>
                        <a:defRPr sz="1000" b="1">
                          <a:solidFill>
                            <a:srgbClr val="FFFFFF"/>
                          </a:solidFill>
                          <a:latin typeface="Calibri"/>
                        </a:defRPr>
                      </a:pPr>
                      <a:r>
                        <a:rPr dirty="0"/>
                        <a:t>Mesh</a:t>
                      </a:r>
                    </a:p>
                  </a:txBody>
                  <a:tcPr anchor="ctr">
                    <a:solidFill>
                      <a:srgbClr val="002060"/>
                    </a:solidFill>
                  </a:tcPr>
                </a:tc>
                <a:tc>
                  <a:txBody>
                    <a:bodyPr/>
                    <a:lstStyle/>
                    <a:p>
                      <a:pPr>
                        <a:defRPr sz="1000" b="1">
                          <a:solidFill>
                            <a:srgbClr val="FFFFFF"/>
                          </a:solidFill>
                          <a:latin typeface="Calibri"/>
                        </a:defRPr>
                      </a:pPr>
                      <a:r>
                        <a:rPr dirty="0" err="1"/>
                        <a:t>Flexa</a:t>
                      </a:r>
                      <a:endParaRPr dirty="0"/>
                    </a:p>
                  </a:txBody>
                  <a:tcPr anchor="ctr">
                    <a:solidFill>
                      <a:srgbClr val="002060"/>
                    </a:solidFill>
                  </a:tcPr>
                </a:tc>
                <a:tc>
                  <a:txBody>
                    <a:bodyPr/>
                    <a:lstStyle/>
                    <a:p>
                      <a:pPr>
                        <a:defRPr sz="1000" b="1">
                          <a:solidFill>
                            <a:srgbClr val="FFFFFF"/>
                          </a:solidFill>
                          <a:latin typeface="Calibri"/>
                        </a:defRPr>
                      </a:pPr>
                      <a:r>
                        <a:rPr dirty="0"/>
                        <a:t>Heron</a:t>
                      </a:r>
                    </a:p>
                  </a:txBody>
                  <a:tcPr anchor="ctr">
                    <a:solidFill>
                      <a:srgbClr val="002060"/>
                    </a:solidFill>
                  </a:tcPr>
                </a:tc>
                <a:extLst>
                  <a:ext uri="{0D108BD9-81ED-4DB2-BD59-A6C34878D82A}">
                    <a16:rowId xmlns:a16="http://schemas.microsoft.com/office/drawing/2014/main" val="10000"/>
                  </a:ext>
                </a:extLst>
              </a:tr>
              <a:tr h="487680">
                <a:tc>
                  <a:txBody>
                    <a:bodyPr/>
                    <a:lstStyle/>
                    <a:p>
                      <a:pPr>
                        <a:defRPr sz="1000">
                          <a:solidFill>
                            <a:srgbClr val="333333"/>
                          </a:solidFill>
                          <a:latin typeface="Calibri"/>
                        </a:defRPr>
                      </a:pPr>
                      <a:r>
                        <a:t>SOC 2 Type II</a:t>
                      </a:r>
                    </a:p>
                  </a:txBody>
                  <a:tcPr anchor="ctr">
                    <a:solidFill>
                      <a:srgbClr val="FFFFFF"/>
                    </a:solidFill>
                  </a:tcPr>
                </a:tc>
                <a:tc>
                  <a:txBody>
                    <a:bodyPr/>
                    <a:lstStyle/>
                    <a:p>
                      <a:pPr>
                        <a:defRPr sz="1000">
                          <a:solidFill>
                            <a:srgbClr val="333333"/>
                          </a:solidFill>
                          <a:latin typeface="Calibri"/>
                        </a:defRPr>
                      </a:pPr>
                      <a:r>
                        <a:t>Yes (Deloitte)</a:t>
                      </a:r>
                    </a:p>
                  </a:txBody>
                  <a:tcPr anchor="ctr">
                    <a:solidFill>
                      <a:srgbClr val="FFFFFF"/>
                    </a:solidFill>
                  </a:tcPr>
                </a:tc>
                <a:tc>
                  <a:txBody>
                    <a:bodyPr/>
                    <a:lstStyle/>
                    <a:p>
                      <a:pPr>
                        <a:defRPr sz="1000">
                          <a:solidFill>
                            <a:srgbClr val="333333"/>
                          </a:solidFill>
                          <a:latin typeface="Calibri"/>
                        </a:defRPr>
                      </a:pPr>
                      <a:r>
                        <a:t>Yes</a:t>
                      </a:r>
                    </a:p>
                  </a:txBody>
                  <a:tcPr anchor="ctr">
                    <a:solidFill>
                      <a:srgbClr val="FFFFFF"/>
                    </a:solidFill>
                  </a:tcPr>
                </a:tc>
                <a:tc>
                  <a:txBody>
                    <a:bodyPr/>
                    <a:lstStyle/>
                    <a:p>
                      <a:pPr>
                        <a:defRPr sz="1000">
                          <a:solidFill>
                            <a:srgbClr val="333333"/>
                          </a:solidFill>
                          <a:latin typeface="Calibri"/>
                        </a:defRPr>
                      </a:pPr>
                      <a:r>
                        <a:t>No</a:t>
                      </a:r>
                    </a:p>
                  </a:txBody>
                  <a:tcPr anchor="ctr">
                    <a:solidFill>
                      <a:srgbClr val="FFFFFF"/>
                    </a:solidFill>
                  </a:tcPr>
                </a:tc>
                <a:tc>
                  <a:txBody>
                    <a:bodyPr/>
                    <a:lstStyle/>
                    <a:p>
                      <a:pPr>
                        <a:defRPr sz="1000">
                          <a:solidFill>
                            <a:srgbClr val="333333"/>
                          </a:solidFill>
                          <a:latin typeface="Calibri"/>
                        </a:defRPr>
                      </a:pPr>
                      <a:r>
                        <a:t>No</a:t>
                      </a:r>
                    </a:p>
                  </a:txBody>
                  <a:tcPr anchor="ctr">
                    <a:solidFill>
                      <a:srgbClr val="FFFFFF"/>
                    </a:solidFill>
                  </a:tcPr>
                </a:tc>
                <a:extLst>
                  <a:ext uri="{0D108BD9-81ED-4DB2-BD59-A6C34878D82A}">
                    <a16:rowId xmlns:a16="http://schemas.microsoft.com/office/drawing/2014/main" val="10001"/>
                  </a:ext>
                </a:extLst>
              </a:tr>
              <a:tr h="487680">
                <a:tc>
                  <a:txBody>
                    <a:bodyPr/>
                    <a:lstStyle/>
                    <a:p>
                      <a:pPr>
                        <a:defRPr sz="1000">
                          <a:solidFill>
                            <a:srgbClr val="333333"/>
                          </a:solidFill>
                          <a:latin typeface="Calibri"/>
                        </a:defRPr>
                      </a:pPr>
                      <a:r>
                        <a:t>SOC 1 Type II</a:t>
                      </a:r>
                    </a:p>
                  </a:txBody>
                  <a:tcPr anchor="ctr">
                    <a:solidFill>
                      <a:srgbClr val="F2F2F2"/>
                    </a:solidFill>
                  </a:tcPr>
                </a:tc>
                <a:tc>
                  <a:txBody>
                    <a:bodyPr/>
                    <a:lstStyle/>
                    <a:p>
                      <a:pPr>
                        <a:defRPr sz="1000">
                          <a:solidFill>
                            <a:srgbClr val="333333"/>
                          </a:solidFill>
                          <a:latin typeface="Calibri"/>
                        </a:defRPr>
                      </a:pPr>
                      <a:r>
                        <a:t>Yes (Deloitte)</a:t>
                      </a:r>
                    </a:p>
                  </a:txBody>
                  <a:tcPr anchor="ctr">
                    <a:solidFill>
                      <a:srgbClr val="F2F2F2"/>
                    </a:solidFill>
                  </a:tcPr>
                </a:tc>
                <a:tc>
                  <a:txBody>
                    <a:bodyPr/>
                    <a:lstStyle/>
                    <a:p>
                      <a:pPr>
                        <a:defRPr sz="1000">
                          <a:solidFill>
                            <a:srgbClr val="333333"/>
                          </a:solidFill>
                          <a:latin typeface="Calibri"/>
                        </a:defRPr>
                      </a:pPr>
                      <a:r>
                        <a:t>No</a:t>
                      </a:r>
                    </a:p>
                  </a:txBody>
                  <a:tcPr anchor="ctr">
                    <a:solidFill>
                      <a:srgbClr val="F2F2F2"/>
                    </a:solidFill>
                  </a:tcPr>
                </a:tc>
                <a:tc>
                  <a:txBody>
                    <a:bodyPr/>
                    <a:lstStyle/>
                    <a:p>
                      <a:pPr>
                        <a:defRPr sz="1000">
                          <a:solidFill>
                            <a:srgbClr val="333333"/>
                          </a:solidFill>
                          <a:latin typeface="Calibri"/>
                        </a:defRPr>
                      </a:pPr>
                      <a:r>
                        <a:t>No</a:t>
                      </a:r>
                    </a:p>
                  </a:txBody>
                  <a:tcPr anchor="ctr">
                    <a:solidFill>
                      <a:srgbClr val="F2F2F2"/>
                    </a:solidFill>
                  </a:tcPr>
                </a:tc>
                <a:tc>
                  <a:txBody>
                    <a:bodyPr/>
                    <a:lstStyle/>
                    <a:p>
                      <a:pPr>
                        <a:defRPr sz="1000">
                          <a:solidFill>
                            <a:srgbClr val="333333"/>
                          </a:solidFill>
                          <a:latin typeface="Calibri"/>
                        </a:defRPr>
                      </a:pPr>
                      <a:r>
                        <a:t>No</a:t>
                      </a:r>
                    </a:p>
                  </a:txBody>
                  <a:tcPr anchor="ctr">
                    <a:solidFill>
                      <a:srgbClr val="F2F2F2"/>
                    </a:solidFill>
                  </a:tcPr>
                </a:tc>
                <a:extLst>
                  <a:ext uri="{0D108BD9-81ED-4DB2-BD59-A6C34878D82A}">
                    <a16:rowId xmlns:a16="http://schemas.microsoft.com/office/drawing/2014/main" val="10002"/>
                  </a:ext>
                </a:extLst>
              </a:tr>
              <a:tr h="487680">
                <a:tc>
                  <a:txBody>
                    <a:bodyPr/>
                    <a:lstStyle/>
                    <a:p>
                      <a:pPr>
                        <a:defRPr sz="1000">
                          <a:solidFill>
                            <a:srgbClr val="333333"/>
                          </a:solidFill>
                          <a:latin typeface="Calibri"/>
                        </a:defRPr>
                      </a:pPr>
                      <a:r>
                        <a:t>Insurance</a:t>
                      </a:r>
                    </a:p>
                  </a:txBody>
                  <a:tcPr anchor="ctr">
                    <a:solidFill>
                      <a:srgbClr val="FFFFFF"/>
                    </a:solidFill>
                  </a:tcPr>
                </a:tc>
                <a:tc>
                  <a:txBody>
                    <a:bodyPr/>
                    <a:lstStyle/>
                    <a:p>
                      <a:pPr>
                        <a:defRPr sz="1000">
                          <a:solidFill>
                            <a:srgbClr val="333333"/>
                          </a:solidFill>
                          <a:latin typeface="Calibri"/>
                        </a:defRPr>
                      </a:pPr>
                      <a:r>
                        <a:t>$320M Lloyd's</a:t>
                      </a:r>
                    </a:p>
                  </a:txBody>
                  <a:tcPr anchor="ctr">
                    <a:solidFill>
                      <a:srgbClr val="FFFFFF"/>
                    </a:solidFill>
                  </a:tcPr>
                </a:tc>
                <a:tc>
                  <a:txBody>
                    <a:bodyPr/>
                    <a:lstStyle/>
                    <a:p>
                      <a:pPr>
                        <a:defRPr sz="1000">
                          <a:solidFill>
                            <a:srgbClr val="333333"/>
                          </a:solidFill>
                          <a:latin typeface="Calibri"/>
                        </a:defRPr>
                      </a:pPr>
                      <a:r>
                        <a:t>None</a:t>
                      </a:r>
                    </a:p>
                  </a:txBody>
                  <a:tcPr anchor="ctr">
                    <a:solidFill>
                      <a:srgbClr val="FFFFFF"/>
                    </a:solidFill>
                  </a:tcPr>
                </a:tc>
                <a:tc>
                  <a:txBody>
                    <a:bodyPr/>
                    <a:lstStyle/>
                    <a:p>
                      <a:pPr>
                        <a:defRPr sz="1000">
                          <a:solidFill>
                            <a:srgbClr val="333333"/>
                          </a:solidFill>
                          <a:latin typeface="Calibri"/>
                        </a:defRPr>
                      </a:pPr>
                      <a:r>
                        <a:t>AMP collateral</a:t>
                      </a:r>
                    </a:p>
                  </a:txBody>
                  <a:tcPr anchor="ctr">
                    <a:solidFill>
                      <a:srgbClr val="FFFFFF"/>
                    </a:solidFill>
                  </a:tcPr>
                </a:tc>
                <a:tc>
                  <a:txBody>
                    <a:bodyPr/>
                    <a:lstStyle/>
                    <a:p>
                      <a:pPr>
                        <a:defRPr sz="1000">
                          <a:solidFill>
                            <a:srgbClr val="333333"/>
                          </a:solidFill>
                          <a:latin typeface="Calibri"/>
                        </a:defRPr>
                      </a:pPr>
                      <a:r>
                        <a:t>None</a:t>
                      </a:r>
                    </a:p>
                  </a:txBody>
                  <a:tcPr anchor="ctr">
                    <a:solidFill>
                      <a:srgbClr val="FFFFFF"/>
                    </a:solidFill>
                  </a:tcPr>
                </a:tc>
                <a:extLst>
                  <a:ext uri="{0D108BD9-81ED-4DB2-BD59-A6C34878D82A}">
                    <a16:rowId xmlns:a16="http://schemas.microsoft.com/office/drawing/2014/main" val="10003"/>
                  </a:ext>
                </a:extLst>
              </a:tr>
              <a:tr h="487680">
                <a:tc>
                  <a:txBody>
                    <a:bodyPr/>
                    <a:lstStyle/>
                    <a:p>
                      <a:pPr>
                        <a:defRPr sz="1000">
                          <a:solidFill>
                            <a:srgbClr val="333333"/>
                          </a:solidFill>
                          <a:latin typeface="Calibri"/>
                        </a:defRPr>
                      </a:pPr>
                      <a:r>
                        <a:t>Assets Custody</a:t>
                      </a:r>
                    </a:p>
                  </a:txBody>
                  <a:tcPr anchor="ctr">
                    <a:solidFill>
                      <a:srgbClr val="F2F2F2"/>
                    </a:solidFill>
                  </a:tcPr>
                </a:tc>
                <a:tc>
                  <a:txBody>
                    <a:bodyPr/>
                    <a:lstStyle/>
                    <a:p>
                      <a:pPr>
                        <a:defRPr sz="1000">
                          <a:solidFill>
                            <a:srgbClr val="333333"/>
                          </a:solidFill>
                          <a:latin typeface="Calibri"/>
                        </a:defRPr>
                      </a:pPr>
                      <a:r>
                        <a:t>$370B+</a:t>
                      </a:r>
                    </a:p>
                  </a:txBody>
                  <a:tcPr anchor="ctr">
                    <a:solidFill>
                      <a:srgbClr val="F2F2F2"/>
                    </a:solidFill>
                  </a:tcPr>
                </a:tc>
                <a:tc>
                  <a:txBody>
                    <a:bodyPr/>
                    <a:lstStyle/>
                    <a:p>
                      <a:pPr>
                        <a:defRPr sz="1000">
                          <a:solidFill>
                            <a:srgbClr val="333333"/>
                          </a:solidFill>
                          <a:latin typeface="Calibri"/>
                        </a:defRPr>
                      </a:pPr>
                      <a:r>
                        <a:t>$0 (non-custodial)</a:t>
                      </a:r>
                    </a:p>
                  </a:txBody>
                  <a:tcPr anchor="ctr">
                    <a:solidFill>
                      <a:srgbClr val="F2F2F2"/>
                    </a:solidFill>
                  </a:tcPr>
                </a:tc>
                <a:tc>
                  <a:txBody>
                    <a:bodyPr/>
                    <a:lstStyle/>
                    <a:p>
                      <a:pPr>
                        <a:defRPr sz="1000">
                          <a:solidFill>
                            <a:srgbClr val="333333"/>
                          </a:solidFill>
                          <a:latin typeface="Calibri"/>
                        </a:defRPr>
                      </a:pPr>
                      <a:r>
                        <a:t>N/A</a:t>
                      </a:r>
                    </a:p>
                  </a:txBody>
                  <a:tcPr anchor="ctr">
                    <a:solidFill>
                      <a:srgbClr val="F2F2F2"/>
                    </a:solidFill>
                  </a:tcPr>
                </a:tc>
                <a:tc>
                  <a:txBody>
                    <a:bodyPr/>
                    <a:lstStyle/>
                    <a:p>
                      <a:pPr>
                        <a:defRPr sz="1000">
                          <a:solidFill>
                            <a:srgbClr val="333333"/>
                          </a:solidFill>
                          <a:latin typeface="Calibri"/>
                        </a:defRPr>
                      </a:pPr>
                      <a:r>
                        <a:t>$0</a:t>
                      </a:r>
                    </a:p>
                  </a:txBody>
                  <a:tcPr anchor="ctr">
                    <a:solidFill>
                      <a:srgbClr val="F2F2F2"/>
                    </a:solidFill>
                  </a:tcPr>
                </a:tc>
                <a:extLst>
                  <a:ext uri="{0D108BD9-81ED-4DB2-BD59-A6C34878D82A}">
                    <a16:rowId xmlns:a16="http://schemas.microsoft.com/office/drawing/2014/main" val="10004"/>
                  </a:ext>
                </a:extLst>
              </a:tr>
              <a:tr h="487680">
                <a:tc>
                  <a:txBody>
                    <a:bodyPr/>
                    <a:lstStyle/>
                    <a:p>
                      <a:pPr>
                        <a:defRPr sz="1000">
                          <a:solidFill>
                            <a:srgbClr val="333333"/>
                          </a:solidFill>
                          <a:latin typeface="Calibri"/>
                        </a:defRPr>
                      </a:pPr>
                      <a:r>
                        <a:t>US Licenses</a:t>
                      </a:r>
                    </a:p>
                  </a:txBody>
                  <a:tcPr anchor="ctr">
                    <a:solidFill>
                      <a:srgbClr val="FFFFFF"/>
                    </a:solidFill>
                  </a:tcPr>
                </a:tc>
                <a:tc>
                  <a:txBody>
                    <a:bodyPr/>
                    <a:lstStyle/>
                    <a:p>
                      <a:pPr>
                        <a:defRPr sz="1000">
                          <a:solidFill>
                            <a:srgbClr val="333333"/>
                          </a:solidFill>
                          <a:latin typeface="Calibri"/>
                        </a:defRPr>
                      </a:pPr>
                      <a:r>
                        <a:t>49 states + OCC</a:t>
                      </a:r>
                    </a:p>
                  </a:txBody>
                  <a:tcPr anchor="ctr">
                    <a:solidFill>
                      <a:srgbClr val="FFFFFF"/>
                    </a:solidFill>
                  </a:tcPr>
                </a:tc>
                <a:tc>
                  <a:txBody>
                    <a:bodyPr/>
                    <a:lstStyle/>
                    <a:p>
                      <a:pPr>
                        <a:defRPr sz="1000">
                          <a:solidFill>
                            <a:srgbClr val="333333"/>
                          </a:solidFill>
                          <a:latin typeface="Calibri"/>
                        </a:defRPr>
                      </a:pPr>
                      <a:r>
                        <a:t>None confirmed</a:t>
                      </a:r>
                    </a:p>
                  </a:txBody>
                  <a:tcPr anchor="ctr">
                    <a:solidFill>
                      <a:srgbClr val="FFFFFF"/>
                    </a:solidFill>
                  </a:tcPr>
                </a:tc>
                <a:tc>
                  <a:txBody>
                    <a:bodyPr/>
                    <a:lstStyle/>
                    <a:p>
                      <a:pPr>
                        <a:defRPr sz="1000">
                          <a:solidFill>
                            <a:srgbClr val="333333"/>
                          </a:solidFill>
                          <a:latin typeface="Calibri"/>
                        </a:defRPr>
                      </a:pPr>
                      <a:r>
                        <a:t>FinCEN MSB + MTLs</a:t>
                      </a:r>
                    </a:p>
                  </a:txBody>
                  <a:tcPr anchor="ctr">
                    <a:solidFill>
                      <a:srgbClr val="FFFFFF"/>
                    </a:solidFill>
                  </a:tcPr>
                </a:tc>
                <a:tc>
                  <a:txBody>
                    <a:bodyPr/>
                    <a:lstStyle/>
                    <a:p>
                      <a:pPr>
                        <a:defRPr sz="1000">
                          <a:solidFill>
                            <a:srgbClr val="333333"/>
                          </a:solidFill>
                          <a:latin typeface="Calibri"/>
                        </a:defRPr>
                      </a:pPr>
                      <a:r>
                        <a:t>None</a:t>
                      </a:r>
                    </a:p>
                  </a:txBody>
                  <a:tcPr anchor="ctr">
                    <a:solidFill>
                      <a:srgbClr val="FFFFFF"/>
                    </a:solidFill>
                  </a:tcPr>
                </a:tc>
                <a:extLst>
                  <a:ext uri="{0D108BD9-81ED-4DB2-BD59-A6C34878D82A}">
                    <a16:rowId xmlns:a16="http://schemas.microsoft.com/office/drawing/2014/main" val="10005"/>
                  </a:ext>
                </a:extLst>
              </a:tr>
              <a:tr h="487680">
                <a:tc>
                  <a:txBody>
                    <a:bodyPr/>
                    <a:lstStyle/>
                    <a:p>
                      <a:pPr>
                        <a:defRPr sz="1000">
                          <a:solidFill>
                            <a:srgbClr val="333333"/>
                          </a:solidFill>
                          <a:latin typeface="Calibri"/>
                        </a:defRPr>
                      </a:pPr>
                      <a:r>
                        <a:t>Int'l Licenses</a:t>
                      </a:r>
                    </a:p>
                  </a:txBody>
                  <a:tcPr anchor="ctr">
                    <a:solidFill>
                      <a:srgbClr val="F2F2F2"/>
                    </a:solidFill>
                  </a:tcPr>
                </a:tc>
                <a:tc>
                  <a:txBody>
                    <a:bodyPr/>
                    <a:lstStyle/>
                    <a:p>
                      <a:pPr>
                        <a:defRPr sz="1000">
                          <a:solidFill>
                            <a:srgbClr val="333333"/>
                          </a:solidFill>
                          <a:latin typeface="Calibri"/>
                        </a:defRPr>
                      </a:pPr>
                      <a:r>
                        <a:t>EU MiCA, SG, JP</a:t>
                      </a:r>
                    </a:p>
                  </a:txBody>
                  <a:tcPr anchor="ctr">
                    <a:solidFill>
                      <a:srgbClr val="F2F2F2"/>
                    </a:solidFill>
                  </a:tcPr>
                </a:tc>
                <a:tc>
                  <a:txBody>
                    <a:bodyPr/>
                    <a:lstStyle/>
                    <a:p>
                      <a:pPr>
                        <a:defRPr sz="1000">
                          <a:solidFill>
                            <a:srgbClr val="333333"/>
                          </a:solidFill>
                          <a:latin typeface="Calibri"/>
                        </a:defRPr>
                      </a:pPr>
                      <a:r>
                        <a:t>None confirmed</a:t>
                      </a:r>
                    </a:p>
                  </a:txBody>
                  <a:tcPr anchor="ctr">
                    <a:solidFill>
                      <a:srgbClr val="F2F2F2"/>
                    </a:solidFill>
                  </a:tcPr>
                </a:tc>
                <a:tc>
                  <a:txBody>
                    <a:bodyPr/>
                    <a:lstStyle/>
                    <a:p>
                      <a:pPr>
                        <a:defRPr sz="1000">
                          <a:solidFill>
                            <a:srgbClr val="333333"/>
                          </a:solidFill>
                          <a:latin typeface="Calibri"/>
                        </a:defRPr>
                      </a:pPr>
                      <a:r>
                        <a:t>None</a:t>
                      </a:r>
                    </a:p>
                  </a:txBody>
                  <a:tcPr anchor="ctr">
                    <a:solidFill>
                      <a:srgbClr val="F2F2F2"/>
                    </a:solidFill>
                  </a:tcPr>
                </a:tc>
                <a:tc>
                  <a:txBody>
                    <a:bodyPr/>
                    <a:lstStyle/>
                    <a:p>
                      <a:pPr>
                        <a:defRPr sz="1000">
                          <a:solidFill>
                            <a:srgbClr val="333333"/>
                          </a:solidFill>
                          <a:latin typeface="Calibri"/>
                        </a:defRPr>
                      </a:pPr>
                      <a:r>
                        <a:t>None</a:t>
                      </a:r>
                    </a:p>
                  </a:txBody>
                  <a:tcPr anchor="ctr">
                    <a:solidFill>
                      <a:srgbClr val="F2F2F2"/>
                    </a:solidFill>
                  </a:tcPr>
                </a:tc>
                <a:extLst>
                  <a:ext uri="{0D108BD9-81ED-4DB2-BD59-A6C34878D82A}">
                    <a16:rowId xmlns:a16="http://schemas.microsoft.com/office/drawing/2014/main" val="10006"/>
                  </a:ext>
                </a:extLst>
              </a:tr>
              <a:tr h="487680">
                <a:tc>
                  <a:txBody>
                    <a:bodyPr/>
                    <a:lstStyle/>
                    <a:p>
                      <a:pPr>
                        <a:defRPr sz="1000">
                          <a:solidFill>
                            <a:srgbClr val="333333"/>
                          </a:solidFill>
                          <a:latin typeface="Calibri"/>
                        </a:defRPr>
                      </a:pPr>
                      <a:r>
                        <a:t>KYC/AML</a:t>
                      </a:r>
                    </a:p>
                  </a:txBody>
                  <a:tcPr anchor="ctr">
                    <a:solidFill>
                      <a:srgbClr val="FFFFFF"/>
                    </a:solidFill>
                  </a:tcPr>
                </a:tc>
                <a:tc>
                  <a:txBody>
                    <a:bodyPr/>
                    <a:lstStyle/>
                    <a:p>
                      <a:pPr>
                        <a:defRPr sz="1000">
                          <a:solidFill>
                            <a:srgbClr val="333333"/>
                          </a:solidFill>
                          <a:latin typeface="Calibri"/>
                        </a:defRPr>
                      </a:pPr>
                      <a:r>
                        <a:t>Full internal</a:t>
                      </a:r>
                    </a:p>
                  </a:txBody>
                  <a:tcPr anchor="ctr">
                    <a:solidFill>
                      <a:srgbClr val="FFFFFF"/>
                    </a:solidFill>
                  </a:tcPr>
                </a:tc>
                <a:tc>
                  <a:txBody>
                    <a:bodyPr/>
                    <a:lstStyle/>
                    <a:p>
                      <a:pPr>
                        <a:defRPr sz="1000">
                          <a:solidFill>
                            <a:srgbClr val="333333"/>
                          </a:solidFill>
                          <a:latin typeface="Calibri"/>
                        </a:defRPr>
                      </a:pPr>
                      <a:r>
                        <a:t>Delegated</a:t>
                      </a:r>
                    </a:p>
                  </a:txBody>
                  <a:tcPr anchor="ctr">
                    <a:solidFill>
                      <a:srgbClr val="FFFFFF"/>
                    </a:solidFill>
                  </a:tcPr>
                </a:tc>
                <a:tc>
                  <a:txBody>
                    <a:bodyPr/>
                    <a:lstStyle/>
                    <a:p>
                      <a:pPr>
                        <a:defRPr sz="1000">
                          <a:solidFill>
                            <a:srgbClr val="333333"/>
                          </a:solidFill>
                          <a:latin typeface="Calibri"/>
                        </a:defRPr>
                      </a:pPr>
                      <a:r>
                        <a:t>Full internal</a:t>
                      </a:r>
                    </a:p>
                  </a:txBody>
                  <a:tcPr anchor="ctr">
                    <a:solidFill>
                      <a:srgbClr val="FFFFFF"/>
                    </a:solidFill>
                  </a:tcPr>
                </a:tc>
                <a:tc>
                  <a:txBody>
                    <a:bodyPr/>
                    <a:lstStyle/>
                    <a:p>
                      <a:pPr>
                        <a:defRPr sz="1000">
                          <a:solidFill>
                            <a:srgbClr val="333333"/>
                          </a:solidFill>
                          <a:latin typeface="Calibri"/>
                        </a:defRPr>
                      </a:pPr>
                      <a:r>
                        <a:t>Unknown</a:t>
                      </a:r>
                    </a:p>
                  </a:txBody>
                  <a:tcPr anchor="ctr">
                    <a:solidFill>
                      <a:srgbClr val="FFFFFF"/>
                    </a:solidFill>
                  </a:tcPr>
                </a:tc>
                <a:extLst>
                  <a:ext uri="{0D108BD9-81ED-4DB2-BD59-A6C34878D82A}">
                    <a16:rowId xmlns:a16="http://schemas.microsoft.com/office/drawing/2014/main" val="10007"/>
                  </a:ext>
                </a:extLst>
              </a:tr>
              <a:tr h="487680">
                <a:tc>
                  <a:txBody>
                    <a:bodyPr/>
                    <a:lstStyle/>
                    <a:p>
                      <a:pPr>
                        <a:defRPr sz="1000">
                          <a:solidFill>
                            <a:srgbClr val="333333"/>
                          </a:solidFill>
                          <a:latin typeface="Calibri"/>
                        </a:defRPr>
                      </a:pPr>
                      <a:r>
                        <a:t>Security Incidents</a:t>
                      </a:r>
                    </a:p>
                  </a:txBody>
                  <a:tcPr anchor="ctr">
                    <a:solidFill>
                      <a:srgbClr val="F2F2F2"/>
                    </a:solidFill>
                  </a:tcPr>
                </a:tc>
                <a:tc>
                  <a:txBody>
                    <a:bodyPr/>
                    <a:lstStyle/>
                    <a:p>
                      <a:pPr>
                        <a:defRPr sz="1000">
                          <a:solidFill>
                            <a:srgbClr val="333333"/>
                          </a:solidFill>
                          <a:latin typeface="Calibri"/>
                        </a:defRPr>
                      </a:pPr>
                      <a:r>
                        <a:t>1 (no crypto lost)</a:t>
                      </a:r>
                    </a:p>
                  </a:txBody>
                  <a:tcPr anchor="ctr">
                    <a:solidFill>
                      <a:srgbClr val="F2F2F2"/>
                    </a:solidFill>
                  </a:tcPr>
                </a:tc>
                <a:tc>
                  <a:txBody>
                    <a:bodyPr/>
                    <a:lstStyle/>
                    <a:p>
                      <a:pPr>
                        <a:defRPr sz="1000">
                          <a:solidFill>
                            <a:srgbClr val="333333"/>
                          </a:solidFill>
                          <a:latin typeface="Calibri"/>
                        </a:defRPr>
                      </a:pPr>
                      <a:r>
                        <a:t>None known</a:t>
                      </a:r>
                    </a:p>
                  </a:txBody>
                  <a:tcPr anchor="ctr">
                    <a:solidFill>
                      <a:srgbClr val="F2F2F2"/>
                    </a:solidFill>
                  </a:tcPr>
                </a:tc>
                <a:tc>
                  <a:txBody>
                    <a:bodyPr/>
                    <a:lstStyle/>
                    <a:p>
                      <a:pPr>
                        <a:defRPr sz="1000">
                          <a:solidFill>
                            <a:srgbClr val="333333"/>
                          </a:solidFill>
                          <a:latin typeface="Calibri"/>
                        </a:defRPr>
                      </a:pPr>
                      <a:r>
                        <a:t>None known</a:t>
                      </a:r>
                    </a:p>
                  </a:txBody>
                  <a:tcPr anchor="ctr">
                    <a:solidFill>
                      <a:srgbClr val="F2F2F2"/>
                    </a:solidFill>
                  </a:tcPr>
                </a:tc>
                <a:tc>
                  <a:txBody>
                    <a:bodyPr/>
                    <a:lstStyle/>
                    <a:p>
                      <a:pPr>
                        <a:defRPr sz="1000">
                          <a:solidFill>
                            <a:srgbClr val="333333"/>
                          </a:solidFill>
                          <a:latin typeface="Calibri"/>
                        </a:defRPr>
                      </a:pPr>
                      <a:r>
                        <a:rPr dirty="0"/>
                        <a:t>Unknown</a:t>
                      </a:r>
                    </a:p>
                  </a:txBody>
                  <a:tcPr anchor="ctr">
                    <a:solidFill>
                      <a:srgbClr val="F2F2F2"/>
                    </a:solidFill>
                  </a:tcPr>
                </a:tc>
                <a:extLst>
                  <a:ext uri="{0D108BD9-81ED-4DB2-BD59-A6C34878D82A}">
                    <a16:rowId xmlns:a16="http://schemas.microsoft.com/office/drawing/2014/main" val="10008"/>
                  </a:ext>
                </a:extLst>
              </a:tr>
            </a:tbl>
          </a:graphicData>
        </a:graphic>
      </p:graphicFrame>
      <p:sp>
        <p:nvSpPr>
          <p:cNvPr id="5" name="Rounded Rectangle 4"/>
          <p:cNvSpPr/>
          <p:nvPr/>
        </p:nvSpPr>
        <p:spPr>
          <a:xfrm>
            <a:off x="731520" y="5760720"/>
            <a:ext cx="10698480" cy="73152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5991797"/>
            <a:ext cx="10241280" cy="548640"/>
          </a:xfrm>
          <a:prstGeom prst="rect">
            <a:avLst/>
          </a:prstGeom>
          <a:noFill/>
        </p:spPr>
        <p:txBody>
          <a:bodyPr wrap="square">
            <a:spAutoFit/>
          </a:bodyPr>
          <a:lstStyle/>
          <a:p>
            <a:pPr algn="ctr">
              <a:defRPr sz="1200" b="0">
                <a:solidFill>
                  <a:srgbClr val="333333"/>
                </a:solidFill>
                <a:latin typeface="Calibri"/>
              </a:defRPr>
            </a:pPr>
            <a:r>
              <a:t>Coinbase is the only provider with both SOC 1 and SOC 2 Type II certifications audited by a Big Four firm (Deloitte), plus $320M insurance via Lloyd's of London.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640080"/>
          </a:xfrm>
          <a:prstGeom prst="rect">
            <a:avLst/>
          </a:prstGeom>
          <a:noFill/>
        </p:spPr>
        <p:txBody>
          <a:bodyPr wrap="square">
            <a:spAutoFit/>
          </a:bodyPr>
          <a:lstStyle/>
          <a:p>
            <a:pPr algn="l">
              <a:defRPr sz="3600" b="1">
                <a:solidFill>
                  <a:srgbClr val="003B5C"/>
                </a:solidFill>
                <a:latin typeface="Calibri"/>
              </a:defRPr>
            </a:pPr>
            <a:r>
              <a:rPr dirty="0">
                <a:solidFill>
                  <a:srgbClr val="002060"/>
                </a:solidFill>
              </a:rPr>
              <a:t>Provider Scoring: 7 Requirements</a:t>
            </a:r>
          </a:p>
        </p:txBody>
      </p:sp>
      <p:graphicFrame>
        <p:nvGraphicFramePr>
          <p:cNvPr id="4" name="Table 3"/>
          <p:cNvGraphicFramePr>
            <a:graphicFrameLocks noGrp="1"/>
          </p:cNvGraphicFramePr>
          <p:nvPr>
            <p:extLst>
              <p:ext uri="{D42A27DB-BD31-4B8C-83A1-F6EECF244321}">
                <p14:modId xmlns:p14="http://schemas.microsoft.com/office/powerpoint/2010/main" val="3778404588"/>
              </p:ext>
            </p:extLst>
          </p:nvPr>
        </p:nvGraphicFramePr>
        <p:xfrm>
          <a:off x="548640" y="1188720"/>
          <a:ext cx="10241280" cy="4114800"/>
        </p:xfrm>
        <a:graphic>
          <a:graphicData uri="http://schemas.openxmlformats.org/drawingml/2006/table">
            <a:tbl>
              <a:tblPr firstRow="1" bandRow="1">
                <a:tableStyleId>{5C22544A-7EE6-4342-B048-85BDC9FD1C3A}</a:tableStyleId>
              </a:tblPr>
              <a:tblGrid>
                <a:gridCol w="29260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457200">
                <a:tc>
                  <a:txBody>
                    <a:bodyPr/>
                    <a:lstStyle/>
                    <a:p>
                      <a:pPr>
                        <a:defRPr sz="1000" b="1">
                          <a:solidFill>
                            <a:srgbClr val="FFFFFF"/>
                          </a:solidFill>
                          <a:latin typeface="Calibri"/>
                        </a:defRPr>
                      </a:pPr>
                      <a:r>
                        <a:rPr dirty="0"/>
                        <a:t>Requirement</a:t>
                      </a:r>
                    </a:p>
                  </a:txBody>
                  <a:tcPr anchor="ctr">
                    <a:solidFill>
                      <a:srgbClr val="002060"/>
                    </a:solidFill>
                  </a:tcPr>
                </a:tc>
                <a:tc>
                  <a:txBody>
                    <a:bodyPr/>
                    <a:lstStyle/>
                    <a:p>
                      <a:pPr>
                        <a:defRPr sz="1000" b="1">
                          <a:solidFill>
                            <a:srgbClr val="FFFFFF"/>
                          </a:solidFill>
                          <a:latin typeface="Calibri"/>
                        </a:defRPr>
                      </a:pPr>
                      <a:r>
                        <a:rPr dirty="0"/>
                        <a:t>Coinbase</a:t>
                      </a:r>
                    </a:p>
                  </a:txBody>
                  <a:tcPr anchor="ctr">
                    <a:solidFill>
                      <a:srgbClr val="002060"/>
                    </a:solidFill>
                  </a:tcPr>
                </a:tc>
                <a:tc>
                  <a:txBody>
                    <a:bodyPr/>
                    <a:lstStyle/>
                    <a:p>
                      <a:pPr>
                        <a:defRPr sz="1000" b="1">
                          <a:solidFill>
                            <a:srgbClr val="FFFFFF"/>
                          </a:solidFill>
                          <a:latin typeface="Calibri"/>
                        </a:defRPr>
                      </a:pPr>
                      <a:r>
                        <a:rPr dirty="0"/>
                        <a:t>Mesh</a:t>
                      </a:r>
                    </a:p>
                  </a:txBody>
                  <a:tcPr anchor="ctr">
                    <a:solidFill>
                      <a:srgbClr val="002060"/>
                    </a:solidFill>
                  </a:tcPr>
                </a:tc>
                <a:tc>
                  <a:txBody>
                    <a:bodyPr/>
                    <a:lstStyle/>
                    <a:p>
                      <a:pPr>
                        <a:defRPr sz="1000" b="1">
                          <a:solidFill>
                            <a:srgbClr val="FFFFFF"/>
                          </a:solidFill>
                          <a:latin typeface="Calibri"/>
                        </a:defRPr>
                      </a:pPr>
                      <a:r>
                        <a:rPr dirty="0" err="1"/>
                        <a:t>Flexa</a:t>
                      </a:r>
                      <a:r>
                        <a:rPr dirty="0"/>
                        <a:t>*</a:t>
                      </a:r>
                    </a:p>
                  </a:txBody>
                  <a:tcPr anchor="ctr">
                    <a:solidFill>
                      <a:srgbClr val="002060"/>
                    </a:solidFill>
                  </a:tcPr>
                </a:tc>
                <a:tc>
                  <a:txBody>
                    <a:bodyPr/>
                    <a:lstStyle/>
                    <a:p>
                      <a:pPr>
                        <a:defRPr sz="1000" b="1">
                          <a:solidFill>
                            <a:srgbClr val="FFFFFF"/>
                          </a:solidFill>
                          <a:latin typeface="Calibri"/>
                        </a:defRPr>
                      </a:pPr>
                      <a:r>
                        <a:rPr dirty="0"/>
                        <a:t>Heron*</a:t>
                      </a:r>
                    </a:p>
                  </a:txBody>
                  <a:tcPr anchor="ctr">
                    <a:solidFill>
                      <a:srgbClr val="002060"/>
                    </a:solidFill>
                  </a:tcPr>
                </a:tc>
                <a:extLst>
                  <a:ext uri="{0D108BD9-81ED-4DB2-BD59-A6C34878D82A}">
                    <a16:rowId xmlns:a16="http://schemas.microsoft.com/office/drawing/2014/main" val="10000"/>
                  </a:ext>
                </a:extLst>
              </a:tr>
              <a:tr h="457200">
                <a:tc>
                  <a:txBody>
                    <a:bodyPr/>
                    <a:lstStyle/>
                    <a:p>
                      <a:pPr>
                        <a:defRPr sz="1000">
                          <a:solidFill>
                            <a:srgbClr val="333333"/>
                          </a:solidFill>
                          <a:latin typeface="Calibri"/>
                        </a:defRPr>
                      </a:pPr>
                      <a:r>
                        <a:t>1. Crypto pay-in (global)</a:t>
                      </a:r>
                    </a:p>
                  </a:txBody>
                  <a:tcPr anchor="ctr">
                    <a:solidFill>
                      <a:srgbClr val="FFFFFF"/>
                    </a:solidFill>
                  </a:tcPr>
                </a:tc>
                <a:tc>
                  <a:txBody>
                    <a:bodyPr/>
                    <a:lstStyle/>
                    <a:p>
                      <a:pPr>
                        <a:defRPr sz="1000">
                          <a:solidFill>
                            <a:srgbClr val="333333"/>
                          </a:solidFill>
                          <a:latin typeface="Calibri"/>
                        </a:defRPr>
                      </a:pPr>
                      <a:r>
                        <a:t>9/10</a:t>
                      </a:r>
                    </a:p>
                  </a:txBody>
                  <a:tcPr anchor="ctr">
                    <a:solidFill>
                      <a:srgbClr val="FFFFFF"/>
                    </a:solidFill>
                  </a:tcPr>
                </a:tc>
                <a:tc>
                  <a:txBody>
                    <a:bodyPr/>
                    <a:lstStyle/>
                    <a:p>
                      <a:pPr>
                        <a:defRPr sz="1000">
                          <a:solidFill>
                            <a:srgbClr val="333333"/>
                          </a:solidFill>
                          <a:latin typeface="Calibri"/>
                        </a:defRPr>
                      </a:pPr>
                      <a:r>
                        <a:t>9/10</a:t>
                      </a:r>
                    </a:p>
                  </a:txBody>
                  <a:tcPr anchor="ctr">
                    <a:solidFill>
                      <a:srgbClr val="FFFFFF"/>
                    </a:solidFill>
                  </a:tcPr>
                </a:tc>
                <a:tc>
                  <a:txBody>
                    <a:bodyPr/>
                    <a:lstStyle/>
                    <a:p>
                      <a:pPr>
                        <a:defRPr sz="1000">
                          <a:solidFill>
                            <a:srgbClr val="333333"/>
                          </a:solidFill>
                          <a:latin typeface="Calibri"/>
                        </a:defRPr>
                      </a:pPr>
                      <a:r>
                        <a:t>7/10</a:t>
                      </a:r>
                    </a:p>
                  </a:txBody>
                  <a:tcPr anchor="ctr">
                    <a:solidFill>
                      <a:srgbClr val="FFFFFF"/>
                    </a:solidFill>
                  </a:tcPr>
                </a:tc>
                <a:tc>
                  <a:txBody>
                    <a:bodyPr/>
                    <a:lstStyle/>
                    <a:p>
                      <a:pPr>
                        <a:defRPr sz="1000">
                          <a:solidFill>
                            <a:srgbClr val="333333"/>
                          </a:solidFill>
                          <a:latin typeface="Calibri"/>
                        </a:defRPr>
                      </a:pPr>
                      <a:r>
                        <a:t>1/10</a:t>
                      </a:r>
                    </a:p>
                  </a:txBody>
                  <a:tcPr anchor="ctr">
                    <a:solidFill>
                      <a:srgbClr val="FFFFFF"/>
                    </a:solidFill>
                  </a:tcPr>
                </a:tc>
                <a:extLst>
                  <a:ext uri="{0D108BD9-81ED-4DB2-BD59-A6C34878D82A}">
                    <a16:rowId xmlns:a16="http://schemas.microsoft.com/office/drawing/2014/main" val="10001"/>
                  </a:ext>
                </a:extLst>
              </a:tr>
              <a:tr h="457200">
                <a:tc>
                  <a:txBody>
                    <a:bodyPr/>
                    <a:lstStyle/>
                    <a:p>
                      <a:pPr>
                        <a:defRPr sz="1000">
                          <a:solidFill>
                            <a:srgbClr val="333333"/>
                          </a:solidFill>
                          <a:latin typeface="Calibri"/>
                        </a:defRPr>
                      </a:pPr>
                      <a:r>
                        <a:t>2. Stablecoin pay-in (global)</a:t>
                      </a:r>
                    </a:p>
                  </a:txBody>
                  <a:tcPr anchor="ctr">
                    <a:solidFill>
                      <a:srgbClr val="F2F2F2"/>
                    </a:solidFill>
                  </a:tcPr>
                </a:tc>
                <a:tc>
                  <a:txBody>
                    <a:bodyPr/>
                    <a:lstStyle/>
                    <a:p>
                      <a:pPr>
                        <a:defRPr sz="1000">
                          <a:solidFill>
                            <a:srgbClr val="333333"/>
                          </a:solidFill>
                          <a:latin typeface="Calibri"/>
                        </a:defRPr>
                      </a:pPr>
                      <a:r>
                        <a:t>9/10</a:t>
                      </a:r>
                    </a:p>
                  </a:txBody>
                  <a:tcPr anchor="ctr">
                    <a:solidFill>
                      <a:srgbClr val="F2F2F2"/>
                    </a:solidFill>
                  </a:tcPr>
                </a:tc>
                <a:tc>
                  <a:txBody>
                    <a:bodyPr/>
                    <a:lstStyle/>
                    <a:p>
                      <a:pPr>
                        <a:defRPr sz="1000">
                          <a:solidFill>
                            <a:srgbClr val="333333"/>
                          </a:solidFill>
                          <a:latin typeface="Calibri"/>
                        </a:defRPr>
                      </a:pPr>
                      <a:r>
                        <a:t>8/10</a:t>
                      </a:r>
                    </a:p>
                  </a:txBody>
                  <a:tcPr anchor="ctr">
                    <a:solidFill>
                      <a:srgbClr val="F2F2F2"/>
                    </a:solidFill>
                  </a:tcPr>
                </a:tc>
                <a:tc>
                  <a:txBody>
                    <a:bodyPr/>
                    <a:lstStyle/>
                    <a:p>
                      <a:pPr>
                        <a:defRPr sz="1000">
                          <a:solidFill>
                            <a:srgbClr val="333333"/>
                          </a:solidFill>
                          <a:latin typeface="Calibri"/>
                        </a:defRPr>
                      </a:pPr>
                      <a:r>
                        <a:t>7/10</a:t>
                      </a:r>
                    </a:p>
                  </a:txBody>
                  <a:tcPr anchor="ctr">
                    <a:solidFill>
                      <a:srgbClr val="F2F2F2"/>
                    </a:solidFill>
                  </a:tcPr>
                </a:tc>
                <a:tc>
                  <a:txBody>
                    <a:bodyPr/>
                    <a:lstStyle/>
                    <a:p>
                      <a:pPr>
                        <a:defRPr sz="1000">
                          <a:solidFill>
                            <a:srgbClr val="333333"/>
                          </a:solidFill>
                          <a:latin typeface="Calibri"/>
                        </a:defRPr>
                      </a:pPr>
                      <a:r>
                        <a:t>3/10</a:t>
                      </a:r>
                    </a:p>
                  </a:txBody>
                  <a:tcPr anchor="ctr">
                    <a:solidFill>
                      <a:srgbClr val="F2F2F2"/>
                    </a:solidFill>
                  </a:tcPr>
                </a:tc>
                <a:extLst>
                  <a:ext uri="{0D108BD9-81ED-4DB2-BD59-A6C34878D82A}">
                    <a16:rowId xmlns:a16="http://schemas.microsoft.com/office/drawing/2014/main" val="10002"/>
                  </a:ext>
                </a:extLst>
              </a:tr>
              <a:tr h="457200">
                <a:tc>
                  <a:txBody>
                    <a:bodyPr/>
                    <a:lstStyle/>
                    <a:p>
                      <a:pPr>
                        <a:defRPr sz="1000">
                          <a:solidFill>
                            <a:srgbClr val="333333"/>
                          </a:solidFill>
                          <a:latin typeface="Calibri"/>
                        </a:defRPr>
                      </a:pPr>
                      <a:r>
                        <a:t>3. E-commerce + in-store</a:t>
                      </a:r>
                    </a:p>
                  </a:txBody>
                  <a:tcPr anchor="ctr">
                    <a:solidFill>
                      <a:srgbClr val="FFFFFF"/>
                    </a:solidFill>
                  </a:tcPr>
                </a:tc>
                <a:tc>
                  <a:txBody>
                    <a:bodyPr/>
                    <a:lstStyle/>
                    <a:p>
                      <a:pPr>
                        <a:defRPr sz="1000">
                          <a:solidFill>
                            <a:srgbClr val="333333"/>
                          </a:solidFill>
                          <a:latin typeface="Calibri"/>
                        </a:defRPr>
                      </a:pPr>
                      <a:r>
                        <a:t>5/10</a:t>
                      </a:r>
                    </a:p>
                  </a:txBody>
                  <a:tcPr anchor="ctr">
                    <a:solidFill>
                      <a:srgbClr val="FFFFFF"/>
                    </a:solidFill>
                  </a:tcPr>
                </a:tc>
                <a:tc>
                  <a:txBody>
                    <a:bodyPr/>
                    <a:lstStyle/>
                    <a:p>
                      <a:pPr>
                        <a:defRPr sz="1000">
                          <a:solidFill>
                            <a:srgbClr val="333333"/>
                          </a:solidFill>
                          <a:latin typeface="Calibri"/>
                        </a:defRPr>
                      </a:pPr>
                      <a:r>
                        <a:t>5/10</a:t>
                      </a:r>
                    </a:p>
                  </a:txBody>
                  <a:tcPr anchor="ctr">
                    <a:solidFill>
                      <a:srgbClr val="FFFFFF"/>
                    </a:solidFill>
                  </a:tcPr>
                </a:tc>
                <a:tc>
                  <a:txBody>
                    <a:bodyPr/>
                    <a:lstStyle/>
                    <a:p>
                      <a:pPr>
                        <a:defRPr sz="1000">
                          <a:solidFill>
                            <a:srgbClr val="333333"/>
                          </a:solidFill>
                          <a:latin typeface="Calibri"/>
                        </a:defRPr>
                      </a:pPr>
                      <a:r>
                        <a:t>7/10</a:t>
                      </a:r>
                    </a:p>
                  </a:txBody>
                  <a:tcPr anchor="ctr">
                    <a:solidFill>
                      <a:srgbClr val="FFFFFF"/>
                    </a:solidFill>
                  </a:tcPr>
                </a:tc>
                <a:tc>
                  <a:txBody>
                    <a:bodyPr/>
                    <a:lstStyle/>
                    <a:p>
                      <a:pPr>
                        <a:defRPr sz="1000">
                          <a:solidFill>
                            <a:srgbClr val="333333"/>
                          </a:solidFill>
                          <a:latin typeface="Calibri"/>
                        </a:defRPr>
                      </a:pPr>
                      <a:r>
                        <a:t>1/10</a:t>
                      </a:r>
                    </a:p>
                  </a:txBody>
                  <a:tcPr anchor="ctr">
                    <a:solidFill>
                      <a:srgbClr val="FFFFFF"/>
                    </a:solidFill>
                  </a:tcPr>
                </a:tc>
                <a:extLst>
                  <a:ext uri="{0D108BD9-81ED-4DB2-BD59-A6C34878D82A}">
                    <a16:rowId xmlns:a16="http://schemas.microsoft.com/office/drawing/2014/main" val="10003"/>
                  </a:ext>
                </a:extLst>
              </a:tr>
              <a:tr h="457200">
                <a:tc>
                  <a:txBody>
                    <a:bodyPr/>
                    <a:lstStyle/>
                    <a:p>
                      <a:pPr>
                        <a:defRPr sz="1000">
                          <a:solidFill>
                            <a:srgbClr val="333333"/>
                          </a:solidFill>
                          <a:latin typeface="Calibri"/>
                        </a:defRPr>
                      </a:pPr>
                      <a:r>
                        <a:t>4. Stablecoin disbursement</a:t>
                      </a:r>
                    </a:p>
                  </a:txBody>
                  <a:tcPr anchor="ctr">
                    <a:solidFill>
                      <a:srgbClr val="F2F2F2"/>
                    </a:solidFill>
                  </a:tcPr>
                </a:tc>
                <a:tc>
                  <a:txBody>
                    <a:bodyPr/>
                    <a:lstStyle/>
                    <a:p>
                      <a:pPr>
                        <a:defRPr sz="1000">
                          <a:solidFill>
                            <a:srgbClr val="333333"/>
                          </a:solidFill>
                          <a:latin typeface="Calibri"/>
                        </a:defRPr>
                      </a:pPr>
                      <a:r>
                        <a:t>8/10</a:t>
                      </a:r>
                    </a:p>
                  </a:txBody>
                  <a:tcPr anchor="ctr">
                    <a:solidFill>
                      <a:srgbClr val="F2F2F2"/>
                    </a:solidFill>
                  </a:tcPr>
                </a:tc>
                <a:tc>
                  <a:txBody>
                    <a:bodyPr/>
                    <a:lstStyle/>
                    <a:p>
                      <a:pPr>
                        <a:defRPr sz="1000">
                          <a:solidFill>
                            <a:srgbClr val="333333"/>
                          </a:solidFill>
                          <a:latin typeface="Calibri"/>
                        </a:defRPr>
                      </a:pPr>
                      <a:r>
                        <a:t>4/10</a:t>
                      </a:r>
                    </a:p>
                  </a:txBody>
                  <a:tcPr anchor="ctr">
                    <a:solidFill>
                      <a:srgbClr val="F2F2F2"/>
                    </a:solidFill>
                  </a:tcPr>
                </a:tc>
                <a:tc>
                  <a:txBody>
                    <a:bodyPr/>
                    <a:lstStyle/>
                    <a:p>
                      <a:pPr>
                        <a:defRPr sz="1000">
                          <a:solidFill>
                            <a:srgbClr val="333333"/>
                          </a:solidFill>
                          <a:latin typeface="Calibri"/>
                        </a:defRPr>
                      </a:pPr>
                      <a:r>
                        <a:t>2/10</a:t>
                      </a:r>
                    </a:p>
                  </a:txBody>
                  <a:tcPr anchor="ctr">
                    <a:solidFill>
                      <a:srgbClr val="F2F2F2"/>
                    </a:solidFill>
                  </a:tcPr>
                </a:tc>
                <a:tc>
                  <a:txBody>
                    <a:bodyPr/>
                    <a:lstStyle/>
                    <a:p>
                      <a:pPr>
                        <a:defRPr sz="1000">
                          <a:solidFill>
                            <a:srgbClr val="333333"/>
                          </a:solidFill>
                          <a:latin typeface="Calibri"/>
                        </a:defRPr>
                      </a:pPr>
                      <a:r>
                        <a:t>5/10</a:t>
                      </a:r>
                    </a:p>
                  </a:txBody>
                  <a:tcPr anchor="ctr">
                    <a:solidFill>
                      <a:srgbClr val="F2F2F2"/>
                    </a:solidFill>
                  </a:tcPr>
                </a:tc>
                <a:extLst>
                  <a:ext uri="{0D108BD9-81ED-4DB2-BD59-A6C34878D82A}">
                    <a16:rowId xmlns:a16="http://schemas.microsoft.com/office/drawing/2014/main" val="10004"/>
                  </a:ext>
                </a:extLst>
              </a:tr>
              <a:tr h="457200">
                <a:tc>
                  <a:txBody>
                    <a:bodyPr/>
                    <a:lstStyle/>
                    <a:p>
                      <a:pPr>
                        <a:defRPr sz="1000">
                          <a:solidFill>
                            <a:srgbClr val="333333"/>
                          </a:solidFill>
                          <a:latin typeface="Calibri"/>
                        </a:defRPr>
                      </a:pPr>
                      <a:r>
                        <a:t>5. Wallet storage on Finxact</a:t>
                      </a:r>
                    </a:p>
                  </a:txBody>
                  <a:tcPr anchor="ctr">
                    <a:solidFill>
                      <a:srgbClr val="FFFFFF"/>
                    </a:solidFill>
                  </a:tcPr>
                </a:tc>
                <a:tc>
                  <a:txBody>
                    <a:bodyPr/>
                    <a:lstStyle/>
                    <a:p>
                      <a:pPr>
                        <a:defRPr sz="1000">
                          <a:solidFill>
                            <a:srgbClr val="333333"/>
                          </a:solidFill>
                          <a:latin typeface="Calibri"/>
                        </a:defRPr>
                      </a:pPr>
                      <a:r>
                        <a:t>9/10</a:t>
                      </a:r>
                    </a:p>
                  </a:txBody>
                  <a:tcPr anchor="ctr">
                    <a:solidFill>
                      <a:srgbClr val="FFFFFF"/>
                    </a:solidFill>
                  </a:tcPr>
                </a:tc>
                <a:tc>
                  <a:txBody>
                    <a:bodyPr/>
                    <a:lstStyle/>
                    <a:p>
                      <a:pPr>
                        <a:defRPr sz="1000">
                          <a:solidFill>
                            <a:srgbClr val="333333"/>
                          </a:solidFill>
                          <a:latin typeface="Calibri"/>
                        </a:defRPr>
                      </a:pPr>
                      <a:r>
                        <a:t>4/10</a:t>
                      </a:r>
                    </a:p>
                  </a:txBody>
                  <a:tcPr anchor="ctr">
                    <a:solidFill>
                      <a:srgbClr val="FFFFFF"/>
                    </a:solidFill>
                  </a:tcPr>
                </a:tc>
                <a:tc>
                  <a:txBody>
                    <a:bodyPr/>
                    <a:lstStyle/>
                    <a:p>
                      <a:pPr>
                        <a:defRPr sz="1000">
                          <a:solidFill>
                            <a:srgbClr val="333333"/>
                          </a:solidFill>
                          <a:latin typeface="Calibri"/>
                        </a:defRPr>
                      </a:pPr>
                      <a:r>
                        <a:t>2/10</a:t>
                      </a:r>
                    </a:p>
                  </a:txBody>
                  <a:tcPr anchor="ctr">
                    <a:solidFill>
                      <a:srgbClr val="FFFFFF"/>
                    </a:solidFill>
                  </a:tcPr>
                </a:tc>
                <a:tc>
                  <a:txBody>
                    <a:bodyPr/>
                    <a:lstStyle/>
                    <a:p>
                      <a:pPr>
                        <a:defRPr sz="1000">
                          <a:solidFill>
                            <a:srgbClr val="333333"/>
                          </a:solidFill>
                          <a:latin typeface="Calibri"/>
                        </a:defRPr>
                      </a:pPr>
                      <a:r>
                        <a:t>2/10</a:t>
                      </a:r>
                    </a:p>
                  </a:txBody>
                  <a:tcPr anchor="ctr">
                    <a:solidFill>
                      <a:srgbClr val="FFFFFF"/>
                    </a:solidFill>
                  </a:tcPr>
                </a:tc>
                <a:extLst>
                  <a:ext uri="{0D108BD9-81ED-4DB2-BD59-A6C34878D82A}">
                    <a16:rowId xmlns:a16="http://schemas.microsoft.com/office/drawing/2014/main" val="10005"/>
                  </a:ext>
                </a:extLst>
              </a:tr>
              <a:tr h="457200">
                <a:tc>
                  <a:txBody>
                    <a:bodyPr/>
                    <a:lstStyle/>
                    <a:p>
                      <a:pPr>
                        <a:defRPr sz="1000">
                          <a:solidFill>
                            <a:srgbClr val="333333"/>
                          </a:solidFill>
                          <a:latin typeface="Calibri"/>
                        </a:defRPr>
                      </a:pPr>
                      <a:r>
                        <a:t>6. Stablecoin-to-fiat</a:t>
                      </a:r>
                    </a:p>
                  </a:txBody>
                  <a:tcPr anchor="ctr">
                    <a:solidFill>
                      <a:srgbClr val="F2F2F2"/>
                    </a:solidFill>
                  </a:tcPr>
                </a:tc>
                <a:tc>
                  <a:txBody>
                    <a:bodyPr/>
                    <a:lstStyle/>
                    <a:p>
                      <a:pPr>
                        <a:defRPr sz="1000">
                          <a:solidFill>
                            <a:srgbClr val="333333"/>
                          </a:solidFill>
                          <a:latin typeface="Calibri"/>
                        </a:defRPr>
                      </a:pPr>
                      <a:r>
                        <a:t>9/10</a:t>
                      </a:r>
                    </a:p>
                  </a:txBody>
                  <a:tcPr anchor="ctr">
                    <a:solidFill>
                      <a:srgbClr val="F2F2F2"/>
                    </a:solidFill>
                  </a:tcPr>
                </a:tc>
                <a:tc>
                  <a:txBody>
                    <a:bodyPr/>
                    <a:lstStyle/>
                    <a:p>
                      <a:pPr>
                        <a:defRPr sz="1000">
                          <a:solidFill>
                            <a:srgbClr val="333333"/>
                          </a:solidFill>
                          <a:latin typeface="Calibri"/>
                        </a:defRPr>
                      </a:pPr>
                      <a:r>
                        <a:t>8/10</a:t>
                      </a:r>
                    </a:p>
                  </a:txBody>
                  <a:tcPr anchor="ctr">
                    <a:solidFill>
                      <a:srgbClr val="F2F2F2"/>
                    </a:solidFill>
                  </a:tcPr>
                </a:tc>
                <a:tc>
                  <a:txBody>
                    <a:bodyPr/>
                    <a:lstStyle/>
                    <a:p>
                      <a:pPr>
                        <a:defRPr sz="1000">
                          <a:solidFill>
                            <a:srgbClr val="333333"/>
                          </a:solidFill>
                          <a:latin typeface="Calibri"/>
                        </a:defRPr>
                      </a:pPr>
                      <a:r>
                        <a:t>8/10</a:t>
                      </a:r>
                    </a:p>
                  </a:txBody>
                  <a:tcPr anchor="ctr">
                    <a:solidFill>
                      <a:srgbClr val="F2F2F2"/>
                    </a:solidFill>
                  </a:tcPr>
                </a:tc>
                <a:tc>
                  <a:txBody>
                    <a:bodyPr/>
                    <a:lstStyle/>
                    <a:p>
                      <a:pPr>
                        <a:defRPr sz="1000">
                          <a:solidFill>
                            <a:srgbClr val="333333"/>
                          </a:solidFill>
                          <a:latin typeface="Calibri"/>
                        </a:defRPr>
                      </a:pPr>
                      <a:r>
                        <a:t>4/10</a:t>
                      </a:r>
                    </a:p>
                  </a:txBody>
                  <a:tcPr anchor="ctr">
                    <a:solidFill>
                      <a:srgbClr val="F2F2F2"/>
                    </a:solidFill>
                  </a:tcPr>
                </a:tc>
                <a:extLst>
                  <a:ext uri="{0D108BD9-81ED-4DB2-BD59-A6C34878D82A}">
                    <a16:rowId xmlns:a16="http://schemas.microsoft.com/office/drawing/2014/main" val="10006"/>
                  </a:ext>
                </a:extLst>
              </a:tr>
              <a:tr h="457200">
                <a:tc>
                  <a:txBody>
                    <a:bodyPr/>
                    <a:lstStyle/>
                    <a:p>
                      <a:pPr>
                        <a:defRPr sz="1000">
                          <a:solidFill>
                            <a:srgbClr val="333333"/>
                          </a:solidFill>
                          <a:latin typeface="Calibri"/>
                        </a:defRPr>
                      </a:pPr>
                      <a:r>
                        <a:t>7. Any crypto-to-fiat (global)</a:t>
                      </a:r>
                    </a:p>
                  </a:txBody>
                  <a:tcPr anchor="ctr">
                    <a:solidFill>
                      <a:srgbClr val="FFFFFF"/>
                    </a:solidFill>
                  </a:tcPr>
                </a:tc>
                <a:tc>
                  <a:txBody>
                    <a:bodyPr/>
                    <a:lstStyle/>
                    <a:p>
                      <a:pPr>
                        <a:defRPr sz="1000">
                          <a:solidFill>
                            <a:srgbClr val="333333"/>
                          </a:solidFill>
                          <a:latin typeface="Calibri"/>
                        </a:defRPr>
                      </a:pPr>
                      <a:r>
                        <a:t>7/10</a:t>
                      </a:r>
                    </a:p>
                  </a:txBody>
                  <a:tcPr anchor="ctr">
                    <a:solidFill>
                      <a:srgbClr val="FFFFFF"/>
                    </a:solidFill>
                  </a:tcPr>
                </a:tc>
                <a:tc>
                  <a:txBody>
                    <a:bodyPr/>
                    <a:lstStyle/>
                    <a:p>
                      <a:pPr>
                        <a:defRPr sz="1000">
                          <a:solidFill>
                            <a:srgbClr val="333333"/>
                          </a:solidFill>
                          <a:latin typeface="Calibri"/>
                        </a:defRPr>
                      </a:pPr>
                      <a:r>
                        <a:t>9/10</a:t>
                      </a:r>
                    </a:p>
                  </a:txBody>
                  <a:tcPr anchor="ctr">
                    <a:solidFill>
                      <a:srgbClr val="FFFFFF"/>
                    </a:solidFill>
                  </a:tcPr>
                </a:tc>
                <a:tc>
                  <a:txBody>
                    <a:bodyPr/>
                    <a:lstStyle/>
                    <a:p>
                      <a:pPr>
                        <a:defRPr sz="1000">
                          <a:solidFill>
                            <a:srgbClr val="333333"/>
                          </a:solidFill>
                          <a:latin typeface="Calibri"/>
                        </a:defRPr>
                      </a:pPr>
                      <a:r>
                        <a:t>8/10</a:t>
                      </a:r>
                    </a:p>
                  </a:txBody>
                  <a:tcPr anchor="ctr">
                    <a:solidFill>
                      <a:srgbClr val="FFFFFF"/>
                    </a:solidFill>
                  </a:tcPr>
                </a:tc>
                <a:tc>
                  <a:txBody>
                    <a:bodyPr/>
                    <a:lstStyle/>
                    <a:p>
                      <a:pPr>
                        <a:defRPr sz="1000">
                          <a:solidFill>
                            <a:srgbClr val="333333"/>
                          </a:solidFill>
                          <a:latin typeface="Calibri"/>
                        </a:defRPr>
                      </a:pPr>
                      <a:r>
                        <a:t>1/10</a:t>
                      </a:r>
                    </a:p>
                  </a:txBody>
                  <a:tcPr anchor="ctr">
                    <a:solidFill>
                      <a:srgbClr val="FFFFFF"/>
                    </a:solidFill>
                  </a:tcPr>
                </a:tc>
                <a:extLst>
                  <a:ext uri="{0D108BD9-81ED-4DB2-BD59-A6C34878D82A}">
                    <a16:rowId xmlns:a16="http://schemas.microsoft.com/office/drawing/2014/main" val="10007"/>
                  </a:ext>
                </a:extLst>
              </a:tr>
              <a:tr h="457200">
                <a:tc>
                  <a:txBody>
                    <a:bodyPr/>
                    <a:lstStyle/>
                    <a:p>
                      <a:pPr>
                        <a:defRPr sz="1000">
                          <a:solidFill>
                            <a:srgbClr val="333333"/>
                          </a:solidFill>
                          <a:latin typeface="Calibri"/>
                        </a:defRPr>
                      </a:pPr>
                      <a:r>
                        <a:t>TOTAL</a:t>
                      </a:r>
                    </a:p>
                  </a:txBody>
                  <a:tcPr anchor="ctr">
                    <a:solidFill>
                      <a:srgbClr val="F2F2F2"/>
                    </a:solidFill>
                  </a:tcPr>
                </a:tc>
                <a:tc>
                  <a:txBody>
                    <a:bodyPr/>
                    <a:lstStyle/>
                    <a:p>
                      <a:pPr>
                        <a:defRPr sz="1000">
                          <a:solidFill>
                            <a:srgbClr val="333333"/>
                          </a:solidFill>
                          <a:latin typeface="Calibri"/>
                        </a:defRPr>
                      </a:pPr>
                      <a:r>
                        <a:t>56/70</a:t>
                      </a:r>
                    </a:p>
                  </a:txBody>
                  <a:tcPr anchor="ctr">
                    <a:solidFill>
                      <a:srgbClr val="F2F2F2"/>
                    </a:solidFill>
                  </a:tcPr>
                </a:tc>
                <a:tc>
                  <a:txBody>
                    <a:bodyPr/>
                    <a:lstStyle/>
                    <a:p>
                      <a:pPr>
                        <a:defRPr sz="1000">
                          <a:solidFill>
                            <a:srgbClr val="333333"/>
                          </a:solidFill>
                          <a:latin typeface="Calibri"/>
                        </a:defRPr>
                      </a:pPr>
                      <a:r>
                        <a:t>47/70</a:t>
                      </a:r>
                    </a:p>
                  </a:txBody>
                  <a:tcPr anchor="ctr">
                    <a:solidFill>
                      <a:srgbClr val="F2F2F2"/>
                    </a:solidFill>
                  </a:tcPr>
                </a:tc>
                <a:tc>
                  <a:txBody>
                    <a:bodyPr/>
                    <a:lstStyle/>
                    <a:p>
                      <a:pPr>
                        <a:defRPr sz="1000">
                          <a:solidFill>
                            <a:srgbClr val="333333"/>
                          </a:solidFill>
                          <a:latin typeface="Calibri"/>
                        </a:defRPr>
                      </a:pPr>
                      <a:r>
                        <a:t>41/70</a:t>
                      </a:r>
                    </a:p>
                  </a:txBody>
                  <a:tcPr anchor="ctr">
                    <a:solidFill>
                      <a:srgbClr val="F2F2F2"/>
                    </a:solidFill>
                  </a:tcPr>
                </a:tc>
                <a:tc>
                  <a:txBody>
                    <a:bodyPr/>
                    <a:lstStyle/>
                    <a:p>
                      <a:pPr>
                        <a:defRPr sz="1000">
                          <a:solidFill>
                            <a:srgbClr val="333333"/>
                          </a:solidFill>
                          <a:latin typeface="Calibri"/>
                        </a:defRPr>
                      </a:pPr>
                      <a:r>
                        <a:rPr dirty="0"/>
                        <a:t>17/70</a:t>
                      </a:r>
                    </a:p>
                  </a:txBody>
                  <a:tcPr anchor="ctr">
                    <a:solidFill>
                      <a:srgbClr val="F2F2F2"/>
                    </a:solidFill>
                  </a:tcPr>
                </a:tc>
                <a:extLst>
                  <a:ext uri="{0D108BD9-81ED-4DB2-BD59-A6C34878D82A}">
                    <a16:rowId xmlns:a16="http://schemas.microsoft.com/office/drawing/2014/main" val="10008"/>
                  </a:ext>
                </a:extLst>
              </a:tr>
            </a:tbl>
          </a:graphicData>
        </a:graphic>
      </p:graphicFrame>
      <p:sp>
        <p:nvSpPr>
          <p:cNvPr id="5" name="Rounded Rectangle 4"/>
          <p:cNvSpPr/>
          <p:nvPr/>
        </p:nvSpPr>
        <p:spPr>
          <a:xfrm>
            <a:off x="731520" y="5486400"/>
            <a:ext cx="5029200" cy="1005840"/>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5577840"/>
            <a:ext cx="4572000" cy="822960"/>
          </a:xfrm>
          <a:prstGeom prst="rect">
            <a:avLst/>
          </a:prstGeom>
          <a:noFill/>
        </p:spPr>
        <p:txBody>
          <a:bodyPr wrap="square">
            <a:spAutoFit/>
          </a:bodyPr>
          <a:lstStyle/>
          <a:p>
            <a:pPr algn="l">
              <a:spcAft>
                <a:spcPts val="400"/>
              </a:spcAft>
              <a:defRPr sz="1200" b="1">
                <a:solidFill>
                  <a:srgbClr val="C62828"/>
                </a:solidFill>
                <a:latin typeface="Calibri"/>
              </a:defRPr>
            </a:pPr>
            <a:r>
              <a:t>*Flexa Removed:</a:t>
            </a:r>
          </a:p>
          <a:p>
            <a:pPr algn="l">
              <a:spcAft>
                <a:spcPts val="400"/>
              </a:spcAft>
              <a:defRPr sz="1000" b="0">
                <a:solidFill>
                  <a:srgbClr val="333333"/>
                </a:solidFill>
                <a:latin typeface="Calibri"/>
              </a:defRPr>
            </a:pPr>
            <a:r>
              <a:t>AMP token lost 98% of value. Only $14.1M raised after 7+ years. US/Canada only. No Clover integration confirmed.</a:t>
            </a:r>
          </a:p>
        </p:txBody>
      </p:sp>
      <p:sp>
        <p:nvSpPr>
          <p:cNvPr id="7" name="Rounded Rectangle 6"/>
          <p:cNvSpPr/>
          <p:nvPr/>
        </p:nvSpPr>
        <p:spPr>
          <a:xfrm>
            <a:off x="6217920" y="5486400"/>
            <a:ext cx="5212080" cy="1005840"/>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5577840"/>
            <a:ext cx="4754880" cy="482183"/>
          </a:xfrm>
          <a:prstGeom prst="rect">
            <a:avLst/>
          </a:prstGeom>
          <a:noFill/>
        </p:spPr>
        <p:txBody>
          <a:bodyPr wrap="square">
            <a:spAutoFit/>
          </a:bodyPr>
          <a:lstStyle/>
          <a:p>
            <a:pPr algn="l">
              <a:spcAft>
                <a:spcPts val="400"/>
              </a:spcAft>
              <a:defRPr sz="1200" b="1">
                <a:solidFill>
                  <a:srgbClr val="C62828"/>
                </a:solidFill>
                <a:latin typeface="Calibri"/>
              </a:defRPr>
            </a:pPr>
            <a:r>
              <a:rPr dirty="0"/>
              <a:t>*Heron Removed:</a:t>
            </a:r>
          </a:p>
          <a:p>
            <a:pPr algn="l">
              <a:spcAft>
                <a:spcPts val="400"/>
              </a:spcAft>
              <a:defRPr sz="1000" b="0">
                <a:solidFill>
                  <a:srgbClr val="333333"/>
                </a:solidFill>
                <a:latin typeface="Calibri"/>
              </a:defRPr>
            </a:pPr>
            <a:r>
              <a:rPr dirty="0"/>
              <a:t>Zero verifiable funding, team, customers, or certifications.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F7E96DB-C6B2-FA57-6AC9-C92A753A08E5}"/>
              </a:ext>
            </a:extLst>
          </p:cNvPr>
          <p:cNvSpPr txBox="1"/>
          <p:nvPr/>
        </p:nvSpPr>
        <p:spPr>
          <a:xfrm>
            <a:off x="731520" y="365760"/>
            <a:ext cx="10058400" cy="640080"/>
          </a:xfrm>
          <a:prstGeom prst="rect">
            <a:avLst/>
          </a:prstGeom>
          <a:noFill/>
        </p:spPr>
        <p:txBody>
          <a:bodyPr wrap="square">
            <a:spAutoFit/>
          </a:bodyPr>
          <a:lstStyle/>
          <a:p>
            <a:pPr algn="l">
              <a:defRPr sz="3600" b="1">
                <a:solidFill>
                  <a:srgbClr val="FFFFFF"/>
                </a:solidFill>
                <a:latin typeface="Calibri"/>
              </a:defRPr>
            </a:pPr>
            <a:r>
              <a:rPr dirty="0">
                <a:solidFill>
                  <a:srgbClr val="002060"/>
                </a:solidFill>
              </a:rPr>
              <a:t>The Agent-to-Agent Payment Gap</a:t>
            </a:r>
          </a:p>
        </p:txBody>
      </p:sp>
      <p:sp>
        <p:nvSpPr>
          <p:cNvPr id="5" name="TextBox 4">
            <a:extLst>
              <a:ext uri="{FF2B5EF4-FFF2-40B4-BE49-F238E27FC236}">
                <a16:creationId xmlns:a16="http://schemas.microsoft.com/office/drawing/2014/main" id="{C0200C23-2EB5-F087-F6B8-E14954FA94D7}"/>
              </a:ext>
            </a:extLst>
          </p:cNvPr>
          <p:cNvSpPr txBox="1"/>
          <p:nvPr/>
        </p:nvSpPr>
        <p:spPr>
          <a:xfrm>
            <a:off x="731520" y="896384"/>
            <a:ext cx="10058400" cy="365760"/>
          </a:xfrm>
          <a:prstGeom prst="rect">
            <a:avLst/>
          </a:prstGeom>
          <a:noFill/>
        </p:spPr>
        <p:txBody>
          <a:bodyPr wrap="square">
            <a:spAutoFit/>
          </a:bodyPr>
          <a:lstStyle/>
          <a:p>
            <a:pPr algn="l">
              <a:defRPr sz="1300" b="0">
                <a:solidFill>
                  <a:srgbClr val="FF6600"/>
                </a:solidFill>
                <a:latin typeface="Calibri"/>
              </a:defRPr>
            </a:pPr>
            <a:r>
              <a:rPr dirty="0"/>
              <a:t>Machine-to-machine &amp; agent-to-agent transactions are emerging. Crypto + microtransaction support is the gap Fiserv needs to close.</a:t>
            </a:r>
          </a:p>
        </p:txBody>
      </p:sp>
      <p:sp>
        <p:nvSpPr>
          <p:cNvPr id="6" name="Rounded Rectangle 5"/>
          <p:cNvSpPr/>
          <p:nvPr/>
        </p:nvSpPr>
        <p:spPr>
          <a:xfrm>
            <a:off x="914400" y="1828800"/>
            <a:ext cx="5029200" cy="2834640"/>
          </a:xfrm>
          <a:prstGeom prst="roundRect">
            <a:avLst/>
          </a:prstGeom>
          <a:solidFill>
            <a:srgbClr val="FFFFFF"/>
          </a:solidFill>
          <a:ln w="12700">
            <a:solidFill>
              <a:srgbClr val="003B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1965960"/>
            <a:ext cx="4572000" cy="457200"/>
          </a:xfrm>
          <a:prstGeom prst="rect">
            <a:avLst/>
          </a:prstGeom>
          <a:noFill/>
        </p:spPr>
        <p:txBody>
          <a:bodyPr wrap="square" lIns="0" rIns="0" tIns="0" bIns="0">
            <a:spAutoFit/>
          </a:bodyPr>
          <a:lstStyle/>
          <a:p>
            <a:pPr algn="l"/>
            <a:r>
              <a:rPr sz="2800" b="1">
                <a:solidFill>
                  <a:srgbClr val="003B5C"/>
                </a:solidFill>
                <a:latin typeface="Calibri"/>
              </a:rPr>
              <a:t>x402</a:t>
            </a:r>
          </a:p>
        </p:txBody>
      </p:sp>
      <p:sp>
        <p:nvSpPr>
          <p:cNvPr id="8" name="TextBox 7"/>
          <p:cNvSpPr txBox="1"/>
          <p:nvPr/>
        </p:nvSpPr>
        <p:spPr>
          <a:xfrm>
            <a:off x="1143000" y="2514600"/>
            <a:ext cx="4572000" cy="274320"/>
          </a:xfrm>
          <a:prstGeom prst="rect">
            <a:avLst/>
          </a:prstGeom>
          <a:noFill/>
        </p:spPr>
        <p:txBody>
          <a:bodyPr wrap="square" lIns="0" rIns="0" tIns="0" bIns="0">
            <a:spAutoFit/>
          </a:bodyPr>
          <a:lstStyle/>
          <a:p>
            <a:pPr algn="l"/>
            <a:r>
              <a:rPr sz="1200" b="0">
                <a:solidFill>
                  <a:srgbClr val="9B9B9B"/>
                </a:solidFill>
                <a:latin typeface="Calibri"/>
              </a:rPr>
              <a:t>Linux Foundation  (Coinbase-created, Apr 2026)</a:t>
            </a:r>
          </a:p>
        </p:txBody>
      </p:sp>
      <p:sp>
        <p:nvSpPr>
          <p:cNvPr id="9" name="TextBox 8"/>
          <p:cNvSpPr txBox="1"/>
          <p:nvPr/>
        </p:nvSpPr>
        <p:spPr>
          <a:xfrm>
            <a:off x="1143000" y="2834640"/>
            <a:ext cx="4572000" cy="1280160"/>
          </a:xfrm>
          <a:prstGeom prst="rect">
            <a:avLst/>
          </a:prstGeom>
          <a:noFill/>
        </p:spPr>
        <p:txBody>
          <a:bodyPr wrap="square" lIns="0" rIns="0" tIns="0" bIns="0">
            <a:spAutoFit/>
          </a:bodyPr>
          <a:lstStyle/>
          <a:p>
            <a:pPr algn="l"/>
            <a:r>
              <a:rPr sz="1300" b="0">
                <a:solidFill>
                  <a:srgbClr val="333333"/>
                </a:solidFill>
                <a:latin typeface="Calibri"/>
              </a:rPr>
              <a:t>HTTP-native stablecoin settlement for machine-to-machine payments. Uses the dormant HTTP 402 status code to request payment inline. Stripe already integrated on USDC/Base; Shopify, AWS, Google, Visa backing it.</a:t>
            </a:r>
          </a:p>
        </p:txBody>
      </p:sp>
      <p:sp>
        <p:nvSpPr>
          <p:cNvPr id="10" name="Rounded Rectangle 9"/>
          <p:cNvSpPr/>
          <p:nvPr/>
        </p:nvSpPr>
        <p:spPr>
          <a:xfrm>
            <a:off x="1143000" y="4160520"/>
            <a:ext cx="4572000" cy="347472"/>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88720" y="4206240"/>
            <a:ext cx="4480560" cy="274320"/>
          </a:xfrm>
          <a:prstGeom prst="rect">
            <a:avLst/>
          </a:prstGeom>
          <a:noFill/>
        </p:spPr>
        <p:txBody>
          <a:bodyPr wrap="square" lIns="0" rIns="0" tIns="0" bIns="0">
            <a:spAutoFit/>
          </a:bodyPr>
          <a:lstStyle/>
          <a:p>
            <a:pPr algn="ctr"/>
            <a:r>
              <a:rPr sz="1100" b="1">
                <a:solidFill>
                  <a:srgbClr val="FFFFFF"/>
                </a:solidFill>
                <a:latin typeface="Calibri"/>
              </a:rPr>
              <a:t>FISERV  —  FOUNDING MEMBER</a:t>
            </a:r>
          </a:p>
        </p:txBody>
      </p:sp>
      <p:sp>
        <p:nvSpPr>
          <p:cNvPr id="12" name="Rounded Rectangle 11"/>
          <p:cNvSpPr/>
          <p:nvPr/>
        </p:nvSpPr>
        <p:spPr>
          <a:xfrm>
            <a:off x="6217920" y="1828800"/>
            <a:ext cx="5029200" cy="2834640"/>
          </a:xfrm>
          <a:prstGeom prst="roundRect">
            <a:avLst/>
          </a:prstGeom>
          <a:solidFill>
            <a:srgbClr val="FFFFFF"/>
          </a:solidFill>
          <a:ln w="12700">
            <a:solidFill>
              <a:srgbClr val="003B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965960"/>
            <a:ext cx="4572000" cy="457200"/>
          </a:xfrm>
          <a:prstGeom prst="rect">
            <a:avLst/>
          </a:prstGeom>
          <a:noFill/>
        </p:spPr>
        <p:txBody>
          <a:bodyPr wrap="square" lIns="0" rIns="0" tIns="0" bIns="0">
            <a:spAutoFit/>
          </a:bodyPr>
          <a:lstStyle/>
          <a:p>
            <a:pPr algn="l"/>
            <a:r>
              <a:rPr sz="2800" b="1">
                <a:solidFill>
                  <a:srgbClr val="003B5C"/>
                </a:solidFill>
                <a:latin typeface="Calibri"/>
              </a:rPr>
              <a:t>MPP</a:t>
            </a:r>
          </a:p>
        </p:txBody>
      </p:sp>
      <p:sp>
        <p:nvSpPr>
          <p:cNvPr id="14" name="TextBox 13"/>
          <p:cNvSpPr txBox="1"/>
          <p:nvPr/>
        </p:nvSpPr>
        <p:spPr>
          <a:xfrm>
            <a:off x="6446520" y="2514600"/>
            <a:ext cx="4572000" cy="274320"/>
          </a:xfrm>
          <a:prstGeom prst="rect">
            <a:avLst/>
          </a:prstGeom>
          <a:noFill/>
        </p:spPr>
        <p:txBody>
          <a:bodyPr wrap="square" lIns="0" rIns="0" tIns="0" bIns="0">
            <a:spAutoFit/>
          </a:bodyPr>
          <a:lstStyle/>
          <a:p>
            <a:pPr algn="l"/>
            <a:r>
              <a:rPr sz="1200" b="0">
                <a:solidFill>
                  <a:srgbClr val="9B9B9B"/>
                </a:solidFill>
                <a:latin typeface="Calibri"/>
              </a:rPr>
              <a:t>Stripe / Tempo  (Machine Payment Protocol)</a:t>
            </a:r>
          </a:p>
        </p:txBody>
      </p:sp>
      <p:sp>
        <p:nvSpPr>
          <p:cNvPr id="15" name="TextBox 14"/>
          <p:cNvSpPr txBox="1"/>
          <p:nvPr/>
        </p:nvSpPr>
        <p:spPr>
          <a:xfrm>
            <a:off x="6446520" y="2834640"/>
            <a:ext cx="4572000" cy="1280160"/>
          </a:xfrm>
          <a:prstGeom prst="rect">
            <a:avLst/>
          </a:prstGeom>
          <a:noFill/>
        </p:spPr>
        <p:txBody>
          <a:bodyPr wrap="square" lIns="0" rIns="0" tIns="0" bIns="0">
            <a:spAutoFit/>
          </a:bodyPr>
          <a:lstStyle/>
          <a:p>
            <a:pPr algn="l"/>
            <a:r>
              <a:rPr sz="1300" b="0">
                <a:solidFill>
                  <a:srgbClr val="333333"/>
                </a:solidFill>
                <a:latin typeface="Calibri"/>
              </a:rPr>
              <a:t>Session-based, batched agent payments — depends on stablecoin/crypto rails under the hood. Stripe launched with 100+ services in March 2026. Card-only Fiserv cannot route these flows.</a:t>
            </a:r>
          </a:p>
        </p:txBody>
      </p:sp>
      <p:sp>
        <p:nvSpPr>
          <p:cNvPr id="16" name="Rounded Rectangle 15"/>
          <p:cNvSpPr/>
          <p:nvPr/>
        </p:nvSpPr>
        <p:spPr>
          <a:xfrm>
            <a:off x="6446520" y="4160520"/>
            <a:ext cx="4572000" cy="347472"/>
          </a:xfrm>
          <a:prstGeom prst="round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4206240"/>
            <a:ext cx="4480560" cy="274320"/>
          </a:xfrm>
          <a:prstGeom prst="rect">
            <a:avLst/>
          </a:prstGeom>
          <a:noFill/>
        </p:spPr>
        <p:txBody>
          <a:bodyPr wrap="square" lIns="0" rIns="0" tIns="0" bIns="0">
            <a:spAutoFit/>
          </a:bodyPr>
          <a:lstStyle/>
          <a:p>
            <a:pPr algn="ctr"/>
            <a:r>
              <a:rPr sz="1100" b="1">
                <a:solidFill>
                  <a:srgbClr val="FFFFFF"/>
                </a:solidFill>
                <a:latin typeface="Calibri"/>
              </a:rPr>
              <a:t>FISERV GAP  —  NO CRYPTO ACCEPTANCE</a:t>
            </a:r>
          </a:p>
        </p:txBody>
      </p:sp>
      <p:sp>
        <p:nvSpPr>
          <p:cNvPr id="18" name="Rectangle 17"/>
          <p:cNvSpPr/>
          <p:nvPr/>
        </p:nvSpPr>
        <p:spPr>
          <a:xfrm>
            <a:off x="731520" y="4937760"/>
            <a:ext cx="10698480" cy="1371600"/>
          </a:xfrm>
          <a:prstGeom prst="rect">
            <a:avLst/>
          </a:prstGeom>
          <a:solidFill>
            <a:srgbClr val="00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029200"/>
            <a:ext cx="10332720" cy="1188720"/>
          </a:xfrm>
          <a:prstGeom prst="rect">
            <a:avLst/>
          </a:prstGeom>
          <a:noFill/>
        </p:spPr>
        <p:txBody>
          <a:bodyPr wrap="square" lIns="0" rIns="0" tIns="0" bIns="0">
            <a:spAutoFit/>
          </a:bodyPr>
          <a:lstStyle/>
          <a:p>
            <a:pPr algn="l"/>
            <a:r>
              <a:rPr sz="1400" b="1">
                <a:solidFill>
                  <a:srgbClr val="FF6600"/>
                </a:solidFill>
                <a:latin typeface="Calibri"/>
              </a:rPr>
              <a:t>The point:</a:t>
            </a:r>
          </a:p>
          <a:p>
            <a:pPr algn="l"/>
            <a:r>
              <a:rPr sz="1200" b="0">
                <a:solidFill>
                  <a:srgbClr val="FFFFFF"/>
                </a:solidFill>
                <a:latin typeface="Calibri"/>
              </a:rPr>
              <a:t>Agent-to-agent / machine-to-machine commerce is real, and the two leading protocols (x402 and MPP) both require crypto + microtransaction rails.</a:t>
            </a:r>
          </a:p>
          <a:p>
            <a:pPr algn="l"/>
            <a:r>
              <a:rPr sz="1200" b="0">
                <a:solidFill>
                  <a:srgbClr val="FFFFFF"/>
                </a:solidFill>
                <a:latin typeface="Calibri"/>
              </a:rPr>
              <a:t>Without crypto acceptance, Fiserv cannot route AI-agent payments at all — neither through x402 (where we are a founding member) nor through MPP (where Stripe already ships).</a:t>
            </a:r>
          </a:p>
          <a:p>
            <a:pPr algn="l"/>
            <a:r>
              <a:rPr sz="1200" b="1">
                <a:solidFill>
                  <a:srgbClr val="FF6600"/>
                </a:solidFill>
                <a:latin typeface="Calibri"/>
              </a:rPr>
              <a:t>Coinbase partnership closes both gaps in one integration.</a:t>
            </a:r>
          </a:p>
        </p:txBody>
      </p:sp>
    </p:spTree>
    <p:extLst>
      <p:ext uri="{BB962C8B-B14F-4D97-AF65-F5344CB8AC3E}">
        <p14:creationId xmlns:p14="http://schemas.microsoft.com/office/powerpoint/2010/main" val="994284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640080"/>
          </a:xfrm>
          <a:prstGeom prst="rect">
            <a:avLst/>
          </a:prstGeom>
          <a:noFill/>
        </p:spPr>
        <p:txBody>
          <a:bodyPr wrap="square">
            <a:spAutoFit/>
          </a:bodyPr>
          <a:lstStyle/>
          <a:p>
            <a:pPr algn="l">
              <a:defRPr sz="3600" b="1">
                <a:solidFill>
                  <a:srgbClr val="003B5C"/>
                </a:solidFill>
                <a:latin typeface="Calibri"/>
              </a:defRPr>
            </a:pPr>
            <a:r>
              <a:rPr dirty="0">
                <a:solidFill>
                  <a:srgbClr val="002060"/>
                </a:solidFill>
              </a:rPr>
              <a:t>Build vs. Implement: Protocol Strategy</a:t>
            </a:r>
          </a:p>
        </p:txBody>
      </p:sp>
      <p:sp>
        <p:nvSpPr>
          <p:cNvPr id="4" name="Rounded Rectangle 3"/>
          <p:cNvSpPr/>
          <p:nvPr/>
        </p:nvSpPr>
        <p:spPr>
          <a:xfrm>
            <a:off x="731520" y="1280160"/>
            <a:ext cx="5245863" cy="3787328"/>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72952" y="1371600"/>
            <a:ext cx="4937760" cy="369332"/>
          </a:xfrm>
          <a:prstGeom prst="rect">
            <a:avLst/>
          </a:prstGeom>
          <a:noFill/>
        </p:spPr>
        <p:txBody>
          <a:bodyPr wrap="square">
            <a:spAutoFit/>
          </a:bodyPr>
          <a:lstStyle/>
          <a:p>
            <a:pPr algn="l">
              <a:defRPr sz="1800" b="1">
                <a:solidFill>
                  <a:srgbClr val="C62828"/>
                </a:solidFill>
                <a:latin typeface="Calibri"/>
              </a:defRPr>
            </a:pPr>
            <a:r>
              <a:rPr dirty="0">
                <a:solidFill>
                  <a:srgbClr val="FF6600"/>
                </a:solidFill>
              </a:rPr>
              <a:t>Don't Build a Proprietary Protocol</a:t>
            </a:r>
          </a:p>
        </p:txBody>
      </p:sp>
      <p:sp>
        <p:nvSpPr>
          <p:cNvPr id="6" name="Rectangle 5"/>
          <p:cNvSpPr/>
          <p:nvPr/>
        </p:nvSpPr>
        <p:spPr>
          <a:xfrm>
            <a:off x="1097280" y="1965960"/>
            <a:ext cx="109728" cy="109728"/>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371600" y="1874519"/>
            <a:ext cx="4389120" cy="457200"/>
          </a:xfrm>
          <a:prstGeom prst="rect">
            <a:avLst/>
          </a:prstGeom>
          <a:noFill/>
        </p:spPr>
        <p:txBody>
          <a:bodyPr wrap="square">
            <a:spAutoFit/>
          </a:bodyPr>
          <a:lstStyle/>
          <a:p>
            <a:pPr algn="l">
              <a:defRPr sz="1200" b="0">
                <a:solidFill>
                  <a:srgbClr val="333333"/>
                </a:solidFill>
                <a:latin typeface="Calibri"/>
              </a:defRPr>
            </a:pPr>
            <a:r>
              <a:t>Fiserv publicly committed to x402 Foundation (Apr 2, 2026)</a:t>
            </a:r>
          </a:p>
        </p:txBody>
      </p:sp>
      <p:sp>
        <p:nvSpPr>
          <p:cNvPr id="8" name="Rectangle 7"/>
          <p:cNvSpPr/>
          <p:nvPr/>
        </p:nvSpPr>
        <p:spPr>
          <a:xfrm>
            <a:off x="1097280" y="2468880"/>
            <a:ext cx="109728" cy="109728"/>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71600" y="2377439"/>
            <a:ext cx="4389120" cy="457200"/>
          </a:xfrm>
          <a:prstGeom prst="rect">
            <a:avLst/>
          </a:prstGeom>
          <a:noFill/>
        </p:spPr>
        <p:txBody>
          <a:bodyPr wrap="square">
            <a:spAutoFit/>
          </a:bodyPr>
          <a:lstStyle/>
          <a:p>
            <a:pPr algn="l">
              <a:defRPr sz="1200" b="0">
                <a:solidFill>
                  <a:srgbClr val="333333"/>
                </a:solidFill>
                <a:latin typeface="Calibri"/>
              </a:defRPr>
            </a:pPr>
            <a:r>
              <a:t>Adyen (closest analog) is NOT building their own</a:t>
            </a:r>
          </a:p>
        </p:txBody>
      </p:sp>
      <p:sp>
        <p:nvSpPr>
          <p:cNvPr id="10" name="Rectangle 9"/>
          <p:cNvSpPr/>
          <p:nvPr/>
        </p:nvSpPr>
        <p:spPr>
          <a:xfrm>
            <a:off x="1097280" y="2971800"/>
            <a:ext cx="109728" cy="109728"/>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371600" y="2880360"/>
            <a:ext cx="4389120" cy="457200"/>
          </a:xfrm>
          <a:prstGeom prst="rect">
            <a:avLst/>
          </a:prstGeom>
          <a:noFill/>
        </p:spPr>
        <p:txBody>
          <a:bodyPr wrap="square">
            <a:spAutoFit/>
          </a:bodyPr>
          <a:lstStyle/>
          <a:p>
            <a:pPr algn="l">
              <a:defRPr sz="1200" b="0">
                <a:solidFill>
                  <a:srgbClr val="333333"/>
                </a:solidFill>
                <a:latin typeface="Calibri"/>
              </a:defRPr>
            </a:pPr>
            <a:r>
              <a:t>Protocol adoption requires ecosystem (22+ members vs 0)</a:t>
            </a:r>
          </a:p>
        </p:txBody>
      </p:sp>
      <p:sp>
        <p:nvSpPr>
          <p:cNvPr id="12" name="Rectangle 11"/>
          <p:cNvSpPr/>
          <p:nvPr/>
        </p:nvSpPr>
        <p:spPr>
          <a:xfrm>
            <a:off x="1097280" y="3474720"/>
            <a:ext cx="109728" cy="109728"/>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371600" y="3383280"/>
            <a:ext cx="4389120" cy="457200"/>
          </a:xfrm>
          <a:prstGeom prst="rect">
            <a:avLst/>
          </a:prstGeom>
          <a:noFill/>
        </p:spPr>
        <p:txBody>
          <a:bodyPr wrap="square">
            <a:spAutoFit/>
          </a:bodyPr>
          <a:lstStyle/>
          <a:p>
            <a:pPr algn="l">
              <a:defRPr sz="1200" b="0">
                <a:solidFill>
                  <a:srgbClr val="333333"/>
                </a:solidFill>
                <a:latin typeface="Calibri"/>
              </a:defRPr>
            </a:pPr>
            <a:r>
              <a:t>12-18 months engineering cost for zero network effects</a:t>
            </a:r>
          </a:p>
        </p:txBody>
      </p:sp>
      <p:sp>
        <p:nvSpPr>
          <p:cNvPr id="14" name="Rectangle 13"/>
          <p:cNvSpPr/>
          <p:nvPr/>
        </p:nvSpPr>
        <p:spPr>
          <a:xfrm>
            <a:off x="1097280" y="3977639"/>
            <a:ext cx="109728" cy="109728"/>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371600" y="3886200"/>
            <a:ext cx="4389120" cy="457200"/>
          </a:xfrm>
          <a:prstGeom prst="rect">
            <a:avLst/>
          </a:prstGeom>
          <a:noFill/>
        </p:spPr>
        <p:txBody>
          <a:bodyPr wrap="square">
            <a:spAutoFit/>
          </a:bodyPr>
          <a:lstStyle/>
          <a:p>
            <a:pPr algn="l">
              <a:defRPr sz="1200" b="0">
                <a:solidFill>
                  <a:srgbClr val="333333"/>
                </a:solidFill>
                <a:latin typeface="Calibri"/>
              </a:defRPr>
            </a:pPr>
            <a:r>
              <a:t>Every Fiserv advantage deliverable as implementation layer</a:t>
            </a:r>
          </a:p>
        </p:txBody>
      </p:sp>
      <p:sp>
        <p:nvSpPr>
          <p:cNvPr id="16" name="Rounded Rectangle 15"/>
          <p:cNvSpPr/>
          <p:nvPr/>
        </p:nvSpPr>
        <p:spPr>
          <a:xfrm>
            <a:off x="6400800" y="1280160"/>
            <a:ext cx="5029200" cy="3787328"/>
          </a:xfrm>
          <a:prstGeom prst="roundRect">
            <a:avLst/>
          </a:prstGeom>
          <a:solidFill>
            <a:schemeClr val="accent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42232" y="1371600"/>
            <a:ext cx="4937760" cy="369332"/>
          </a:xfrm>
          <a:prstGeom prst="rect">
            <a:avLst/>
          </a:prstGeom>
          <a:noFill/>
        </p:spPr>
        <p:txBody>
          <a:bodyPr wrap="square">
            <a:spAutoFit/>
          </a:bodyPr>
          <a:lstStyle/>
          <a:p>
            <a:pPr algn="l">
              <a:defRPr sz="1800" b="1">
                <a:solidFill>
                  <a:srgbClr val="2E7D32"/>
                </a:solidFill>
                <a:latin typeface="Calibri"/>
              </a:defRPr>
            </a:pPr>
            <a:r>
              <a:rPr dirty="0">
                <a:solidFill>
                  <a:srgbClr val="FF6600"/>
                </a:solidFill>
              </a:rPr>
              <a:t>Build the Best Implementation Layer</a:t>
            </a:r>
          </a:p>
        </p:txBody>
      </p:sp>
      <p:sp>
        <p:nvSpPr>
          <p:cNvPr id="18" name="Rectangle 17"/>
          <p:cNvSpPr/>
          <p:nvPr/>
        </p:nvSpPr>
        <p:spPr>
          <a:xfrm>
            <a:off x="6766560" y="1965960"/>
            <a:ext cx="109728" cy="1097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040880" y="1874519"/>
            <a:ext cx="4389120" cy="276999"/>
          </a:xfrm>
          <a:prstGeom prst="rect">
            <a:avLst/>
          </a:prstGeom>
          <a:noFill/>
        </p:spPr>
        <p:txBody>
          <a:bodyPr wrap="square">
            <a:spAutoFit/>
          </a:bodyPr>
          <a:lstStyle/>
          <a:p>
            <a:pPr algn="l">
              <a:defRPr sz="1200" b="0">
                <a:solidFill>
                  <a:srgbClr val="333333"/>
                </a:solidFill>
                <a:latin typeface="Calibri"/>
              </a:defRPr>
            </a:pPr>
            <a:r>
              <a:rPr dirty="0">
                <a:solidFill>
                  <a:srgbClr val="002060"/>
                </a:solidFill>
              </a:rPr>
              <a:t>Protocol-agnostic gateway (x402 + MPP + AP2 + TAP)</a:t>
            </a:r>
          </a:p>
        </p:txBody>
      </p:sp>
      <p:sp>
        <p:nvSpPr>
          <p:cNvPr id="20" name="Rectangle 19"/>
          <p:cNvSpPr/>
          <p:nvPr/>
        </p:nvSpPr>
        <p:spPr>
          <a:xfrm>
            <a:off x="6766560" y="2468880"/>
            <a:ext cx="109728" cy="1097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040880" y="2377439"/>
            <a:ext cx="4389120" cy="276999"/>
          </a:xfrm>
          <a:prstGeom prst="rect">
            <a:avLst/>
          </a:prstGeom>
          <a:noFill/>
        </p:spPr>
        <p:txBody>
          <a:bodyPr wrap="square">
            <a:spAutoFit/>
          </a:bodyPr>
          <a:lstStyle/>
          <a:p>
            <a:pPr algn="l">
              <a:defRPr sz="1200" b="0">
                <a:solidFill>
                  <a:srgbClr val="333333"/>
                </a:solidFill>
                <a:latin typeface="Calibri"/>
              </a:defRPr>
            </a:pPr>
            <a:r>
              <a:rPr>
                <a:solidFill>
                  <a:srgbClr val="002060"/>
                </a:solidFill>
              </a:rPr>
              <a:t>Default to FIUSD settlement on Solana</a:t>
            </a:r>
          </a:p>
        </p:txBody>
      </p:sp>
      <p:sp>
        <p:nvSpPr>
          <p:cNvPr id="22" name="Rectangle 21"/>
          <p:cNvSpPr/>
          <p:nvPr/>
        </p:nvSpPr>
        <p:spPr>
          <a:xfrm>
            <a:off x="6766560" y="2971800"/>
            <a:ext cx="109728" cy="1097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040880" y="2880360"/>
            <a:ext cx="4389120" cy="276999"/>
          </a:xfrm>
          <a:prstGeom prst="rect">
            <a:avLst/>
          </a:prstGeom>
          <a:noFill/>
        </p:spPr>
        <p:txBody>
          <a:bodyPr wrap="square">
            <a:spAutoFit/>
          </a:bodyPr>
          <a:lstStyle/>
          <a:p>
            <a:pPr algn="l">
              <a:defRPr sz="1200" b="0">
                <a:solidFill>
                  <a:srgbClr val="333333"/>
                </a:solidFill>
                <a:latin typeface="Calibri"/>
              </a:defRPr>
            </a:pPr>
            <a:r>
              <a:rPr>
                <a:solidFill>
                  <a:srgbClr val="002060"/>
                </a:solidFill>
              </a:rPr>
              <a:t>Bank-verified agent identity via Finxact KYC</a:t>
            </a:r>
          </a:p>
        </p:txBody>
      </p:sp>
      <p:sp>
        <p:nvSpPr>
          <p:cNvPr id="24" name="Rectangle 23"/>
          <p:cNvSpPr/>
          <p:nvPr/>
        </p:nvSpPr>
        <p:spPr>
          <a:xfrm>
            <a:off x="6766560" y="3474720"/>
            <a:ext cx="109728" cy="1097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040880" y="3383280"/>
            <a:ext cx="4389120" cy="276999"/>
          </a:xfrm>
          <a:prstGeom prst="rect">
            <a:avLst/>
          </a:prstGeom>
          <a:noFill/>
        </p:spPr>
        <p:txBody>
          <a:bodyPr wrap="square">
            <a:spAutoFit/>
          </a:bodyPr>
          <a:lstStyle/>
          <a:p>
            <a:pPr algn="l">
              <a:defRPr sz="1200" b="0">
                <a:solidFill>
                  <a:srgbClr val="333333"/>
                </a:solidFill>
                <a:latin typeface="Calibri"/>
              </a:defRPr>
            </a:pPr>
            <a:r>
              <a:rPr>
                <a:solidFill>
                  <a:srgbClr val="002060"/>
                </a:solidFill>
              </a:rPr>
              <a:t>6M merchant auto-enablement via software update</a:t>
            </a:r>
          </a:p>
        </p:txBody>
      </p:sp>
      <p:sp>
        <p:nvSpPr>
          <p:cNvPr id="26" name="Rectangle 25"/>
          <p:cNvSpPr/>
          <p:nvPr/>
        </p:nvSpPr>
        <p:spPr>
          <a:xfrm>
            <a:off x="6766560" y="3977639"/>
            <a:ext cx="109728" cy="1097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040880" y="3886200"/>
            <a:ext cx="4389120" cy="276999"/>
          </a:xfrm>
          <a:prstGeom prst="rect">
            <a:avLst/>
          </a:prstGeom>
          <a:noFill/>
        </p:spPr>
        <p:txBody>
          <a:bodyPr wrap="square">
            <a:spAutoFit/>
          </a:bodyPr>
          <a:lstStyle/>
          <a:p>
            <a:pPr algn="l">
              <a:defRPr sz="1200" b="0">
                <a:solidFill>
                  <a:srgbClr val="333333"/>
                </a:solidFill>
                <a:latin typeface="Calibri"/>
              </a:defRPr>
            </a:pPr>
            <a:r>
              <a:rPr>
                <a:solidFill>
                  <a:srgbClr val="002060"/>
                </a:solidFill>
              </a:rPr>
              <a:t>Fiserv Agent SDK (TypeScript + Python)</a:t>
            </a:r>
          </a:p>
        </p:txBody>
      </p:sp>
      <p:sp>
        <p:nvSpPr>
          <p:cNvPr id="28" name="Rectangle 27"/>
          <p:cNvSpPr/>
          <p:nvPr/>
        </p:nvSpPr>
        <p:spPr>
          <a:xfrm>
            <a:off x="6766560" y="4480560"/>
            <a:ext cx="109728" cy="1097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040880" y="4389120"/>
            <a:ext cx="4389120" cy="276999"/>
          </a:xfrm>
          <a:prstGeom prst="rect">
            <a:avLst/>
          </a:prstGeom>
          <a:noFill/>
        </p:spPr>
        <p:txBody>
          <a:bodyPr wrap="square">
            <a:spAutoFit/>
          </a:bodyPr>
          <a:lstStyle/>
          <a:p>
            <a:pPr algn="l">
              <a:defRPr sz="1200" b="0">
                <a:solidFill>
                  <a:srgbClr val="333333"/>
                </a:solidFill>
                <a:latin typeface="Calibri"/>
              </a:defRPr>
            </a:pPr>
            <a:r>
              <a:rPr>
                <a:solidFill>
                  <a:srgbClr val="002060"/>
                </a:solidFill>
              </a:rPr>
              <a:t>"Fiserv Commerce Profile" within x402 specs</a:t>
            </a:r>
          </a:p>
        </p:txBody>
      </p:sp>
      <p:sp>
        <p:nvSpPr>
          <p:cNvPr id="30" name="Rounded Rectangle 29"/>
          <p:cNvSpPr/>
          <p:nvPr/>
        </p:nvSpPr>
        <p:spPr>
          <a:xfrm>
            <a:off x="746760" y="5608785"/>
            <a:ext cx="10698480" cy="45720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112520" y="5654505"/>
            <a:ext cx="10058400" cy="365760"/>
          </a:xfrm>
          <a:prstGeom prst="rect">
            <a:avLst/>
          </a:prstGeom>
          <a:noFill/>
        </p:spPr>
        <p:txBody>
          <a:bodyPr wrap="square">
            <a:spAutoFit/>
          </a:bodyPr>
          <a:lstStyle/>
          <a:p>
            <a:pPr algn="ctr">
              <a:defRPr sz="1300" b="0">
                <a:solidFill>
                  <a:srgbClr val="FFFFFF"/>
                </a:solidFill>
                <a:latin typeface="Calibri"/>
              </a:defRPr>
            </a:pPr>
            <a:r>
              <a:t>Same strategic pattern that made CommerceHub successful: don't own the network, own the orchestration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BA05EF3-8D1D-5B61-286C-A74814C15B88}"/>
              </a:ext>
            </a:extLst>
          </p:cNvPr>
          <p:cNvSpPr txBox="1"/>
          <p:nvPr/>
        </p:nvSpPr>
        <p:spPr>
          <a:xfrm>
            <a:off x="914400" y="1371600"/>
            <a:ext cx="10332720" cy="1371600"/>
          </a:xfrm>
          <a:prstGeom prst="rect">
            <a:avLst/>
          </a:prstGeom>
          <a:noFill/>
        </p:spPr>
        <p:txBody>
          <a:bodyPr wrap="square">
            <a:spAutoFit/>
          </a:bodyPr>
          <a:lstStyle/>
          <a:p>
            <a:pPr algn="ctr">
              <a:defRPr sz="4000" b="1">
                <a:solidFill>
                  <a:srgbClr val="FF6600"/>
                </a:solidFill>
                <a:latin typeface="Calibri"/>
              </a:defRPr>
            </a:pPr>
            <a:r>
              <a:rPr dirty="0"/>
              <a:t>One Software Update =</a:t>
            </a:r>
            <a:br>
              <a:rPr dirty="0"/>
            </a:br>
            <a:r>
              <a:rPr lang="en-US" dirty="0"/>
              <a:t>All</a:t>
            </a:r>
            <a:r>
              <a:rPr dirty="0"/>
              <a:t> Agent-Payable Merchants</a:t>
            </a:r>
          </a:p>
        </p:txBody>
      </p:sp>
      <p:sp>
        <p:nvSpPr>
          <p:cNvPr id="6" name="Rounded Rectangle 4">
            <a:extLst>
              <a:ext uri="{FF2B5EF4-FFF2-40B4-BE49-F238E27FC236}">
                <a16:creationId xmlns:a16="http://schemas.microsoft.com/office/drawing/2014/main" id="{2BC7BC54-A21B-D018-BAC9-9E39A69F2933}"/>
              </a:ext>
            </a:extLst>
          </p:cNvPr>
          <p:cNvSpPr/>
          <p:nvPr/>
        </p:nvSpPr>
        <p:spPr>
          <a:xfrm>
            <a:off x="914400" y="3200400"/>
            <a:ext cx="4754880" cy="182880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57FA3997-D93D-4090-2CCA-11A591C7B3B2}"/>
              </a:ext>
            </a:extLst>
          </p:cNvPr>
          <p:cNvSpPr txBox="1"/>
          <p:nvPr/>
        </p:nvSpPr>
        <p:spPr>
          <a:xfrm>
            <a:off x="1188720" y="3383280"/>
            <a:ext cx="4206240" cy="365760"/>
          </a:xfrm>
          <a:prstGeom prst="rect">
            <a:avLst/>
          </a:prstGeom>
          <a:noFill/>
        </p:spPr>
        <p:txBody>
          <a:bodyPr wrap="square">
            <a:spAutoFit/>
          </a:bodyPr>
          <a:lstStyle/>
          <a:p>
            <a:pPr algn="l">
              <a:defRPr sz="1800" b="1">
                <a:solidFill>
                  <a:srgbClr val="C62828"/>
                </a:solidFill>
                <a:latin typeface="Calibri"/>
              </a:defRPr>
            </a:pPr>
            <a:r>
              <a:t>Stripe's Approach</a:t>
            </a:r>
          </a:p>
        </p:txBody>
      </p:sp>
      <p:sp>
        <p:nvSpPr>
          <p:cNvPr id="8" name="TextBox 7">
            <a:extLst>
              <a:ext uri="{FF2B5EF4-FFF2-40B4-BE49-F238E27FC236}">
                <a16:creationId xmlns:a16="http://schemas.microsoft.com/office/drawing/2014/main" id="{C89CC33F-1B06-F994-7FEB-4D9638950AB9}"/>
              </a:ext>
            </a:extLst>
          </p:cNvPr>
          <p:cNvSpPr txBox="1"/>
          <p:nvPr/>
        </p:nvSpPr>
        <p:spPr>
          <a:xfrm>
            <a:off x="1188720" y="3840480"/>
            <a:ext cx="4206240" cy="914400"/>
          </a:xfrm>
          <a:prstGeom prst="rect">
            <a:avLst/>
          </a:prstGeom>
          <a:noFill/>
        </p:spPr>
        <p:txBody>
          <a:bodyPr wrap="square">
            <a:spAutoFit/>
          </a:bodyPr>
          <a:lstStyle/>
          <a:p>
            <a:pPr algn="l">
              <a:defRPr sz="1300" b="0">
                <a:solidFill>
                  <a:srgbClr val="FFFFFF"/>
                </a:solidFill>
                <a:latin typeface="Calibri"/>
              </a:defRPr>
            </a:pPr>
            <a:r>
              <a:t>Convince merchants one by one</a:t>
            </a:r>
            <a:br/>
            <a:r>
              <a:t>Each integration requires developer effort</a:t>
            </a:r>
            <a:br/>
            <a:r>
              <a:t>100+ services at MPP launch (March 2026)</a:t>
            </a:r>
          </a:p>
        </p:txBody>
      </p:sp>
      <p:sp>
        <p:nvSpPr>
          <p:cNvPr id="9" name="Rounded Rectangle 7">
            <a:extLst>
              <a:ext uri="{FF2B5EF4-FFF2-40B4-BE49-F238E27FC236}">
                <a16:creationId xmlns:a16="http://schemas.microsoft.com/office/drawing/2014/main" id="{4D68C9F0-2181-FB51-7A25-97364A34DA80}"/>
              </a:ext>
            </a:extLst>
          </p:cNvPr>
          <p:cNvSpPr/>
          <p:nvPr/>
        </p:nvSpPr>
        <p:spPr>
          <a:xfrm>
            <a:off x="6492240" y="3200400"/>
            <a:ext cx="4754880" cy="182880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D8740885-A532-A860-1B1E-0CEF5FB1CA44}"/>
              </a:ext>
            </a:extLst>
          </p:cNvPr>
          <p:cNvSpPr txBox="1"/>
          <p:nvPr/>
        </p:nvSpPr>
        <p:spPr>
          <a:xfrm>
            <a:off x="6766560" y="3383280"/>
            <a:ext cx="4206240" cy="365760"/>
          </a:xfrm>
          <a:prstGeom prst="rect">
            <a:avLst/>
          </a:prstGeom>
          <a:noFill/>
        </p:spPr>
        <p:txBody>
          <a:bodyPr wrap="square">
            <a:spAutoFit/>
          </a:bodyPr>
          <a:lstStyle/>
          <a:p>
            <a:pPr algn="l">
              <a:defRPr sz="1800" b="1">
                <a:solidFill>
                  <a:srgbClr val="2E7D32"/>
                </a:solidFill>
                <a:latin typeface="Calibri"/>
              </a:defRPr>
            </a:pPr>
            <a:r>
              <a:rPr dirty="0">
                <a:solidFill>
                  <a:srgbClr val="FF6600"/>
                </a:solidFill>
              </a:rPr>
              <a:t>Fiserv's Approach</a:t>
            </a:r>
          </a:p>
        </p:txBody>
      </p:sp>
      <p:sp>
        <p:nvSpPr>
          <p:cNvPr id="11" name="TextBox 10">
            <a:extLst>
              <a:ext uri="{FF2B5EF4-FFF2-40B4-BE49-F238E27FC236}">
                <a16:creationId xmlns:a16="http://schemas.microsoft.com/office/drawing/2014/main" id="{876CAFF5-F4F1-98DA-58B5-4341C7A726FB}"/>
              </a:ext>
            </a:extLst>
          </p:cNvPr>
          <p:cNvSpPr txBox="1"/>
          <p:nvPr/>
        </p:nvSpPr>
        <p:spPr>
          <a:xfrm>
            <a:off x="6766560" y="3840480"/>
            <a:ext cx="4206240" cy="692497"/>
          </a:xfrm>
          <a:prstGeom prst="rect">
            <a:avLst/>
          </a:prstGeom>
          <a:noFill/>
        </p:spPr>
        <p:txBody>
          <a:bodyPr wrap="square">
            <a:spAutoFit/>
          </a:bodyPr>
          <a:lstStyle/>
          <a:p>
            <a:pPr algn="l">
              <a:defRPr sz="1300" b="0">
                <a:solidFill>
                  <a:srgbClr val="FFFFFF"/>
                </a:solidFill>
                <a:latin typeface="Calibri"/>
              </a:defRPr>
            </a:pPr>
            <a:r>
              <a:rPr dirty="0"/>
              <a:t>Push software update to Clover + CommerceHub</a:t>
            </a:r>
            <a:br>
              <a:rPr dirty="0"/>
            </a:br>
            <a:r>
              <a:rPr dirty="0"/>
              <a:t>Zero merchant effort required</a:t>
            </a:r>
            <a:br>
              <a:rPr dirty="0"/>
            </a:br>
            <a:r>
              <a:rPr lang="en-US" dirty="0"/>
              <a:t>All</a:t>
            </a:r>
            <a:r>
              <a:rPr dirty="0"/>
              <a:t> merchants overnight</a:t>
            </a:r>
          </a:p>
        </p:txBody>
      </p:sp>
      <p:sp>
        <p:nvSpPr>
          <p:cNvPr id="12" name="TextBox 11">
            <a:extLst>
              <a:ext uri="{FF2B5EF4-FFF2-40B4-BE49-F238E27FC236}">
                <a16:creationId xmlns:a16="http://schemas.microsoft.com/office/drawing/2014/main" id="{D816CCF7-7B68-5BA4-84A3-3F33ADA9F278}"/>
              </a:ext>
            </a:extLst>
          </p:cNvPr>
          <p:cNvSpPr txBox="1"/>
          <p:nvPr/>
        </p:nvSpPr>
        <p:spPr>
          <a:xfrm>
            <a:off x="5356898" y="3941379"/>
            <a:ext cx="1371600" cy="457200"/>
          </a:xfrm>
          <a:prstGeom prst="rect">
            <a:avLst/>
          </a:prstGeom>
          <a:noFill/>
        </p:spPr>
        <p:txBody>
          <a:bodyPr wrap="square">
            <a:spAutoFit/>
          </a:bodyPr>
          <a:lstStyle/>
          <a:p>
            <a:pPr algn="ctr">
              <a:defRPr sz="2400" b="1">
                <a:solidFill>
                  <a:srgbClr val="FF6600"/>
                </a:solidFill>
                <a:latin typeface="Calibri"/>
              </a:defRPr>
            </a:pPr>
            <a:r>
              <a:rPr dirty="0"/>
              <a:t>VS</a:t>
            </a:r>
          </a:p>
        </p:txBody>
      </p:sp>
      <p:sp>
        <p:nvSpPr>
          <p:cNvPr id="13" name="TextBox 12">
            <a:extLst>
              <a:ext uri="{FF2B5EF4-FFF2-40B4-BE49-F238E27FC236}">
                <a16:creationId xmlns:a16="http://schemas.microsoft.com/office/drawing/2014/main" id="{102DCC97-858F-D191-E677-1AFC8EF5895B}"/>
              </a:ext>
            </a:extLst>
          </p:cNvPr>
          <p:cNvSpPr txBox="1"/>
          <p:nvPr/>
        </p:nvSpPr>
        <p:spPr>
          <a:xfrm>
            <a:off x="914400" y="5486400"/>
            <a:ext cx="10332720" cy="523220"/>
          </a:xfrm>
          <a:prstGeom prst="rect">
            <a:avLst/>
          </a:prstGeom>
          <a:noFill/>
        </p:spPr>
        <p:txBody>
          <a:bodyPr wrap="square">
            <a:spAutoFit/>
          </a:bodyPr>
          <a:lstStyle/>
          <a:p>
            <a:pPr algn="ctr">
              <a:defRPr sz="1400" b="0">
                <a:solidFill>
                  <a:srgbClr val="FFFFFF"/>
                </a:solidFill>
                <a:latin typeface="Calibri"/>
              </a:defRPr>
            </a:pPr>
            <a:r>
              <a:rPr dirty="0">
                <a:solidFill>
                  <a:srgbClr val="FF6600"/>
                </a:solidFill>
              </a:rPr>
              <a:t>Every AI shopping agent that speaks x402 can immediately pay at every Fiserv merchant.</a:t>
            </a:r>
            <a:br>
              <a:rPr dirty="0">
                <a:solidFill>
                  <a:srgbClr val="FF6600"/>
                </a:solidFill>
              </a:rPr>
            </a:br>
            <a:r>
              <a:rPr dirty="0">
                <a:solidFill>
                  <a:srgbClr val="FF6600"/>
                </a:solidFill>
              </a:rPr>
              <a:t>Fiserv becomes the largest x402 merchant network overnight.</a:t>
            </a:r>
          </a:p>
        </p:txBody>
      </p:sp>
      <p:sp>
        <p:nvSpPr>
          <p:cNvPr id="17" name="TextBox 16">
            <a:extLst>
              <a:ext uri="{FF2B5EF4-FFF2-40B4-BE49-F238E27FC236}">
                <a16:creationId xmlns:a16="http://schemas.microsoft.com/office/drawing/2014/main" id="{70D08771-9543-A475-B46F-DF5D3B19631E}"/>
              </a:ext>
            </a:extLst>
          </p:cNvPr>
          <p:cNvSpPr txBox="1"/>
          <p:nvPr/>
        </p:nvSpPr>
        <p:spPr>
          <a:xfrm>
            <a:off x="731520" y="365760"/>
            <a:ext cx="10058400" cy="640080"/>
          </a:xfrm>
          <a:prstGeom prst="rect">
            <a:avLst/>
          </a:prstGeom>
          <a:noFill/>
        </p:spPr>
        <p:txBody>
          <a:bodyPr wrap="square">
            <a:spAutoFit/>
          </a:bodyPr>
          <a:lstStyle/>
          <a:p>
            <a:pPr algn="l">
              <a:defRPr sz="3600" b="1">
                <a:solidFill>
                  <a:srgbClr val="003B5C"/>
                </a:solidFill>
                <a:latin typeface="Calibri"/>
              </a:defRPr>
            </a:pPr>
            <a:r>
              <a:rPr dirty="0">
                <a:solidFill>
                  <a:srgbClr val="002060"/>
                </a:solidFill>
              </a:rPr>
              <a:t>Build vs. Implement: Protocol Strategy</a:t>
            </a:r>
          </a:p>
        </p:txBody>
      </p:sp>
    </p:spTree>
    <p:extLst>
      <p:ext uri="{BB962C8B-B14F-4D97-AF65-F5344CB8AC3E}">
        <p14:creationId xmlns:p14="http://schemas.microsoft.com/office/powerpoint/2010/main" val="38530120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640080"/>
          </a:xfrm>
          <a:prstGeom prst="rect">
            <a:avLst/>
          </a:prstGeom>
          <a:noFill/>
        </p:spPr>
        <p:txBody>
          <a:bodyPr wrap="square">
            <a:spAutoFit/>
          </a:bodyPr>
          <a:lstStyle/>
          <a:p>
            <a:pPr algn="l">
              <a:defRPr sz="3600" b="1">
                <a:solidFill>
                  <a:srgbClr val="003B5C"/>
                </a:solidFill>
                <a:latin typeface="Calibri"/>
              </a:defRPr>
            </a:pPr>
            <a:r>
              <a:rPr dirty="0">
                <a:solidFill>
                  <a:srgbClr val="002060"/>
                </a:solidFill>
              </a:rPr>
              <a:t>Blue Ocean: Four Actions Framework</a:t>
            </a:r>
          </a:p>
        </p:txBody>
      </p:sp>
      <p:sp>
        <p:nvSpPr>
          <p:cNvPr id="4" name="TextBox 3"/>
          <p:cNvSpPr txBox="1"/>
          <p:nvPr/>
        </p:nvSpPr>
        <p:spPr>
          <a:xfrm>
            <a:off x="731520" y="868680"/>
            <a:ext cx="10058400" cy="365760"/>
          </a:xfrm>
          <a:prstGeom prst="rect">
            <a:avLst/>
          </a:prstGeom>
          <a:noFill/>
        </p:spPr>
        <p:txBody>
          <a:bodyPr wrap="square">
            <a:spAutoFit/>
          </a:bodyPr>
          <a:lstStyle/>
          <a:p>
            <a:pPr algn="l">
              <a:defRPr sz="1300" b="0">
                <a:solidFill>
                  <a:srgbClr val="9B9B9B"/>
                </a:solidFill>
                <a:latin typeface="Calibri"/>
              </a:defRPr>
            </a:pPr>
            <a:r>
              <a:rPr dirty="0"/>
              <a:t>The blue ocean is not "crypto payments for merchants" -- it's a bank-issued stablecoin payment network</a:t>
            </a:r>
          </a:p>
        </p:txBody>
      </p:sp>
      <p:sp>
        <p:nvSpPr>
          <p:cNvPr id="5" name="Rounded Rectangle 4"/>
          <p:cNvSpPr/>
          <p:nvPr/>
        </p:nvSpPr>
        <p:spPr>
          <a:xfrm>
            <a:off x="731520" y="1463040"/>
            <a:ext cx="5029200" cy="192024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463040"/>
            <a:ext cx="73152" cy="192024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600200"/>
            <a:ext cx="4572000" cy="365760"/>
          </a:xfrm>
          <a:prstGeom prst="rect">
            <a:avLst/>
          </a:prstGeom>
          <a:noFill/>
        </p:spPr>
        <p:txBody>
          <a:bodyPr wrap="square">
            <a:spAutoFit/>
          </a:bodyPr>
          <a:lstStyle/>
          <a:p>
            <a:pPr algn="l">
              <a:defRPr sz="1800" b="1">
                <a:solidFill>
                  <a:srgbClr val="C62828"/>
                </a:solidFill>
                <a:latin typeface="Calibri"/>
              </a:defRPr>
            </a:pPr>
            <a:r>
              <a:t>ELIMINATE</a:t>
            </a:r>
          </a:p>
        </p:txBody>
      </p:sp>
      <p:sp>
        <p:nvSpPr>
          <p:cNvPr id="8" name="TextBox 7"/>
          <p:cNvSpPr txBox="1"/>
          <p:nvPr/>
        </p:nvSpPr>
        <p:spPr>
          <a:xfrm>
            <a:off x="1005840" y="1965960"/>
            <a:ext cx="4572000" cy="1280160"/>
          </a:xfrm>
          <a:prstGeom prst="rect">
            <a:avLst/>
          </a:prstGeom>
          <a:noFill/>
        </p:spPr>
        <p:txBody>
          <a:bodyPr wrap="square">
            <a:spAutoFit/>
          </a:bodyPr>
          <a:lstStyle/>
          <a:p>
            <a:pPr algn="l">
              <a:defRPr sz="1200" b="0">
                <a:solidFill>
                  <a:srgbClr val="333333"/>
                </a:solidFill>
                <a:latin typeface="Calibri"/>
              </a:defRPr>
            </a:pPr>
            <a:r>
              <a:rPr dirty="0"/>
              <a:t>Crypto volatility risk for merchants</a:t>
            </a:r>
            <a:br>
              <a:rPr dirty="0"/>
            </a:br>
            <a:br>
              <a:rPr dirty="0"/>
            </a:br>
            <a:r>
              <a:rPr dirty="0"/>
              <a:t>Auto-convert everything to USD via INDX in real-time. Merchants never touch crypto.</a:t>
            </a:r>
          </a:p>
        </p:txBody>
      </p:sp>
      <p:sp>
        <p:nvSpPr>
          <p:cNvPr id="9" name="Rounded Rectangle 8"/>
          <p:cNvSpPr/>
          <p:nvPr/>
        </p:nvSpPr>
        <p:spPr>
          <a:xfrm>
            <a:off x="6400800" y="1463040"/>
            <a:ext cx="5029200" cy="192024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0" y="1463040"/>
            <a:ext cx="73152" cy="192024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75120" y="1600200"/>
            <a:ext cx="4572000" cy="365760"/>
          </a:xfrm>
          <a:prstGeom prst="rect">
            <a:avLst/>
          </a:prstGeom>
          <a:noFill/>
        </p:spPr>
        <p:txBody>
          <a:bodyPr wrap="square">
            <a:spAutoFit/>
          </a:bodyPr>
          <a:lstStyle/>
          <a:p>
            <a:pPr algn="l">
              <a:defRPr sz="1800" b="1">
                <a:solidFill>
                  <a:srgbClr val="E65C00"/>
                </a:solidFill>
                <a:latin typeface="Calibri"/>
              </a:defRPr>
            </a:pPr>
            <a:r>
              <a:t>REDUCE</a:t>
            </a:r>
          </a:p>
        </p:txBody>
      </p:sp>
      <p:sp>
        <p:nvSpPr>
          <p:cNvPr id="12" name="TextBox 11"/>
          <p:cNvSpPr txBox="1"/>
          <p:nvPr/>
        </p:nvSpPr>
        <p:spPr>
          <a:xfrm>
            <a:off x="6675120" y="1965960"/>
            <a:ext cx="4572000" cy="1280160"/>
          </a:xfrm>
          <a:prstGeom prst="rect">
            <a:avLst/>
          </a:prstGeom>
          <a:noFill/>
        </p:spPr>
        <p:txBody>
          <a:bodyPr wrap="square">
            <a:spAutoFit/>
          </a:bodyPr>
          <a:lstStyle/>
          <a:p>
            <a:pPr algn="l">
              <a:defRPr sz="1200" b="0">
                <a:solidFill>
                  <a:srgbClr val="333333"/>
                </a:solidFill>
                <a:latin typeface="Calibri"/>
              </a:defRPr>
            </a:pPr>
            <a:r>
              <a:t>Integration complexity</a:t>
            </a:r>
            <a:br/>
            <a:br/>
            <a:r>
              <a:t>One API toggle in CommerceHub. One button on Clover. Merchant does nothing.</a:t>
            </a:r>
          </a:p>
        </p:txBody>
      </p:sp>
      <p:sp>
        <p:nvSpPr>
          <p:cNvPr id="13" name="Rounded Rectangle 12"/>
          <p:cNvSpPr/>
          <p:nvPr/>
        </p:nvSpPr>
        <p:spPr>
          <a:xfrm>
            <a:off x="731520" y="3657600"/>
            <a:ext cx="5029200" cy="192024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3657600"/>
            <a:ext cx="73152" cy="1920240"/>
          </a:xfrm>
          <a:prstGeom prst="rect">
            <a:avLst/>
          </a:prstGeom>
          <a:solidFill>
            <a:srgbClr val="00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05840" y="3794760"/>
            <a:ext cx="4572000" cy="365760"/>
          </a:xfrm>
          <a:prstGeom prst="rect">
            <a:avLst/>
          </a:prstGeom>
          <a:noFill/>
        </p:spPr>
        <p:txBody>
          <a:bodyPr wrap="square">
            <a:spAutoFit/>
          </a:bodyPr>
          <a:lstStyle/>
          <a:p>
            <a:pPr algn="l">
              <a:defRPr sz="1800" b="1">
                <a:solidFill>
                  <a:srgbClr val="008090"/>
                </a:solidFill>
                <a:latin typeface="Calibri"/>
              </a:defRPr>
            </a:pPr>
            <a:r>
              <a:t>RAISE</a:t>
            </a:r>
          </a:p>
        </p:txBody>
      </p:sp>
      <p:sp>
        <p:nvSpPr>
          <p:cNvPr id="16" name="TextBox 15"/>
          <p:cNvSpPr txBox="1"/>
          <p:nvPr/>
        </p:nvSpPr>
        <p:spPr>
          <a:xfrm>
            <a:off x="1005840" y="4160520"/>
            <a:ext cx="4572000" cy="1280160"/>
          </a:xfrm>
          <a:prstGeom prst="rect">
            <a:avLst/>
          </a:prstGeom>
          <a:noFill/>
        </p:spPr>
        <p:txBody>
          <a:bodyPr wrap="square">
            <a:spAutoFit/>
          </a:bodyPr>
          <a:lstStyle/>
          <a:p>
            <a:pPr algn="l">
              <a:defRPr sz="1200" b="0">
                <a:solidFill>
                  <a:srgbClr val="333333"/>
                </a:solidFill>
                <a:latin typeface="Calibri"/>
              </a:defRPr>
            </a:pPr>
            <a:r>
              <a:t>Regulatory confidence</a:t>
            </a:r>
            <a:br/>
            <a:br/>
            <a:r>
              <a:t>FDIC-insured settlement. Bank-embedded stablecoin. Regulated banking core. GENIUS Act compliant.</a:t>
            </a:r>
          </a:p>
        </p:txBody>
      </p:sp>
      <p:sp>
        <p:nvSpPr>
          <p:cNvPr id="17" name="Rounded Rectangle 16"/>
          <p:cNvSpPr/>
          <p:nvPr/>
        </p:nvSpPr>
        <p:spPr>
          <a:xfrm>
            <a:off x="6400800" y="3657600"/>
            <a:ext cx="5029200" cy="192024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00800" y="3657600"/>
            <a:ext cx="73152" cy="19202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75120" y="3794760"/>
            <a:ext cx="4572000" cy="365760"/>
          </a:xfrm>
          <a:prstGeom prst="rect">
            <a:avLst/>
          </a:prstGeom>
          <a:noFill/>
        </p:spPr>
        <p:txBody>
          <a:bodyPr wrap="square">
            <a:spAutoFit/>
          </a:bodyPr>
          <a:lstStyle/>
          <a:p>
            <a:pPr algn="l">
              <a:defRPr sz="1800" b="1">
                <a:solidFill>
                  <a:srgbClr val="2E7D32"/>
                </a:solidFill>
                <a:latin typeface="Calibri"/>
              </a:defRPr>
            </a:pPr>
            <a:r>
              <a:t>CREATE</a:t>
            </a:r>
          </a:p>
        </p:txBody>
      </p:sp>
      <p:sp>
        <p:nvSpPr>
          <p:cNvPr id="20" name="TextBox 19"/>
          <p:cNvSpPr txBox="1"/>
          <p:nvPr/>
        </p:nvSpPr>
        <p:spPr>
          <a:xfrm>
            <a:off x="6675120" y="4160520"/>
            <a:ext cx="4572000" cy="1280160"/>
          </a:xfrm>
          <a:prstGeom prst="rect">
            <a:avLst/>
          </a:prstGeom>
          <a:noFill/>
        </p:spPr>
        <p:txBody>
          <a:bodyPr wrap="square">
            <a:spAutoFit/>
          </a:bodyPr>
          <a:lstStyle/>
          <a:p>
            <a:pPr algn="l">
              <a:defRPr sz="1200" b="0">
                <a:solidFill>
                  <a:srgbClr val="333333"/>
                </a:solidFill>
                <a:latin typeface="Calibri"/>
              </a:defRPr>
            </a:pPr>
            <a:r>
              <a:t>Bank-merchant stablecoin loop</a:t>
            </a:r>
            <a:br/>
            <a:br/>
            <a:r>
              <a:t>Banks earn 60-80bps (more than interchange). Merchants pay 80-100bps (less than cards). Card networks eliminated from the equation.</a:t>
            </a:r>
          </a:p>
        </p:txBody>
      </p:sp>
      <p:sp>
        <p:nvSpPr>
          <p:cNvPr id="21" name="Rounded Rectangle 20"/>
          <p:cNvSpPr/>
          <p:nvPr/>
        </p:nvSpPr>
        <p:spPr>
          <a:xfrm>
            <a:off x="731520" y="5852160"/>
            <a:ext cx="10698480" cy="45720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97280" y="5925312"/>
            <a:ext cx="10058400" cy="457200"/>
          </a:xfrm>
          <a:prstGeom prst="rect">
            <a:avLst/>
          </a:prstGeom>
          <a:noFill/>
        </p:spPr>
        <p:txBody>
          <a:bodyPr wrap="square">
            <a:spAutoFit/>
          </a:bodyPr>
          <a:lstStyle/>
          <a:p>
            <a:pPr algn="ctr">
              <a:defRPr sz="1400" b="1">
                <a:solidFill>
                  <a:srgbClr val="FF6600"/>
                </a:solidFill>
                <a:latin typeface="Calibri"/>
              </a:defRPr>
            </a:pPr>
            <a:r>
              <a:rPr dirty="0"/>
              <a:t>Result: Bank earns MORE per transaction, merchant pays LESS -- because the card network's share is eliminated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94944" y="476860"/>
            <a:ext cx="1645920" cy="320040"/>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94944" y="495148"/>
            <a:ext cx="1645920" cy="274320"/>
          </a:xfrm>
          <a:prstGeom prst="rect">
            <a:avLst/>
          </a:prstGeom>
          <a:noFill/>
        </p:spPr>
        <p:txBody>
          <a:bodyPr wrap="square">
            <a:spAutoFit/>
          </a:bodyPr>
          <a:lstStyle/>
          <a:p>
            <a:pPr algn="ctr">
              <a:defRPr sz="1100" b="1">
                <a:solidFill>
                  <a:srgbClr val="FFFFFF"/>
                </a:solidFill>
                <a:latin typeface="Calibri"/>
              </a:defRPr>
            </a:pPr>
            <a:r>
              <a:rPr dirty="0"/>
              <a:t>PROTOTYPE 1</a:t>
            </a:r>
          </a:p>
        </p:txBody>
      </p:sp>
      <p:sp>
        <p:nvSpPr>
          <p:cNvPr id="5" name="TextBox 4"/>
          <p:cNvSpPr txBox="1"/>
          <p:nvPr/>
        </p:nvSpPr>
        <p:spPr>
          <a:xfrm>
            <a:off x="2523744" y="365760"/>
            <a:ext cx="8229600" cy="523220"/>
          </a:xfrm>
          <a:prstGeom prst="rect">
            <a:avLst/>
          </a:prstGeom>
          <a:noFill/>
        </p:spPr>
        <p:txBody>
          <a:bodyPr wrap="square">
            <a:spAutoFit/>
          </a:bodyPr>
          <a:lstStyle/>
          <a:p>
            <a:pPr algn="l">
              <a:defRPr sz="2800" b="1">
                <a:solidFill>
                  <a:srgbClr val="003B5C"/>
                </a:solidFill>
                <a:latin typeface="Calibri"/>
              </a:defRPr>
            </a:pPr>
            <a:r>
              <a:rPr dirty="0">
                <a:solidFill>
                  <a:srgbClr val="002060"/>
                </a:solidFill>
              </a:rPr>
              <a:t>Clover Direct</a:t>
            </a:r>
          </a:p>
        </p:txBody>
      </p:sp>
      <p:sp>
        <p:nvSpPr>
          <p:cNvPr id="6" name="Rounded Rectangle 5"/>
          <p:cNvSpPr/>
          <p:nvPr/>
        </p:nvSpPr>
        <p:spPr>
          <a:xfrm>
            <a:off x="640080" y="1620825"/>
            <a:ext cx="5486400" cy="1188720"/>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620825"/>
            <a:ext cx="54864" cy="118872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839347"/>
            <a:ext cx="5029200" cy="759182"/>
          </a:xfrm>
          <a:prstGeom prst="rect">
            <a:avLst/>
          </a:prstGeom>
          <a:noFill/>
        </p:spPr>
        <p:txBody>
          <a:bodyPr wrap="square">
            <a:spAutoFit/>
          </a:bodyPr>
          <a:lstStyle/>
          <a:p>
            <a:pPr algn="l">
              <a:spcAft>
                <a:spcPts val="400"/>
              </a:spcAft>
              <a:defRPr sz="1000" b="1">
                <a:solidFill>
                  <a:srgbClr val="C62828"/>
                </a:solidFill>
                <a:latin typeface="Calibri"/>
              </a:defRPr>
            </a:pPr>
            <a:r>
              <a:rPr dirty="0"/>
              <a:t>THE PROBLEM</a:t>
            </a:r>
          </a:p>
          <a:p>
            <a:pPr algn="l">
              <a:spcAft>
                <a:spcPts val="400"/>
              </a:spcAft>
              <a:defRPr sz="1000" b="0">
                <a:solidFill>
                  <a:srgbClr val="333333"/>
                </a:solidFill>
                <a:latin typeface="Calibri"/>
              </a:defRPr>
            </a:pPr>
            <a:r>
              <a:rPr dirty="0"/>
              <a:t>DoorDash takes 25-30%. Uber Eats takes 20-30%. All-in marketplace take rate hits 40%+. Toast built a $36K/yr-savings wedge against this with commission-free online ordering; Clover has no equivalent. Meanwhile a new demand channel is emerging: AI shopping agents (ChatGPT, Gemini, Perplexity, Apple Intelligence) that no SMB acquirer is reachable through today.</a:t>
            </a:r>
            <a:r>
              <a:rPr lang="en-US" dirty="0"/>
              <a:t/>
            </a:r>
            <a:r>
              <a:rPr dirty="0"/>
              <a:t/>
            </a:r>
          </a:p>
        </p:txBody>
      </p:sp>
      <p:sp>
        <p:nvSpPr>
          <p:cNvPr id="9" name="Rounded Rectangle 8"/>
          <p:cNvSpPr/>
          <p:nvPr/>
        </p:nvSpPr>
        <p:spPr>
          <a:xfrm>
            <a:off x="640080" y="2946705"/>
            <a:ext cx="5486400" cy="118872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2946705"/>
            <a:ext cx="54864" cy="11887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3055729"/>
            <a:ext cx="5029200" cy="1097280"/>
          </a:xfrm>
          <a:prstGeom prst="rect">
            <a:avLst/>
          </a:prstGeom>
          <a:noFill/>
        </p:spPr>
        <p:txBody>
          <a:bodyPr wrap="square">
            <a:spAutoFit/>
          </a:bodyPr>
          <a:lstStyle/>
          <a:p>
            <a:pPr algn="l">
              <a:spcAft>
                <a:spcPts val="400"/>
              </a:spcAft>
              <a:defRPr sz="1000" b="1">
                <a:solidFill>
                  <a:srgbClr val="2E7D32"/>
                </a:solidFill>
                <a:latin typeface="Calibri"/>
              </a:defRPr>
            </a:pPr>
            <a:r>
              <a:rPr dirty="0"/>
              <a:t>THE SOLUTION</a:t>
            </a:r>
          </a:p>
          <a:p>
            <a:pPr algn="l">
              <a:spcAft>
                <a:spcPts val="400"/>
              </a:spcAft>
              <a:defRPr sz="1000" b="0">
                <a:solidFill>
                  <a:srgbClr val="333333"/>
                </a:solidFill>
                <a:latin typeface="Calibri"/>
              </a:defRPr>
            </a:pPr>
            <a:r>
              <a:rPr dirty="0"/>
              <a:t>Every Clover restaurant becomes discoverable by every major AI agent and accepts agent-initiated orders as normal Clover tickets. Mastercard Agent Pay Acceptance Framework (integrated into Clover Dec 2025) handles the rails. The Agent Order Translation Layer converts agent intent (ACP / AP2 / Agent Pay) into Clover Platform API orders with line items, modifiers, tip, and delivery. Merchant take rate: 8% all-in.</a:t>
            </a:r>
            <a:r>
              <a:rPr dirty="0" err="1"/>
              <a:t/>
            </a:r>
            <a:r>
              <a:rPr dirty="0"/>
              <a:t/>
            </a:r>
          </a:p>
        </p:txBody>
      </p:sp>
      <p:sp>
        <p:nvSpPr>
          <p:cNvPr id="12" name="TextBox 11"/>
          <p:cNvSpPr txBox="1"/>
          <p:nvPr/>
        </p:nvSpPr>
        <p:spPr>
          <a:xfrm>
            <a:off x="6492240" y="1514448"/>
            <a:ext cx="5029200" cy="246221"/>
          </a:xfrm>
          <a:prstGeom prst="rect">
            <a:avLst/>
          </a:prstGeom>
          <a:noFill/>
        </p:spPr>
        <p:txBody>
          <a:bodyPr wrap="square">
            <a:spAutoFit/>
          </a:bodyPr>
          <a:lstStyle/>
          <a:p>
            <a:pPr algn="l">
              <a:defRPr sz="1000" b="1">
                <a:solidFill>
                  <a:srgbClr val="003B5C"/>
                </a:solidFill>
                <a:latin typeface="Calibri"/>
              </a:defRPr>
            </a:pPr>
            <a:r>
              <a:rPr dirty="0">
                <a:solidFill>
                  <a:srgbClr val="002060"/>
                </a:solidFill>
              </a:rPr>
              <a:t>HOW IT WORKS</a:t>
            </a:r>
          </a:p>
        </p:txBody>
      </p:sp>
      <p:sp>
        <p:nvSpPr>
          <p:cNvPr id="13" name="Oval 12"/>
          <p:cNvSpPr/>
          <p:nvPr/>
        </p:nvSpPr>
        <p:spPr>
          <a:xfrm>
            <a:off x="6492240" y="1925928"/>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2240" y="1944216"/>
            <a:ext cx="274320" cy="228600"/>
          </a:xfrm>
          <a:prstGeom prst="rect">
            <a:avLst/>
          </a:prstGeom>
          <a:noFill/>
        </p:spPr>
        <p:txBody>
          <a:bodyPr wrap="square">
            <a:spAutoFit/>
          </a:bodyPr>
          <a:lstStyle/>
          <a:p>
            <a:pPr algn="ctr">
              <a:defRPr sz="1000" b="1">
                <a:solidFill>
                  <a:srgbClr val="FFFFFF"/>
                </a:solidFill>
                <a:latin typeface="Calibri"/>
              </a:defRPr>
            </a:pPr>
            <a:r>
              <a:t>1</a:t>
            </a:r>
          </a:p>
        </p:txBody>
      </p:sp>
      <p:sp>
        <p:nvSpPr>
          <p:cNvPr id="15" name="TextBox 14"/>
          <p:cNvSpPr txBox="1"/>
          <p:nvPr/>
        </p:nvSpPr>
        <p:spPr>
          <a:xfrm>
            <a:off x="6903720" y="1925928"/>
            <a:ext cx="4572000" cy="411480"/>
          </a:xfrm>
          <a:prstGeom prst="rect">
            <a:avLst/>
          </a:prstGeom>
          <a:noFill/>
        </p:spPr>
        <p:txBody>
          <a:bodyPr wrap="square">
            <a:spAutoFit/>
          </a:bodyPr>
          <a:lstStyle/>
          <a:p>
            <a:pPr algn="l">
              <a:defRPr sz="900" b="0">
                <a:solidFill>
                  <a:srgbClr val="333333"/>
                </a:solidFill>
                <a:latin typeface="Calibri"/>
              </a:defRPr>
            </a:pPr>
            <a:r>
              <a:t>AI agent sends purchase intent via ACP / AP2 / Mastercard Agent Pay protocol</a:t>
            </a:r>
          </a:p>
        </p:txBody>
      </p:sp>
      <p:sp>
        <p:nvSpPr>
          <p:cNvPr id="16" name="Oval 15"/>
          <p:cNvSpPr/>
          <p:nvPr/>
        </p:nvSpPr>
        <p:spPr>
          <a:xfrm>
            <a:off x="6492240" y="2401416"/>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92240" y="2419704"/>
            <a:ext cx="274320" cy="228600"/>
          </a:xfrm>
          <a:prstGeom prst="rect">
            <a:avLst/>
          </a:prstGeom>
          <a:noFill/>
        </p:spPr>
        <p:txBody>
          <a:bodyPr wrap="square">
            <a:spAutoFit/>
          </a:bodyPr>
          <a:lstStyle/>
          <a:p>
            <a:pPr algn="ctr">
              <a:defRPr sz="1000" b="1">
                <a:solidFill>
                  <a:srgbClr val="FFFFFF"/>
                </a:solidFill>
                <a:latin typeface="Calibri"/>
              </a:defRPr>
            </a:pPr>
            <a:r>
              <a:t>2</a:t>
            </a:r>
          </a:p>
        </p:txBody>
      </p:sp>
      <p:sp>
        <p:nvSpPr>
          <p:cNvPr id="18" name="TextBox 17"/>
          <p:cNvSpPr txBox="1"/>
          <p:nvPr/>
        </p:nvSpPr>
        <p:spPr>
          <a:xfrm>
            <a:off x="6903720" y="2401416"/>
            <a:ext cx="4572000" cy="411480"/>
          </a:xfrm>
          <a:prstGeom prst="rect">
            <a:avLst/>
          </a:prstGeom>
          <a:noFill/>
        </p:spPr>
        <p:txBody>
          <a:bodyPr wrap="square">
            <a:spAutoFit/>
          </a:bodyPr>
          <a:lstStyle/>
          <a:p>
            <a:pPr algn="l">
              <a:defRPr sz="900" b="0">
                <a:solidFill>
                  <a:srgbClr val="333333"/>
                </a:solidFill>
                <a:latin typeface="Calibri"/>
              </a:defRPr>
            </a:pPr>
            <a:r>
              <a:t>Clover Agent Checkout Gateway verifies agent identity, spending guardrails, Fiserv tokenization</a:t>
            </a:r>
          </a:p>
        </p:txBody>
      </p:sp>
      <p:sp>
        <p:nvSpPr>
          <p:cNvPr id="19" name="Oval 18"/>
          <p:cNvSpPr/>
          <p:nvPr/>
        </p:nvSpPr>
        <p:spPr>
          <a:xfrm>
            <a:off x="6492240" y="2876904"/>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92240" y="2895192"/>
            <a:ext cx="274320" cy="228600"/>
          </a:xfrm>
          <a:prstGeom prst="rect">
            <a:avLst/>
          </a:prstGeom>
          <a:noFill/>
        </p:spPr>
        <p:txBody>
          <a:bodyPr wrap="square">
            <a:spAutoFit/>
          </a:bodyPr>
          <a:lstStyle/>
          <a:p>
            <a:pPr algn="ctr">
              <a:defRPr sz="1000" b="1">
                <a:solidFill>
                  <a:srgbClr val="FFFFFF"/>
                </a:solidFill>
                <a:latin typeface="Calibri"/>
              </a:defRPr>
            </a:pPr>
            <a:r>
              <a:t>3</a:t>
            </a:r>
          </a:p>
        </p:txBody>
      </p:sp>
      <p:sp>
        <p:nvSpPr>
          <p:cNvPr id="21" name="TextBox 20"/>
          <p:cNvSpPr txBox="1"/>
          <p:nvPr/>
        </p:nvSpPr>
        <p:spPr>
          <a:xfrm>
            <a:off x="6903720" y="2876904"/>
            <a:ext cx="4572000" cy="411480"/>
          </a:xfrm>
          <a:prstGeom prst="rect">
            <a:avLst/>
          </a:prstGeom>
          <a:noFill/>
        </p:spPr>
        <p:txBody>
          <a:bodyPr wrap="square">
            <a:spAutoFit/>
          </a:bodyPr>
          <a:lstStyle/>
          <a:p>
            <a:pPr algn="l">
              <a:defRPr sz="900" b="0">
                <a:solidFill>
                  <a:srgbClr val="333333"/>
                </a:solidFill>
                <a:latin typeface="Calibri"/>
              </a:defRPr>
            </a:pPr>
            <a:r>
              <a:t>Agent Order Translation Layer maps intent to Clover Platform API order (modifiers, tip, delivery)</a:t>
            </a:r>
          </a:p>
        </p:txBody>
      </p:sp>
      <p:sp>
        <p:nvSpPr>
          <p:cNvPr id="22" name="Oval 21"/>
          <p:cNvSpPr/>
          <p:nvPr/>
        </p:nvSpPr>
        <p:spPr>
          <a:xfrm>
            <a:off x="6492240" y="3352392"/>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92240" y="3370680"/>
            <a:ext cx="274320" cy="228600"/>
          </a:xfrm>
          <a:prstGeom prst="rect">
            <a:avLst/>
          </a:prstGeom>
          <a:noFill/>
        </p:spPr>
        <p:txBody>
          <a:bodyPr wrap="square">
            <a:spAutoFit/>
          </a:bodyPr>
          <a:lstStyle/>
          <a:p>
            <a:pPr algn="ctr">
              <a:defRPr sz="1000" b="1">
                <a:solidFill>
                  <a:srgbClr val="FFFFFF"/>
                </a:solidFill>
                <a:latin typeface="Calibri"/>
              </a:defRPr>
            </a:pPr>
            <a:r>
              <a:t>4</a:t>
            </a:r>
          </a:p>
        </p:txBody>
      </p:sp>
      <p:sp>
        <p:nvSpPr>
          <p:cNvPr id="24" name="TextBox 23"/>
          <p:cNvSpPr txBox="1"/>
          <p:nvPr/>
        </p:nvSpPr>
        <p:spPr>
          <a:xfrm>
            <a:off x="6903720" y="3352392"/>
            <a:ext cx="4572000" cy="230832"/>
          </a:xfrm>
          <a:prstGeom prst="rect">
            <a:avLst/>
          </a:prstGeom>
          <a:noFill/>
        </p:spPr>
        <p:txBody>
          <a:bodyPr wrap="square">
            <a:spAutoFit/>
          </a:bodyPr>
          <a:lstStyle/>
          <a:p>
            <a:pPr algn="l">
              <a:defRPr sz="900" b="0">
                <a:solidFill>
                  <a:srgbClr val="333333"/>
                </a:solidFill>
                <a:latin typeface="Calibri"/>
              </a:defRPr>
            </a:pPr>
            <a:r>
              <a:rPr dirty="0"/>
              <a:t>Mastercard Agent Pay token drives acceptance; cryptographic mandate stored for dispute evidence</a:t>
            </a:r>
            <a:r>
              <a:rPr dirty="0" err="1"/>
              <a:t/>
            </a:r>
            <a:r>
              <a:rPr dirty="0"/>
              <a:t/>
            </a:r>
            <a:r>
              <a:rPr lang="en-US" dirty="0"/>
              <a:t/>
            </a:r>
            <a:r>
              <a:rPr dirty="0"/>
              <a:t/>
            </a:r>
          </a:p>
        </p:txBody>
      </p:sp>
      <p:sp>
        <p:nvSpPr>
          <p:cNvPr id="25" name="Oval 24"/>
          <p:cNvSpPr/>
          <p:nvPr/>
        </p:nvSpPr>
        <p:spPr>
          <a:xfrm>
            <a:off x="6492240" y="3827880"/>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92240" y="3846168"/>
            <a:ext cx="274320" cy="228600"/>
          </a:xfrm>
          <a:prstGeom prst="rect">
            <a:avLst/>
          </a:prstGeom>
          <a:noFill/>
        </p:spPr>
        <p:txBody>
          <a:bodyPr wrap="square">
            <a:spAutoFit/>
          </a:bodyPr>
          <a:lstStyle/>
          <a:p>
            <a:pPr algn="ctr">
              <a:defRPr sz="1000" b="1">
                <a:solidFill>
                  <a:srgbClr val="FFFFFF"/>
                </a:solidFill>
                <a:latin typeface="Calibri"/>
              </a:defRPr>
            </a:pPr>
            <a:r>
              <a:t>5</a:t>
            </a:r>
          </a:p>
        </p:txBody>
      </p:sp>
      <p:sp>
        <p:nvSpPr>
          <p:cNvPr id="27" name="TextBox 26"/>
          <p:cNvSpPr txBox="1"/>
          <p:nvPr/>
        </p:nvSpPr>
        <p:spPr>
          <a:xfrm>
            <a:off x="6903720" y="3827880"/>
            <a:ext cx="4572000" cy="411480"/>
          </a:xfrm>
          <a:prstGeom prst="rect">
            <a:avLst/>
          </a:prstGeom>
          <a:noFill/>
        </p:spPr>
        <p:txBody>
          <a:bodyPr wrap="square">
            <a:spAutoFit/>
          </a:bodyPr>
          <a:lstStyle/>
          <a:p>
            <a:pPr algn="l">
              <a:defRPr sz="900" b="0">
                <a:solidFill>
                  <a:srgbClr val="333333"/>
                </a:solidFill>
                <a:latin typeface="Calibri"/>
              </a:defRPr>
            </a:pPr>
            <a:r>
              <a:t>Order lands on merchant's Clover POS as a normal ticket; FIUSD-backed settlement on the back end</a:t>
            </a:r>
          </a:p>
        </p:txBody>
      </p:sp>
      <p:sp>
        <p:nvSpPr>
          <p:cNvPr id="28" name="Rounded Rectangle 27"/>
          <p:cNvSpPr/>
          <p:nvPr/>
        </p:nvSpPr>
        <p:spPr>
          <a:xfrm>
            <a:off x="640080" y="4531968"/>
            <a:ext cx="10881360" cy="146304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4400" y="4577688"/>
            <a:ext cx="2743200" cy="274320"/>
          </a:xfrm>
          <a:prstGeom prst="rect">
            <a:avLst/>
          </a:prstGeom>
          <a:noFill/>
        </p:spPr>
        <p:txBody>
          <a:bodyPr wrap="square">
            <a:spAutoFit/>
          </a:bodyPr>
          <a:lstStyle/>
          <a:p>
            <a:pPr algn="l">
              <a:defRPr sz="1000" b="1">
                <a:solidFill>
                  <a:srgbClr val="FF6600"/>
                </a:solidFill>
                <a:latin typeface="Calibri"/>
              </a:defRPr>
            </a:pPr>
            <a:r>
              <a:t>POTENTIAL IMPACT</a:t>
            </a:r>
          </a:p>
        </p:txBody>
      </p:sp>
      <p:sp>
        <p:nvSpPr>
          <p:cNvPr id="30" name="TextBox 29"/>
          <p:cNvSpPr txBox="1"/>
          <p:nvPr/>
        </p:nvSpPr>
        <p:spPr>
          <a:xfrm>
            <a:off x="822960" y="4852008"/>
            <a:ext cx="2468880" cy="457200"/>
          </a:xfrm>
          <a:prstGeom prst="rect">
            <a:avLst/>
          </a:prstGeom>
          <a:noFill/>
        </p:spPr>
        <p:txBody>
          <a:bodyPr wrap="square">
            <a:spAutoFit/>
          </a:bodyPr>
          <a:lstStyle/>
          <a:p>
            <a:pPr algn="ctr">
              <a:defRPr sz="2400" b="1">
                <a:solidFill>
                  <a:srgbClr val="FF6600"/>
                </a:solidFill>
                <a:latin typeface="Calibri"/>
              </a:defRPr>
            </a:pPr>
            <a:r>
              <a:rPr dirty="0"/>
              <a:t>8% vs 28%</a:t>
            </a:r>
            <a:r>
              <a:rPr lang="en-US" dirty="0"/>
              <a:t/>
            </a:r>
            <a:r>
              <a:rPr dirty="0"/>
              <a:t/>
            </a:r>
            <a:r>
              <a:rPr dirty="0" err="1"/>
              <a:t/>
            </a:r>
            <a:endParaRPr dirty="0"/>
          </a:p>
        </p:txBody>
      </p:sp>
      <p:sp>
        <p:nvSpPr>
          <p:cNvPr id="31" name="TextBox 30"/>
          <p:cNvSpPr txBox="1"/>
          <p:nvPr/>
        </p:nvSpPr>
        <p:spPr>
          <a:xfrm>
            <a:off x="822960" y="5309208"/>
            <a:ext cx="2468880" cy="411480"/>
          </a:xfrm>
          <a:prstGeom prst="rect">
            <a:avLst/>
          </a:prstGeom>
          <a:noFill/>
        </p:spPr>
        <p:txBody>
          <a:bodyPr wrap="square">
            <a:spAutoFit/>
          </a:bodyPr>
          <a:lstStyle/>
          <a:p>
            <a:pPr algn="ctr">
              <a:defRPr sz="900" b="0">
                <a:solidFill>
                  <a:srgbClr val="FFFFFF"/>
                </a:solidFill>
                <a:latin typeface="Calibri"/>
              </a:defRPr>
            </a:pPr>
            <a:r>
              <a:t>Merchant take rate</a:t>
            </a:r>
            <a:br/>
            <a:r>
              <a:t>vs DoorDash</a:t>
            </a:r>
          </a:p>
        </p:txBody>
      </p:sp>
      <p:sp>
        <p:nvSpPr>
          <p:cNvPr id="32" name="TextBox 31"/>
          <p:cNvSpPr txBox="1"/>
          <p:nvPr/>
        </p:nvSpPr>
        <p:spPr>
          <a:xfrm>
            <a:off x="3611879" y="4852008"/>
            <a:ext cx="2468880" cy="457200"/>
          </a:xfrm>
          <a:prstGeom prst="rect">
            <a:avLst/>
          </a:prstGeom>
          <a:noFill/>
        </p:spPr>
        <p:txBody>
          <a:bodyPr wrap="square">
            <a:spAutoFit/>
          </a:bodyPr>
          <a:lstStyle/>
          <a:p>
            <a:pPr algn="ctr">
              <a:defRPr sz="2400" b="1">
                <a:solidFill>
                  <a:srgbClr val="FF6600"/>
                </a:solidFill>
                <a:latin typeface="Calibri"/>
              </a:defRPr>
            </a:pPr>
            <a:r>
              <a:rPr dirty="0"/>
              <a:t>6 M</a:t>
            </a:r>
            <a:r>
              <a:rPr lang="en-US" dirty="0"/>
              <a:t/>
            </a:r>
            <a:r>
              <a:rPr dirty="0"/>
              <a:t/>
            </a:r>
          </a:p>
        </p:txBody>
      </p:sp>
      <p:sp>
        <p:nvSpPr>
          <p:cNvPr id="33" name="TextBox 32"/>
          <p:cNvSpPr txBox="1"/>
          <p:nvPr/>
        </p:nvSpPr>
        <p:spPr>
          <a:xfrm>
            <a:off x="3611879" y="5309208"/>
            <a:ext cx="2468880" cy="369332"/>
          </a:xfrm>
          <a:prstGeom prst="rect">
            <a:avLst/>
          </a:prstGeom>
          <a:noFill/>
        </p:spPr>
        <p:txBody>
          <a:bodyPr wrap="square">
            <a:spAutoFit/>
          </a:bodyPr>
          <a:lstStyle/>
          <a:p>
            <a:pPr algn="ctr">
              <a:defRPr sz="900" b="0">
                <a:solidFill>
                  <a:srgbClr val="FFFFFF"/>
                </a:solidFill>
                <a:latin typeface="Calibri"/>
              </a:defRPr>
            </a:pPr>
            <a:r>
              <a:rPr dirty="0"/>
              <a:t>Clover merchants</a:t>
            </a:r>
            <a:br>
              <a:rPr dirty="0"/>
            </a:br>
            <a:r>
              <a:rPr dirty="0"/>
              <a:t>agent-payable day one</a:t>
            </a:r>
          </a:p>
        </p:txBody>
      </p:sp>
      <p:sp>
        <p:nvSpPr>
          <p:cNvPr id="34" name="TextBox 33"/>
          <p:cNvSpPr txBox="1"/>
          <p:nvPr/>
        </p:nvSpPr>
        <p:spPr>
          <a:xfrm>
            <a:off x="6400799" y="4852008"/>
            <a:ext cx="2468880" cy="457200"/>
          </a:xfrm>
          <a:prstGeom prst="rect">
            <a:avLst/>
          </a:prstGeom>
          <a:noFill/>
        </p:spPr>
        <p:txBody>
          <a:bodyPr wrap="square">
            <a:spAutoFit/>
          </a:bodyPr>
          <a:lstStyle/>
          <a:p>
            <a:pPr algn="ctr">
              <a:defRPr sz="2400" b="1">
                <a:solidFill>
                  <a:srgbClr val="FF6600"/>
                </a:solidFill>
                <a:latin typeface="Calibri"/>
              </a:defRPr>
            </a:pPr>
            <a:r>
              <a:rPr lang="en-US" dirty="0"/>
              <a:t>0 dev work</a:t>
            </a:r>
            <a:r>
              <a:rPr dirty="0"/>
              <a:t/>
            </a:r>
          </a:p>
        </p:txBody>
      </p:sp>
      <p:sp>
        <p:nvSpPr>
          <p:cNvPr id="35" name="TextBox 34"/>
          <p:cNvSpPr txBox="1"/>
          <p:nvPr/>
        </p:nvSpPr>
        <p:spPr>
          <a:xfrm>
            <a:off x="6400799" y="5309208"/>
            <a:ext cx="2468880" cy="411480"/>
          </a:xfrm>
          <a:prstGeom prst="rect">
            <a:avLst/>
          </a:prstGeom>
          <a:noFill/>
        </p:spPr>
        <p:txBody>
          <a:bodyPr wrap="square">
            <a:spAutoFit/>
          </a:bodyPr>
          <a:lstStyle/>
          <a:p>
            <a:pPr algn="ctr">
              <a:defRPr sz="900" b="0">
                <a:solidFill>
                  <a:srgbClr val="FFFFFF"/>
                </a:solidFill>
                <a:latin typeface="Calibri"/>
              </a:defRPr>
            </a:pPr>
            <a:r>
              <a:rPr dirty="0"/>
              <a:t>Zero merchant</a:t>
            </a:r>
            <a:endParaRPr dirty="0"/>
            <a:br>
              <a:rPr dirty="0"/>
            </a:br>
            <a:r>
              <a:rPr dirty="0"/>
              <a:t>integration required</a:t>
            </a:r>
          </a:p>
        </p:txBody>
      </p:sp>
      <p:sp>
        <p:nvSpPr>
          <p:cNvPr id="36" name="TextBox 35"/>
          <p:cNvSpPr txBox="1"/>
          <p:nvPr/>
        </p:nvSpPr>
        <p:spPr>
          <a:xfrm>
            <a:off x="9189720" y="4852008"/>
            <a:ext cx="2468880" cy="457200"/>
          </a:xfrm>
          <a:prstGeom prst="rect">
            <a:avLst/>
          </a:prstGeom>
          <a:noFill/>
        </p:spPr>
        <p:txBody>
          <a:bodyPr wrap="square">
            <a:spAutoFit/>
          </a:bodyPr>
          <a:lstStyle/>
          <a:p>
            <a:pPr algn="ctr">
              <a:defRPr sz="2400" b="1">
                <a:solidFill>
                  <a:srgbClr val="FF6600"/>
                </a:solidFill>
                <a:latin typeface="Calibri"/>
              </a:defRPr>
            </a:pPr>
            <a:r>
              <a:t>$50M GPV</a:t>
            </a:r>
          </a:p>
        </p:txBody>
      </p:sp>
      <p:sp>
        <p:nvSpPr>
          <p:cNvPr id="37" name="TextBox 36"/>
          <p:cNvSpPr txBox="1"/>
          <p:nvPr/>
        </p:nvSpPr>
        <p:spPr>
          <a:xfrm>
            <a:off x="9189720" y="5309208"/>
            <a:ext cx="2468880" cy="411480"/>
          </a:xfrm>
          <a:prstGeom prst="rect">
            <a:avLst/>
          </a:prstGeom>
          <a:noFill/>
        </p:spPr>
        <p:txBody>
          <a:bodyPr wrap="square">
            <a:spAutoFit/>
          </a:bodyPr>
          <a:lstStyle/>
          <a:p>
            <a:pPr algn="ctr">
              <a:defRPr sz="900" b="0">
                <a:solidFill>
                  <a:srgbClr val="FFFFFF"/>
                </a:solidFill>
                <a:latin typeface="Calibri"/>
              </a:defRPr>
            </a:pPr>
            <a:r>
              <a:t>Kill threshold</a:t>
            </a:r>
            <a:br/>
            <a:r>
              <a:t>by Q4 2026</a:t>
            </a:r>
          </a:p>
        </p:txBody>
      </p:sp>
      <p:sp>
        <p:nvSpPr>
          <p:cNvPr id="38" name="TextBox 37"/>
          <p:cNvSpPr txBox="1"/>
          <p:nvPr/>
        </p:nvSpPr>
        <p:spPr>
          <a:xfrm>
            <a:off x="914400" y="5697451"/>
            <a:ext cx="10515600" cy="365760"/>
          </a:xfrm>
          <a:prstGeom prst="rect">
            <a:avLst/>
          </a:prstGeom>
          <a:noFill/>
        </p:spPr>
        <p:txBody>
          <a:bodyPr wrap="square">
            <a:spAutoFit/>
          </a:bodyPr>
          <a:lstStyle/>
          <a:p>
            <a:pPr algn="ctr">
              <a:defRPr sz="1100" b="0">
                <a:solidFill>
                  <a:srgbClr val="FFFFFF"/>
                </a:solidFill>
                <a:latin typeface="Calibri"/>
              </a:defRPr>
            </a:pPr>
            <a:r>
              <a:rPr dirty="0"/>
              <a:t>Fiserv is the only SMB acquirer whose merchants are ready for AI agent payments today. Toast and Square have no comparable integration.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48640" y="495082"/>
            <a:ext cx="1645920" cy="320040"/>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513370"/>
            <a:ext cx="1645920" cy="274320"/>
          </a:xfrm>
          <a:prstGeom prst="rect">
            <a:avLst/>
          </a:prstGeom>
          <a:noFill/>
        </p:spPr>
        <p:txBody>
          <a:bodyPr wrap="square">
            <a:spAutoFit/>
          </a:bodyPr>
          <a:lstStyle/>
          <a:p>
            <a:pPr algn="ctr">
              <a:defRPr sz="1100" b="1">
                <a:solidFill>
                  <a:srgbClr val="FFFFFF"/>
                </a:solidFill>
                <a:latin typeface="Calibri"/>
              </a:defRPr>
            </a:pPr>
            <a:r>
              <a:rPr dirty="0"/>
              <a:t>PROTOTYPE 2</a:t>
            </a:r>
          </a:p>
        </p:txBody>
      </p:sp>
      <p:sp>
        <p:nvSpPr>
          <p:cNvPr id="5" name="TextBox 4"/>
          <p:cNvSpPr txBox="1"/>
          <p:nvPr/>
        </p:nvSpPr>
        <p:spPr>
          <a:xfrm>
            <a:off x="2377440" y="365816"/>
            <a:ext cx="8229600" cy="523220"/>
          </a:xfrm>
          <a:prstGeom prst="rect">
            <a:avLst/>
          </a:prstGeom>
          <a:noFill/>
        </p:spPr>
        <p:txBody>
          <a:bodyPr wrap="square">
            <a:spAutoFit/>
          </a:bodyPr>
          <a:lstStyle/>
          <a:p>
            <a:pPr algn="l">
              <a:defRPr sz="2800" b="1">
                <a:solidFill>
                  <a:srgbClr val="003B5C"/>
                </a:solidFill>
                <a:latin typeface="Calibri"/>
              </a:defRPr>
            </a:pPr>
            <a:r>
              <a:rPr dirty="0">
                <a:solidFill>
                  <a:srgbClr val="002060"/>
                </a:solidFill>
              </a:rPr>
              <a:t>SmartDeposit</a:t>
            </a:r>
          </a:p>
        </p:txBody>
      </p:sp>
      <p:sp>
        <p:nvSpPr>
          <p:cNvPr id="6" name="Rounded Rectangle 5"/>
          <p:cNvSpPr/>
          <p:nvPr/>
        </p:nvSpPr>
        <p:spPr>
          <a:xfrm>
            <a:off x="548640" y="1513151"/>
            <a:ext cx="5486400" cy="1188720"/>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1513151"/>
            <a:ext cx="54864" cy="118872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664208"/>
            <a:ext cx="5029200" cy="913070"/>
          </a:xfrm>
          <a:prstGeom prst="rect">
            <a:avLst/>
          </a:prstGeom>
          <a:noFill/>
        </p:spPr>
        <p:txBody>
          <a:bodyPr wrap="square">
            <a:spAutoFit/>
          </a:bodyPr>
          <a:lstStyle/>
          <a:p>
            <a:pPr algn="l">
              <a:spcAft>
                <a:spcPts val="400"/>
              </a:spcAft>
              <a:defRPr sz="1000" b="1">
                <a:solidFill>
                  <a:srgbClr val="C62828"/>
                </a:solidFill>
                <a:latin typeface="Calibri"/>
              </a:defRPr>
            </a:pPr>
            <a:r>
              <a:rPr dirty="0"/>
              <a:t>THE PROBLEM</a:t>
            </a:r>
          </a:p>
          <a:p>
            <a:pPr algn="l">
              <a:spcAft>
                <a:spcPts val="400"/>
              </a:spcAft>
              <a:defRPr sz="1000" b="0">
                <a:solidFill>
                  <a:srgbClr val="333333"/>
                </a:solidFill>
                <a:latin typeface="Calibri"/>
              </a:defRPr>
            </a:pPr>
            <a:r>
              <a:rPr dirty="0"/>
              <a:t>Clover services merchants (beauty, home, professional) lose 10-20% of booked revenue to no-shows. Deposit-protected salons reduce no-shows by 29-70%, but taking a deposit today requires CNP infrastructure most merchants don't have, and when they do, the deposit is chargeback-vulnerable the moment a customer disputes. Restaurant catering leads go cold in the window before a deposit can be locked.</a:t>
            </a:r>
            <a:r>
              <a:rPr lang="en-US" dirty="0"/>
              <a:t/>
            </a:r>
            <a:r>
              <a:rPr dirty="0"/>
              <a:t/>
            </a:r>
          </a:p>
        </p:txBody>
      </p:sp>
      <p:sp>
        <p:nvSpPr>
          <p:cNvPr id="9" name="Rounded Rectangle 8"/>
          <p:cNvSpPr/>
          <p:nvPr/>
        </p:nvSpPr>
        <p:spPr>
          <a:xfrm>
            <a:off x="548640" y="2839031"/>
            <a:ext cx="5486400" cy="118872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839031"/>
            <a:ext cx="54864" cy="11887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 y="2944368"/>
            <a:ext cx="5029200" cy="1097280"/>
          </a:xfrm>
          <a:prstGeom prst="rect">
            <a:avLst/>
          </a:prstGeom>
          <a:noFill/>
        </p:spPr>
        <p:txBody>
          <a:bodyPr wrap="square">
            <a:spAutoFit/>
          </a:bodyPr>
          <a:lstStyle/>
          <a:p>
            <a:pPr algn="l">
              <a:spcAft>
                <a:spcPts val="400"/>
              </a:spcAft>
              <a:defRPr sz="1000" b="1">
                <a:solidFill>
                  <a:srgbClr val="2E7D32"/>
                </a:solidFill>
                <a:latin typeface="Calibri"/>
              </a:defRPr>
            </a:pPr>
            <a:r>
              <a:rPr dirty="0"/>
              <a:t>THE SOLUTION</a:t>
            </a:r>
          </a:p>
          <a:p>
            <a:pPr algn="l">
              <a:spcAft>
                <a:spcPts val="400"/>
              </a:spcAft>
              <a:defRPr sz="1000" b="0">
                <a:solidFill>
                  <a:srgbClr val="333333"/>
                </a:solidFill>
                <a:latin typeface="Calibri"/>
              </a:defRPr>
            </a:pPr>
            <a:r>
              <a:rPr dirty="0"/>
              <a:t>One-click enforceable deposits for services bookings and restaurant catering. Initiated via text link or AI assistant. Mastercard Agent Pay tokenization creates a cryptographic mandate that doubles as dispute evidence (instrumented at MVP; claim held until six months of data). Card-funded today, FIUSD-settled to the merchant on the back end. Same backbone as Clover Direct.</a:t>
            </a:r>
            <a:r>
              <a:rPr dirty="0" err="1"/>
              <a:t/>
            </a:r>
            <a:r>
              <a:rPr dirty="0"/>
              <a:t/>
            </a:r>
          </a:p>
        </p:txBody>
      </p:sp>
      <p:sp>
        <p:nvSpPr>
          <p:cNvPr id="12" name="TextBox 11"/>
          <p:cNvSpPr txBox="1"/>
          <p:nvPr/>
        </p:nvSpPr>
        <p:spPr>
          <a:xfrm>
            <a:off x="6400800" y="1444571"/>
            <a:ext cx="5029200" cy="246221"/>
          </a:xfrm>
          <a:prstGeom prst="rect">
            <a:avLst/>
          </a:prstGeom>
          <a:noFill/>
        </p:spPr>
        <p:txBody>
          <a:bodyPr wrap="square">
            <a:spAutoFit/>
          </a:bodyPr>
          <a:lstStyle/>
          <a:p>
            <a:pPr algn="l">
              <a:defRPr sz="1000" b="1">
                <a:solidFill>
                  <a:srgbClr val="003B5C"/>
                </a:solidFill>
                <a:latin typeface="Calibri"/>
              </a:defRPr>
            </a:pPr>
            <a:r>
              <a:rPr dirty="0">
                <a:solidFill>
                  <a:srgbClr val="002060"/>
                </a:solidFill>
              </a:rPr>
              <a:t>HOW IT WORKS</a:t>
            </a:r>
          </a:p>
        </p:txBody>
      </p:sp>
      <p:sp>
        <p:nvSpPr>
          <p:cNvPr id="13" name="Oval 12"/>
          <p:cNvSpPr/>
          <p:nvPr/>
        </p:nvSpPr>
        <p:spPr>
          <a:xfrm>
            <a:off x="6400800" y="1856051"/>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0" y="1874339"/>
            <a:ext cx="274320" cy="228600"/>
          </a:xfrm>
          <a:prstGeom prst="rect">
            <a:avLst/>
          </a:prstGeom>
          <a:noFill/>
        </p:spPr>
        <p:txBody>
          <a:bodyPr wrap="square">
            <a:spAutoFit/>
          </a:bodyPr>
          <a:lstStyle/>
          <a:p>
            <a:pPr algn="ctr">
              <a:defRPr sz="1000" b="1">
                <a:solidFill>
                  <a:srgbClr val="FFFFFF"/>
                </a:solidFill>
                <a:latin typeface="Calibri"/>
              </a:defRPr>
            </a:pPr>
            <a:r>
              <a:t>1</a:t>
            </a:r>
          </a:p>
        </p:txBody>
      </p:sp>
      <p:sp>
        <p:nvSpPr>
          <p:cNvPr id="15" name="TextBox 14"/>
          <p:cNvSpPr txBox="1"/>
          <p:nvPr/>
        </p:nvSpPr>
        <p:spPr>
          <a:xfrm>
            <a:off x="6812280" y="1856051"/>
            <a:ext cx="4572000" cy="411480"/>
          </a:xfrm>
          <a:prstGeom prst="rect">
            <a:avLst/>
          </a:prstGeom>
          <a:noFill/>
        </p:spPr>
        <p:txBody>
          <a:bodyPr wrap="square">
            <a:spAutoFit/>
          </a:bodyPr>
          <a:lstStyle/>
          <a:p>
            <a:pPr algn="l">
              <a:defRPr sz="900" b="0">
                <a:solidFill>
                  <a:srgbClr val="333333"/>
                </a:solidFill>
                <a:latin typeface="Calibri"/>
              </a:defRPr>
            </a:pPr>
            <a:r>
              <a:t>AI assistant (or merchant text link) initiates a booking with deposit requirement</a:t>
            </a:r>
          </a:p>
        </p:txBody>
      </p:sp>
      <p:sp>
        <p:nvSpPr>
          <p:cNvPr id="16" name="Oval 15"/>
          <p:cNvSpPr/>
          <p:nvPr/>
        </p:nvSpPr>
        <p:spPr>
          <a:xfrm>
            <a:off x="6400800" y="2331539"/>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0" y="2349827"/>
            <a:ext cx="274320" cy="228600"/>
          </a:xfrm>
          <a:prstGeom prst="rect">
            <a:avLst/>
          </a:prstGeom>
          <a:noFill/>
        </p:spPr>
        <p:txBody>
          <a:bodyPr wrap="square">
            <a:spAutoFit/>
          </a:bodyPr>
          <a:lstStyle/>
          <a:p>
            <a:pPr algn="ctr">
              <a:defRPr sz="1000" b="1">
                <a:solidFill>
                  <a:srgbClr val="FFFFFF"/>
                </a:solidFill>
                <a:latin typeface="Calibri"/>
              </a:defRPr>
            </a:pPr>
            <a:r>
              <a:t>2</a:t>
            </a:r>
          </a:p>
        </p:txBody>
      </p:sp>
      <p:sp>
        <p:nvSpPr>
          <p:cNvPr id="18" name="TextBox 17"/>
          <p:cNvSpPr txBox="1"/>
          <p:nvPr/>
        </p:nvSpPr>
        <p:spPr>
          <a:xfrm>
            <a:off x="6812280" y="2331539"/>
            <a:ext cx="4572000" cy="411480"/>
          </a:xfrm>
          <a:prstGeom prst="rect">
            <a:avLst/>
          </a:prstGeom>
          <a:noFill/>
        </p:spPr>
        <p:txBody>
          <a:bodyPr wrap="square">
            <a:spAutoFit/>
          </a:bodyPr>
          <a:lstStyle/>
          <a:p>
            <a:pPr algn="l">
              <a:defRPr sz="900" b="0">
                <a:solidFill>
                  <a:srgbClr val="333333"/>
                </a:solidFill>
                <a:latin typeface="Calibri"/>
              </a:defRPr>
            </a:pPr>
            <a:r>
              <a:t>Customer authorizes via Mastercard Agent Pay or one-tap web flow; cryptographic mandate signed</a:t>
            </a:r>
          </a:p>
        </p:txBody>
      </p:sp>
      <p:sp>
        <p:nvSpPr>
          <p:cNvPr id="19" name="Oval 18"/>
          <p:cNvSpPr/>
          <p:nvPr/>
        </p:nvSpPr>
        <p:spPr>
          <a:xfrm>
            <a:off x="6400800" y="2807027"/>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0" y="2825315"/>
            <a:ext cx="274320" cy="228600"/>
          </a:xfrm>
          <a:prstGeom prst="rect">
            <a:avLst/>
          </a:prstGeom>
          <a:noFill/>
        </p:spPr>
        <p:txBody>
          <a:bodyPr wrap="square">
            <a:spAutoFit/>
          </a:bodyPr>
          <a:lstStyle/>
          <a:p>
            <a:pPr algn="ctr">
              <a:defRPr sz="1000" b="1">
                <a:solidFill>
                  <a:srgbClr val="FFFFFF"/>
                </a:solidFill>
                <a:latin typeface="Calibri"/>
              </a:defRPr>
            </a:pPr>
            <a:r>
              <a:t>3</a:t>
            </a:r>
          </a:p>
        </p:txBody>
      </p:sp>
      <p:sp>
        <p:nvSpPr>
          <p:cNvPr id="21" name="TextBox 20"/>
          <p:cNvSpPr txBox="1"/>
          <p:nvPr/>
        </p:nvSpPr>
        <p:spPr>
          <a:xfrm>
            <a:off x="6812280" y="2807027"/>
            <a:ext cx="4572000" cy="411480"/>
          </a:xfrm>
          <a:prstGeom prst="rect">
            <a:avLst/>
          </a:prstGeom>
          <a:noFill/>
        </p:spPr>
        <p:txBody>
          <a:bodyPr wrap="square">
            <a:spAutoFit/>
          </a:bodyPr>
          <a:lstStyle/>
          <a:p>
            <a:pPr algn="l">
              <a:defRPr sz="900" b="0">
                <a:solidFill>
                  <a:srgbClr val="333333"/>
                </a:solidFill>
                <a:latin typeface="Calibri"/>
              </a:defRPr>
            </a:pPr>
            <a:r>
              <a:t>Deposit locked in the merchant's Finxact account; booking confirmed in Clover calendar</a:t>
            </a:r>
          </a:p>
        </p:txBody>
      </p:sp>
      <p:sp>
        <p:nvSpPr>
          <p:cNvPr id="22" name="Oval 21"/>
          <p:cNvSpPr/>
          <p:nvPr/>
        </p:nvSpPr>
        <p:spPr>
          <a:xfrm>
            <a:off x="6400800" y="3282515"/>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0" y="3300803"/>
            <a:ext cx="274320" cy="228600"/>
          </a:xfrm>
          <a:prstGeom prst="rect">
            <a:avLst/>
          </a:prstGeom>
          <a:noFill/>
        </p:spPr>
        <p:txBody>
          <a:bodyPr wrap="square">
            <a:spAutoFit/>
          </a:bodyPr>
          <a:lstStyle/>
          <a:p>
            <a:pPr algn="ctr">
              <a:defRPr sz="1000" b="1">
                <a:solidFill>
                  <a:srgbClr val="FFFFFF"/>
                </a:solidFill>
                <a:latin typeface="Calibri"/>
              </a:defRPr>
            </a:pPr>
            <a:r>
              <a:t>4</a:t>
            </a:r>
          </a:p>
        </p:txBody>
      </p:sp>
      <p:sp>
        <p:nvSpPr>
          <p:cNvPr id="24" name="TextBox 23"/>
          <p:cNvSpPr txBox="1"/>
          <p:nvPr/>
        </p:nvSpPr>
        <p:spPr>
          <a:xfrm>
            <a:off x="6812280" y="3282515"/>
            <a:ext cx="4572000" cy="411480"/>
          </a:xfrm>
          <a:prstGeom prst="rect">
            <a:avLst/>
          </a:prstGeom>
          <a:noFill/>
        </p:spPr>
        <p:txBody>
          <a:bodyPr wrap="square">
            <a:spAutoFit/>
          </a:bodyPr>
          <a:lstStyle/>
          <a:p>
            <a:pPr algn="l">
              <a:defRPr sz="900" b="0">
                <a:solidFill>
                  <a:srgbClr val="333333"/>
                </a:solidFill>
                <a:latin typeface="Calibri"/>
              </a:defRPr>
            </a:pPr>
            <a:r>
              <a:t>Cancellation rules enforced; mandate becomes dispute evidence packet if challenged</a:t>
            </a:r>
          </a:p>
        </p:txBody>
      </p:sp>
      <p:sp>
        <p:nvSpPr>
          <p:cNvPr id="25" name="Oval 24"/>
          <p:cNvSpPr/>
          <p:nvPr/>
        </p:nvSpPr>
        <p:spPr>
          <a:xfrm>
            <a:off x="6400800" y="3758003"/>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3776291"/>
            <a:ext cx="274320" cy="228600"/>
          </a:xfrm>
          <a:prstGeom prst="rect">
            <a:avLst/>
          </a:prstGeom>
          <a:noFill/>
        </p:spPr>
        <p:txBody>
          <a:bodyPr wrap="square">
            <a:spAutoFit/>
          </a:bodyPr>
          <a:lstStyle/>
          <a:p>
            <a:pPr algn="ctr">
              <a:defRPr sz="1000" b="1">
                <a:solidFill>
                  <a:srgbClr val="FFFFFF"/>
                </a:solidFill>
                <a:latin typeface="Calibri"/>
              </a:defRPr>
            </a:pPr>
            <a:r>
              <a:t>5</a:t>
            </a:r>
          </a:p>
        </p:txBody>
      </p:sp>
      <p:sp>
        <p:nvSpPr>
          <p:cNvPr id="27" name="TextBox 26"/>
          <p:cNvSpPr txBox="1"/>
          <p:nvPr/>
        </p:nvSpPr>
        <p:spPr>
          <a:xfrm>
            <a:off x="6812280" y="3758003"/>
            <a:ext cx="4572000" cy="411480"/>
          </a:xfrm>
          <a:prstGeom prst="rect">
            <a:avLst/>
          </a:prstGeom>
          <a:noFill/>
        </p:spPr>
        <p:txBody>
          <a:bodyPr wrap="square">
            <a:spAutoFit/>
          </a:bodyPr>
          <a:lstStyle/>
          <a:p>
            <a:pPr algn="l">
              <a:defRPr sz="900" b="0">
                <a:solidFill>
                  <a:srgbClr val="333333"/>
                </a:solidFill>
                <a:latin typeface="Calibri"/>
              </a:defRPr>
            </a:pPr>
            <a:r>
              <a:t>Dispute win-rate lift instrumented (claim sellable once 6-month data supports &gt;10pp delta)</a:t>
            </a:r>
          </a:p>
        </p:txBody>
      </p:sp>
      <p:sp>
        <p:nvSpPr>
          <p:cNvPr id="28" name="Oval 27"/>
          <p:cNvSpPr/>
          <p:nvPr/>
        </p:nvSpPr>
        <p:spPr>
          <a:xfrm>
            <a:off x="6400800" y="4233491"/>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00800" y="4251779"/>
            <a:ext cx="274320" cy="228600"/>
          </a:xfrm>
          <a:prstGeom prst="rect">
            <a:avLst/>
          </a:prstGeom>
          <a:noFill/>
        </p:spPr>
        <p:txBody>
          <a:bodyPr wrap="square">
            <a:spAutoFit/>
          </a:bodyPr>
          <a:lstStyle/>
          <a:p>
            <a:pPr algn="ctr">
              <a:defRPr sz="1000" b="1">
                <a:solidFill>
                  <a:srgbClr val="FFFFFF"/>
                </a:solidFill>
                <a:latin typeface="Calibri"/>
              </a:defRPr>
            </a:pPr>
            <a:r>
              <a:t/>
            </a:r>
          </a:p>
        </p:txBody>
      </p:sp>
      <p:sp>
        <p:nvSpPr>
          <p:cNvPr id="30" name="TextBox 29"/>
          <p:cNvSpPr txBox="1"/>
          <p:nvPr/>
        </p:nvSpPr>
        <p:spPr>
          <a:xfrm>
            <a:off x="6812280" y="4233491"/>
            <a:ext cx="4572000" cy="411480"/>
          </a:xfrm>
          <a:prstGeom prst="rect">
            <a:avLst/>
          </a:prstGeom>
          <a:noFill/>
        </p:spPr>
        <p:txBody>
          <a:bodyPr wrap="square">
            <a:spAutoFit/>
          </a:bodyPr>
          <a:lstStyle/>
          <a:p>
            <a:pPr algn="l">
              <a:defRPr sz="900" b="0">
                <a:solidFill>
                  <a:srgbClr val="333333"/>
                </a:solidFill>
                <a:latin typeface="Calibri"/>
              </a:defRPr>
            </a:pPr>
            <a:r>
              <a:t/>
            </a:r>
          </a:p>
        </p:txBody>
      </p:sp>
      <p:sp>
        <p:nvSpPr>
          <p:cNvPr id="31" name="Rounded Rectangle 30"/>
          <p:cNvSpPr/>
          <p:nvPr/>
        </p:nvSpPr>
        <p:spPr>
          <a:xfrm>
            <a:off x="548640" y="4544567"/>
            <a:ext cx="10881360" cy="1380563"/>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22960" y="4569971"/>
            <a:ext cx="2743200" cy="274320"/>
          </a:xfrm>
          <a:prstGeom prst="rect">
            <a:avLst/>
          </a:prstGeom>
          <a:noFill/>
        </p:spPr>
        <p:txBody>
          <a:bodyPr wrap="square">
            <a:spAutoFit/>
          </a:bodyPr>
          <a:lstStyle/>
          <a:p>
            <a:pPr algn="l">
              <a:defRPr sz="1000" b="1">
                <a:solidFill>
                  <a:srgbClr val="FF6600"/>
                </a:solidFill>
                <a:latin typeface="Calibri"/>
              </a:defRPr>
            </a:pPr>
            <a:r>
              <a:rPr dirty="0"/>
              <a:t>POTENTIAL IMPACT</a:t>
            </a:r>
          </a:p>
        </p:txBody>
      </p:sp>
      <p:sp>
        <p:nvSpPr>
          <p:cNvPr id="33" name="TextBox 32"/>
          <p:cNvSpPr txBox="1"/>
          <p:nvPr/>
        </p:nvSpPr>
        <p:spPr>
          <a:xfrm>
            <a:off x="731520" y="4782131"/>
            <a:ext cx="2468880" cy="457200"/>
          </a:xfrm>
          <a:prstGeom prst="rect">
            <a:avLst/>
          </a:prstGeom>
          <a:noFill/>
        </p:spPr>
        <p:txBody>
          <a:bodyPr wrap="square">
            <a:spAutoFit/>
          </a:bodyPr>
          <a:lstStyle/>
          <a:p>
            <a:pPr algn="ctr">
              <a:defRPr sz="2400" b="1">
                <a:solidFill>
                  <a:srgbClr val="FF6600"/>
                </a:solidFill>
                <a:latin typeface="Calibri"/>
              </a:defRPr>
            </a:pPr>
            <a:r>
              <a:rPr lang="en-US" dirty="0"/>
              <a:t>0 no-shows</a:t>
            </a:r>
            <a:r>
              <a:rPr dirty="0"/>
              <a:t/>
            </a:r>
          </a:p>
        </p:txBody>
      </p:sp>
      <p:sp>
        <p:nvSpPr>
          <p:cNvPr id="34" name="TextBox 33"/>
          <p:cNvSpPr txBox="1"/>
          <p:nvPr/>
        </p:nvSpPr>
        <p:spPr>
          <a:xfrm>
            <a:off x="731520" y="5239331"/>
            <a:ext cx="2468880" cy="411480"/>
          </a:xfrm>
          <a:prstGeom prst="rect">
            <a:avLst/>
          </a:prstGeom>
          <a:noFill/>
        </p:spPr>
        <p:txBody>
          <a:bodyPr wrap="square">
            <a:spAutoFit/>
          </a:bodyPr>
          <a:lstStyle/>
          <a:p>
            <a:pPr algn="ctr">
              <a:defRPr sz="900" b="0">
                <a:solidFill>
                  <a:srgbClr val="FFFFFF"/>
                </a:solidFill>
                <a:latin typeface="Calibri"/>
              </a:defRPr>
            </a:pPr>
            <a:r>
              <a:t>Saturday night,</a:t>
            </a:r>
            <a:br/>
            <a:r>
              <a:t>all bookings protected</a:t>
            </a:r>
          </a:p>
        </p:txBody>
      </p:sp>
      <p:sp>
        <p:nvSpPr>
          <p:cNvPr id="35" name="TextBox 34"/>
          <p:cNvSpPr txBox="1"/>
          <p:nvPr/>
        </p:nvSpPr>
        <p:spPr>
          <a:xfrm>
            <a:off x="3520439" y="4782131"/>
            <a:ext cx="2468880" cy="457200"/>
          </a:xfrm>
          <a:prstGeom prst="rect">
            <a:avLst/>
          </a:prstGeom>
          <a:noFill/>
        </p:spPr>
        <p:txBody>
          <a:bodyPr wrap="square">
            <a:spAutoFit/>
          </a:bodyPr>
          <a:lstStyle/>
          <a:p>
            <a:pPr algn="ctr">
              <a:defRPr sz="2400" b="1">
                <a:solidFill>
                  <a:srgbClr val="FF6600"/>
                </a:solidFill>
                <a:latin typeface="Calibri"/>
              </a:defRPr>
            </a:pPr>
            <a:r>
              <a:t>1 click</a:t>
            </a:r>
          </a:p>
        </p:txBody>
      </p:sp>
      <p:sp>
        <p:nvSpPr>
          <p:cNvPr id="36" name="TextBox 35"/>
          <p:cNvSpPr txBox="1"/>
          <p:nvPr/>
        </p:nvSpPr>
        <p:spPr>
          <a:xfrm>
            <a:off x="3520439" y="5239331"/>
            <a:ext cx="2468880" cy="411480"/>
          </a:xfrm>
          <a:prstGeom prst="rect">
            <a:avLst/>
          </a:prstGeom>
          <a:noFill/>
        </p:spPr>
        <p:txBody>
          <a:bodyPr wrap="square">
            <a:spAutoFit/>
          </a:bodyPr>
          <a:lstStyle/>
          <a:p>
            <a:pPr algn="ctr">
              <a:defRPr sz="900" b="0">
                <a:solidFill>
                  <a:srgbClr val="FFFFFF"/>
                </a:solidFill>
                <a:latin typeface="Calibri"/>
              </a:defRPr>
            </a:pPr>
            <a:r>
              <a:t>Deposit locked in</a:t>
            </a:r>
            <a:br/>
            <a:r>
              <a:t>the booking flow</a:t>
            </a:r>
          </a:p>
        </p:txBody>
      </p:sp>
      <p:sp>
        <p:nvSpPr>
          <p:cNvPr id="37" name="TextBox 36"/>
          <p:cNvSpPr txBox="1"/>
          <p:nvPr/>
        </p:nvSpPr>
        <p:spPr>
          <a:xfrm>
            <a:off x="6309359" y="4782131"/>
            <a:ext cx="2468880" cy="457200"/>
          </a:xfrm>
          <a:prstGeom prst="rect">
            <a:avLst/>
          </a:prstGeom>
          <a:noFill/>
        </p:spPr>
        <p:txBody>
          <a:bodyPr wrap="square">
            <a:spAutoFit/>
          </a:bodyPr>
          <a:lstStyle/>
          <a:p>
            <a:pPr algn="ctr">
              <a:defRPr sz="2400" b="1">
                <a:solidFill>
                  <a:srgbClr val="FF6600"/>
                </a:solidFill>
                <a:latin typeface="Calibri"/>
              </a:defRPr>
            </a:pPr>
            <a:r>
              <a:t>1 backbone</a:t>
            </a:r>
          </a:p>
        </p:txBody>
      </p:sp>
      <p:sp>
        <p:nvSpPr>
          <p:cNvPr id="38" name="TextBox 37"/>
          <p:cNvSpPr txBox="1"/>
          <p:nvPr/>
        </p:nvSpPr>
        <p:spPr>
          <a:xfrm>
            <a:off x="6309359" y="5239331"/>
            <a:ext cx="2468880" cy="411480"/>
          </a:xfrm>
          <a:prstGeom prst="rect">
            <a:avLst/>
          </a:prstGeom>
          <a:noFill/>
        </p:spPr>
        <p:txBody>
          <a:bodyPr wrap="square">
            <a:spAutoFit/>
          </a:bodyPr>
          <a:lstStyle/>
          <a:p>
            <a:pPr algn="ctr">
              <a:defRPr sz="900" b="0">
                <a:solidFill>
                  <a:srgbClr val="FFFFFF"/>
                </a:solidFill>
                <a:latin typeface="Calibri"/>
              </a:defRPr>
            </a:pPr>
            <a:r>
              <a:t>Shared with</a:t>
            </a:r>
            <a:br/>
            <a:r>
              <a:t>Clover Direct</a:t>
            </a:r>
          </a:p>
        </p:txBody>
      </p:sp>
      <p:sp>
        <p:nvSpPr>
          <p:cNvPr id="39" name="TextBox 38"/>
          <p:cNvSpPr txBox="1"/>
          <p:nvPr/>
        </p:nvSpPr>
        <p:spPr>
          <a:xfrm>
            <a:off x="9098280" y="4782131"/>
            <a:ext cx="2468880" cy="457200"/>
          </a:xfrm>
          <a:prstGeom prst="rect">
            <a:avLst/>
          </a:prstGeom>
          <a:noFill/>
        </p:spPr>
        <p:txBody>
          <a:bodyPr wrap="square">
            <a:spAutoFit/>
          </a:bodyPr>
          <a:lstStyle/>
          <a:p>
            <a:pPr algn="ctr">
              <a:defRPr sz="2400" b="1">
                <a:solidFill>
                  <a:srgbClr val="FF6600"/>
                </a:solidFill>
                <a:latin typeface="Calibri"/>
              </a:defRPr>
            </a:pPr>
            <a:r>
              <a:rPr dirty="0"/>
              <a:t>10pp</a:t>
            </a:r>
            <a:r>
              <a:rPr lang="en-US" dirty="0"/>
              <a:t/>
            </a:r>
            <a:r>
              <a:rPr dirty="0"/>
              <a:t/>
            </a:r>
          </a:p>
        </p:txBody>
      </p:sp>
      <p:sp>
        <p:nvSpPr>
          <p:cNvPr id="40" name="TextBox 39"/>
          <p:cNvSpPr txBox="1"/>
          <p:nvPr/>
        </p:nvSpPr>
        <p:spPr>
          <a:xfrm>
            <a:off x="9098280" y="5239331"/>
            <a:ext cx="2468880" cy="411480"/>
          </a:xfrm>
          <a:prstGeom prst="rect">
            <a:avLst/>
          </a:prstGeom>
          <a:noFill/>
        </p:spPr>
        <p:txBody>
          <a:bodyPr wrap="square">
            <a:spAutoFit/>
          </a:bodyPr>
          <a:lstStyle/>
          <a:p>
            <a:pPr algn="ctr">
              <a:defRPr sz="900" b="0">
                <a:solidFill>
                  <a:srgbClr val="FFFFFF"/>
                </a:solidFill>
                <a:latin typeface="Calibri"/>
              </a:defRPr>
            </a:pPr>
            <a:r>
              <a:t>Dispute-lift threshold</a:t>
            </a:r>
            <a:br/>
            <a:r>
              <a:t>(claim held pending data)</a:t>
            </a:r>
          </a:p>
        </p:txBody>
      </p:sp>
      <p:sp>
        <p:nvSpPr>
          <p:cNvPr id="41" name="TextBox 40"/>
          <p:cNvSpPr txBox="1"/>
          <p:nvPr/>
        </p:nvSpPr>
        <p:spPr>
          <a:xfrm>
            <a:off x="525781" y="5636622"/>
            <a:ext cx="10515600" cy="261610"/>
          </a:xfrm>
          <a:prstGeom prst="rect">
            <a:avLst/>
          </a:prstGeom>
          <a:noFill/>
        </p:spPr>
        <p:txBody>
          <a:bodyPr wrap="square">
            <a:spAutoFit/>
          </a:bodyPr>
          <a:lstStyle/>
          <a:p>
            <a:pPr algn="ctr">
              <a:defRPr sz="1100" b="0">
                <a:solidFill>
                  <a:srgbClr val="FFFFFF"/>
                </a:solidFill>
                <a:latin typeface="Calibri"/>
              </a:defRPr>
            </a:pPr>
            <a:r>
              <a:rPr dirty="0"/>
              <a:t>Your client said they'd show up. Now prove it. Same backbone, second vertical. May fold as a named capability under Clover Direct.</a:t>
            </a:r>
            <a:r>
              <a:rPr lang="en-US" dirty="0"/>
              <a:t/>
            </a:r>
            <a:r>
              <a:rPr dirty="0"/>
              <a:t/>
            </a:r>
            <a:r>
              <a:rPr lang="en-US" dirty="0"/>
              <a:t/>
            </a:r>
            <a:endParaRPr dirty="0"/>
          </a:p>
        </p:txBody>
      </p:sp>
      <p:sp>
        <p:nvSpPr>
          <p:cNvPr id="43" name="Text Placeholder 42">
            <a:extLst>
              <a:ext uri="{FF2B5EF4-FFF2-40B4-BE49-F238E27FC236}">
                <a16:creationId xmlns:a16="http://schemas.microsoft.com/office/drawing/2014/main" id="{5F54F111-20C4-CFD6-5DA2-F386841F8A88}"/>
              </a:ext>
            </a:extLst>
          </p:cNvPr>
          <p:cNvSpPr>
            <a:spLocks noGrp="1"/>
          </p:cNvSpPr>
          <p:nvPr>
            <p:ph type="body" sz="quarter" idx="13"/>
          </p:nvPr>
        </p:nvSpPr>
        <p:spPr>
          <a:xfrm>
            <a:off x="525781" y="6954947"/>
            <a:ext cx="9658350" cy="239650"/>
          </a:xfrm>
        </p:spPr>
        <p:txBody>
          <a:bodyP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548640"/>
            <a:ext cx="1645920" cy="320040"/>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566928"/>
            <a:ext cx="1645920" cy="274320"/>
          </a:xfrm>
          <a:prstGeom prst="rect">
            <a:avLst/>
          </a:prstGeom>
          <a:noFill/>
        </p:spPr>
        <p:txBody>
          <a:bodyPr wrap="square">
            <a:spAutoFit/>
          </a:bodyPr>
          <a:lstStyle/>
          <a:p>
            <a:pPr algn="ctr">
              <a:defRPr sz="1100" b="1">
                <a:solidFill>
                  <a:srgbClr val="FFFFFF"/>
                </a:solidFill>
                <a:latin typeface="Calibri"/>
              </a:defRPr>
            </a:pPr>
            <a:r>
              <a:t>PROTOTYPE 3</a:t>
            </a:r>
          </a:p>
        </p:txBody>
      </p:sp>
      <p:sp>
        <p:nvSpPr>
          <p:cNvPr id="5" name="TextBox 4"/>
          <p:cNvSpPr txBox="1"/>
          <p:nvPr/>
        </p:nvSpPr>
        <p:spPr>
          <a:xfrm>
            <a:off x="2560320" y="409986"/>
            <a:ext cx="8229600" cy="523220"/>
          </a:xfrm>
          <a:prstGeom prst="rect">
            <a:avLst/>
          </a:prstGeom>
          <a:noFill/>
        </p:spPr>
        <p:txBody>
          <a:bodyPr wrap="square">
            <a:spAutoFit/>
          </a:bodyPr>
          <a:lstStyle/>
          <a:p>
            <a:pPr algn="l">
              <a:defRPr sz="2800" b="1">
                <a:solidFill>
                  <a:srgbClr val="003B5C"/>
                </a:solidFill>
                <a:latin typeface="Calibri"/>
              </a:defRPr>
            </a:pPr>
            <a:r>
              <a:rPr dirty="0">
                <a:solidFill>
                  <a:srgbClr val="002060"/>
                </a:solidFill>
              </a:rPr>
              <a:t>WeekendCash  (reshape of P1 Yield Sweep)</a:t>
            </a:r>
          </a:p>
        </p:txBody>
      </p:sp>
      <p:sp>
        <p:nvSpPr>
          <p:cNvPr id="6" name="Rounded Rectangle 5"/>
          <p:cNvSpPr/>
          <p:nvPr/>
        </p:nvSpPr>
        <p:spPr>
          <a:xfrm>
            <a:off x="640080" y="1372500"/>
            <a:ext cx="5486400" cy="1188720"/>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372500"/>
            <a:ext cx="54864" cy="118872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418220"/>
            <a:ext cx="5029200" cy="1097280"/>
          </a:xfrm>
          <a:prstGeom prst="rect">
            <a:avLst/>
          </a:prstGeom>
          <a:noFill/>
        </p:spPr>
        <p:txBody>
          <a:bodyPr wrap="square">
            <a:spAutoFit/>
          </a:bodyPr>
          <a:lstStyle/>
          <a:p>
            <a:pPr algn="l">
              <a:spcAft>
                <a:spcPts val="400"/>
              </a:spcAft>
              <a:defRPr sz="1000" b="1">
                <a:solidFill>
                  <a:srgbClr val="C62828"/>
                </a:solidFill>
                <a:latin typeface="Calibri"/>
              </a:defRPr>
            </a:pPr>
            <a:r>
              <a:t>THE PROBLEM</a:t>
            </a:r>
          </a:p>
          <a:p>
            <a:pPr algn="l">
              <a:spcAft>
                <a:spcPts val="400"/>
              </a:spcAft>
              <a:defRPr sz="1000" b="0">
                <a:solidFill>
                  <a:srgbClr val="333333"/>
                </a:solidFill>
                <a:latin typeface="Calibri"/>
              </a:defRPr>
            </a:pPr>
            <a:r>
              <a:t>Clover merchants sit on weekend card revenue until Tuesday. A restaurant closes strong Saturday night and pays Sunday prep from Friday reserves. Stripe Instant Payout charges 1.5%, Square Instant Transfer charges 1.75% — both are fee-for-service via external bank partners. The original Yield Sweep prototype aimed the same Finxact + decision-gate code at the wrong job ('earn yield on idle'); the job merchants actually feel is 'give me my Saturday money on Saturday.'</a:t>
            </a:r>
          </a:p>
        </p:txBody>
      </p:sp>
      <p:sp>
        <p:nvSpPr>
          <p:cNvPr id="9" name="Rounded Rectangle 8"/>
          <p:cNvSpPr/>
          <p:nvPr/>
        </p:nvSpPr>
        <p:spPr>
          <a:xfrm>
            <a:off x="640080" y="2698380"/>
            <a:ext cx="5486400" cy="118872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2698380"/>
            <a:ext cx="54864" cy="11887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2744100"/>
            <a:ext cx="5029200" cy="1097280"/>
          </a:xfrm>
          <a:prstGeom prst="rect">
            <a:avLst/>
          </a:prstGeom>
          <a:noFill/>
        </p:spPr>
        <p:txBody>
          <a:bodyPr wrap="square">
            <a:spAutoFit/>
          </a:bodyPr>
          <a:lstStyle/>
          <a:p>
            <a:pPr algn="l">
              <a:spcAft>
                <a:spcPts val="400"/>
              </a:spcAft>
              <a:defRPr sz="1000" b="1">
                <a:solidFill>
                  <a:srgbClr val="2E7D32"/>
                </a:solidFill>
                <a:latin typeface="Calibri"/>
              </a:defRPr>
            </a:pPr>
            <a:r>
              <a:t>THE SOLUTION</a:t>
            </a:r>
          </a:p>
          <a:p>
            <a:pPr algn="l">
              <a:spcAft>
                <a:spcPts val="400"/>
              </a:spcAft>
              <a:defRPr sz="1000" b="0">
                <a:solidFill>
                  <a:srgbClr val="333333"/>
                </a:solidFill>
                <a:latin typeface="Calibri"/>
              </a:defRPr>
            </a:pPr>
            <a:r>
              <a:t>Post-payment settlement acceleration on weekends and holidays via the Finxact + INDX + FIUSD closed loop. No TILA, no lending — structurally identical to Stripe/Square instant payouts except funded from Fiserv's internal balance sheet (INDX live Feb 12, 2026). Free to the merchant. Backed by Fiserv: the 60-min balance-sheet backstop is the product.</a:t>
            </a:r>
          </a:p>
        </p:txBody>
      </p:sp>
      <p:sp>
        <p:nvSpPr>
          <p:cNvPr id="12" name="TextBox 11"/>
          <p:cNvSpPr txBox="1"/>
          <p:nvPr/>
        </p:nvSpPr>
        <p:spPr>
          <a:xfrm>
            <a:off x="6492240" y="1372500"/>
            <a:ext cx="5029200" cy="365760"/>
          </a:xfrm>
          <a:prstGeom prst="rect">
            <a:avLst/>
          </a:prstGeom>
          <a:noFill/>
        </p:spPr>
        <p:txBody>
          <a:bodyPr wrap="square">
            <a:spAutoFit/>
          </a:bodyPr>
          <a:lstStyle/>
          <a:p>
            <a:pPr algn="l">
              <a:defRPr sz="1000" b="1">
                <a:solidFill>
                  <a:srgbClr val="003B5C"/>
                </a:solidFill>
                <a:latin typeface="Calibri"/>
              </a:defRPr>
            </a:pPr>
            <a:r>
              <a:t>HOW IT WORKS</a:t>
            </a:r>
          </a:p>
        </p:txBody>
      </p:sp>
      <p:sp>
        <p:nvSpPr>
          <p:cNvPr id="13" name="Oval 12"/>
          <p:cNvSpPr/>
          <p:nvPr/>
        </p:nvSpPr>
        <p:spPr>
          <a:xfrm>
            <a:off x="6492240" y="1783980"/>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2240" y="1802268"/>
            <a:ext cx="274320" cy="228600"/>
          </a:xfrm>
          <a:prstGeom prst="rect">
            <a:avLst/>
          </a:prstGeom>
          <a:noFill/>
        </p:spPr>
        <p:txBody>
          <a:bodyPr wrap="square">
            <a:spAutoFit/>
          </a:bodyPr>
          <a:lstStyle/>
          <a:p>
            <a:pPr algn="ctr">
              <a:defRPr sz="1000" b="1">
                <a:solidFill>
                  <a:srgbClr val="FFFFFF"/>
                </a:solidFill>
                <a:latin typeface="Calibri"/>
              </a:defRPr>
            </a:pPr>
            <a:r>
              <a:t>1</a:t>
            </a:r>
          </a:p>
        </p:txBody>
      </p:sp>
      <p:sp>
        <p:nvSpPr>
          <p:cNvPr id="15" name="TextBox 14"/>
          <p:cNvSpPr txBox="1"/>
          <p:nvPr/>
        </p:nvSpPr>
        <p:spPr>
          <a:xfrm>
            <a:off x="6903720" y="1783980"/>
            <a:ext cx="4572000" cy="411480"/>
          </a:xfrm>
          <a:prstGeom prst="rect">
            <a:avLst/>
          </a:prstGeom>
          <a:noFill/>
        </p:spPr>
        <p:txBody>
          <a:bodyPr wrap="square">
            <a:spAutoFit/>
          </a:bodyPr>
          <a:lstStyle/>
          <a:p>
            <a:pPr algn="l">
              <a:defRPr sz="900" b="0">
                <a:solidFill>
                  <a:srgbClr val="333333"/>
                </a:solidFill>
                <a:latin typeface="Calibri"/>
              </a:defRPr>
            </a:pPr>
            <a:r>
              <a:t>Friday 11pm: merchant closes out; weekend card volume calculated</a:t>
            </a:r>
          </a:p>
        </p:txBody>
      </p:sp>
      <p:sp>
        <p:nvSpPr>
          <p:cNvPr id="16" name="Oval 15"/>
          <p:cNvSpPr/>
          <p:nvPr/>
        </p:nvSpPr>
        <p:spPr>
          <a:xfrm>
            <a:off x="6492240" y="2259468"/>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92240" y="2277756"/>
            <a:ext cx="274320" cy="228600"/>
          </a:xfrm>
          <a:prstGeom prst="rect">
            <a:avLst/>
          </a:prstGeom>
          <a:noFill/>
        </p:spPr>
        <p:txBody>
          <a:bodyPr wrap="square">
            <a:spAutoFit/>
          </a:bodyPr>
          <a:lstStyle/>
          <a:p>
            <a:pPr algn="ctr">
              <a:defRPr sz="1000" b="1">
                <a:solidFill>
                  <a:srgbClr val="FFFFFF"/>
                </a:solidFill>
                <a:latin typeface="Calibri"/>
              </a:defRPr>
            </a:pPr>
            <a:r>
              <a:t>2</a:t>
            </a:r>
          </a:p>
        </p:txBody>
      </p:sp>
      <p:sp>
        <p:nvSpPr>
          <p:cNvPr id="18" name="TextBox 17"/>
          <p:cNvSpPr txBox="1"/>
          <p:nvPr/>
        </p:nvSpPr>
        <p:spPr>
          <a:xfrm>
            <a:off x="6903720" y="2259468"/>
            <a:ext cx="4572000" cy="411480"/>
          </a:xfrm>
          <a:prstGeom prst="rect">
            <a:avLst/>
          </a:prstGeom>
          <a:noFill/>
        </p:spPr>
        <p:txBody>
          <a:bodyPr wrap="square">
            <a:spAutoFit/>
          </a:bodyPr>
          <a:lstStyle/>
          <a:p>
            <a:pPr algn="l">
              <a:defRPr sz="900" b="0">
                <a:solidFill>
                  <a:srgbClr val="333333"/>
                </a:solidFill>
                <a:latin typeface="Calibri"/>
              </a:defRPr>
            </a:pPr>
            <a:r>
              <a:t>WeekendCash decision gate checks eligibility, SLA status, conservative-ramp tier</a:t>
            </a:r>
          </a:p>
        </p:txBody>
      </p:sp>
      <p:sp>
        <p:nvSpPr>
          <p:cNvPr id="19" name="Oval 18"/>
          <p:cNvSpPr/>
          <p:nvPr/>
        </p:nvSpPr>
        <p:spPr>
          <a:xfrm>
            <a:off x="6492240" y="2734956"/>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92240" y="2753244"/>
            <a:ext cx="274320" cy="228600"/>
          </a:xfrm>
          <a:prstGeom prst="rect">
            <a:avLst/>
          </a:prstGeom>
          <a:noFill/>
        </p:spPr>
        <p:txBody>
          <a:bodyPr wrap="square">
            <a:spAutoFit/>
          </a:bodyPr>
          <a:lstStyle/>
          <a:p>
            <a:pPr algn="ctr">
              <a:defRPr sz="1000" b="1">
                <a:solidFill>
                  <a:srgbClr val="FFFFFF"/>
                </a:solidFill>
                <a:latin typeface="Calibri"/>
              </a:defRPr>
            </a:pPr>
            <a:r>
              <a:t>3</a:t>
            </a:r>
          </a:p>
        </p:txBody>
      </p:sp>
      <p:sp>
        <p:nvSpPr>
          <p:cNvPr id="21" name="TextBox 20"/>
          <p:cNvSpPr txBox="1"/>
          <p:nvPr/>
        </p:nvSpPr>
        <p:spPr>
          <a:xfrm>
            <a:off x="6903720" y="2734956"/>
            <a:ext cx="4572000" cy="411480"/>
          </a:xfrm>
          <a:prstGeom prst="rect">
            <a:avLst/>
          </a:prstGeom>
          <a:noFill/>
        </p:spPr>
        <p:txBody>
          <a:bodyPr wrap="square">
            <a:spAutoFit/>
          </a:bodyPr>
          <a:lstStyle/>
          <a:p>
            <a:pPr algn="l">
              <a:defRPr sz="900" b="0">
                <a:solidFill>
                  <a:srgbClr val="333333"/>
                </a:solidFill>
                <a:latin typeface="Calibri"/>
              </a:defRPr>
            </a:pPr>
            <a:r>
              <a:t>Finxact advances funds via INDX to merchant's account (funded from Fiserv balance sheet)</a:t>
            </a:r>
          </a:p>
        </p:txBody>
      </p:sp>
      <p:sp>
        <p:nvSpPr>
          <p:cNvPr id="22" name="Oval 21"/>
          <p:cNvSpPr/>
          <p:nvPr/>
        </p:nvSpPr>
        <p:spPr>
          <a:xfrm>
            <a:off x="6492240" y="3210444"/>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92240" y="3228732"/>
            <a:ext cx="274320" cy="228600"/>
          </a:xfrm>
          <a:prstGeom prst="rect">
            <a:avLst/>
          </a:prstGeom>
          <a:noFill/>
        </p:spPr>
        <p:txBody>
          <a:bodyPr wrap="square">
            <a:spAutoFit/>
          </a:bodyPr>
          <a:lstStyle/>
          <a:p>
            <a:pPr algn="ctr">
              <a:defRPr sz="1000" b="1">
                <a:solidFill>
                  <a:srgbClr val="FFFFFF"/>
                </a:solidFill>
                <a:latin typeface="Calibri"/>
              </a:defRPr>
            </a:pPr>
            <a:r>
              <a:t>4</a:t>
            </a:r>
          </a:p>
        </p:txBody>
      </p:sp>
      <p:sp>
        <p:nvSpPr>
          <p:cNvPr id="24" name="TextBox 23"/>
          <p:cNvSpPr txBox="1"/>
          <p:nvPr/>
        </p:nvSpPr>
        <p:spPr>
          <a:xfrm>
            <a:off x="6903720" y="3210444"/>
            <a:ext cx="4572000" cy="411480"/>
          </a:xfrm>
          <a:prstGeom prst="rect">
            <a:avLst/>
          </a:prstGeom>
          <a:noFill/>
        </p:spPr>
        <p:txBody>
          <a:bodyPr wrap="square">
            <a:spAutoFit/>
          </a:bodyPr>
          <a:lstStyle/>
          <a:p>
            <a:pPr algn="l">
              <a:defRPr sz="900" b="0">
                <a:solidFill>
                  <a:srgbClr val="333333"/>
                </a:solidFill>
                <a:latin typeface="Calibri"/>
              </a:defRPr>
            </a:pPr>
            <a:r>
              <a:t>Saturday 6am: merchant sees 'weekend revenue — landed' in dashboard</a:t>
            </a:r>
          </a:p>
        </p:txBody>
      </p:sp>
      <p:sp>
        <p:nvSpPr>
          <p:cNvPr id="25" name="Oval 24"/>
          <p:cNvSpPr/>
          <p:nvPr/>
        </p:nvSpPr>
        <p:spPr>
          <a:xfrm>
            <a:off x="6492240" y="3685932"/>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92240" y="3704220"/>
            <a:ext cx="274320" cy="228600"/>
          </a:xfrm>
          <a:prstGeom prst="rect">
            <a:avLst/>
          </a:prstGeom>
          <a:noFill/>
        </p:spPr>
        <p:txBody>
          <a:bodyPr wrap="square">
            <a:spAutoFit/>
          </a:bodyPr>
          <a:lstStyle/>
          <a:p>
            <a:pPr algn="ctr">
              <a:defRPr sz="1000" b="1">
                <a:solidFill>
                  <a:srgbClr val="FFFFFF"/>
                </a:solidFill>
                <a:latin typeface="Calibri"/>
              </a:defRPr>
            </a:pPr>
            <a:r>
              <a:t>5</a:t>
            </a:r>
          </a:p>
        </p:txBody>
      </p:sp>
      <p:sp>
        <p:nvSpPr>
          <p:cNvPr id="27" name="TextBox 26"/>
          <p:cNvSpPr txBox="1"/>
          <p:nvPr/>
        </p:nvSpPr>
        <p:spPr>
          <a:xfrm>
            <a:off x="6903720" y="3685932"/>
            <a:ext cx="4572000" cy="411480"/>
          </a:xfrm>
          <a:prstGeom prst="rect">
            <a:avLst/>
          </a:prstGeom>
          <a:noFill/>
        </p:spPr>
        <p:txBody>
          <a:bodyPr wrap="square">
            <a:spAutoFit/>
          </a:bodyPr>
          <a:lstStyle/>
          <a:p>
            <a:pPr algn="l">
              <a:defRPr sz="900" b="0">
                <a:solidFill>
                  <a:srgbClr val="333333"/>
                </a:solidFill>
                <a:latin typeface="Calibri"/>
              </a:defRPr>
            </a:pPr>
            <a:r>
              <a:t>Monday/Tuesday: card network settlement clears, reconcile runs, merchant sees nothing</a:t>
            </a:r>
          </a:p>
        </p:txBody>
      </p:sp>
      <p:sp>
        <p:nvSpPr>
          <p:cNvPr id="28" name="Rounded Rectangle 27"/>
          <p:cNvSpPr/>
          <p:nvPr/>
        </p:nvSpPr>
        <p:spPr>
          <a:xfrm>
            <a:off x="640080" y="4390020"/>
            <a:ext cx="10881360" cy="146304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4400" y="4435740"/>
            <a:ext cx="2743200" cy="274320"/>
          </a:xfrm>
          <a:prstGeom prst="rect">
            <a:avLst/>
          </a:prstGeom>
          <a:noFill/>
        </p:spPr>
        <p:txBody>
          <a:bodyPr wrap="square">
            <a:spAutoFit/>
          </a:bodyPr>
          <a:lstStyle/>
          <a:p>
            <a:pPr algn="l">
              <a:defRPr sz="1000" b="1">
                <a:solidFill>
                  <a:srgbClr val="FF6600"/>
                </a:solidFill>
                <a:latin typeface="Calibri"/>
              </a:defRPr>
            </a:pPr>
            <a:r>
              <a:t>POTENTIAL IMPACT</a:t>
            </a:r>
          </a:p>
        </p:txBody>
      </p:sp>
      <p:sp>
        <p:nvSpPr>
          <p:cNvPr id="30" name="TextBox 29"/>
          <p:cNvSpPr txBox="1"/>
          <p:nvPr/>
        </p:nvSpPr>
        <p:spPr>
          <a:xfrm>
            <a:off x="822960" y="4710060"/>
            <a:ext cx="2468880" cy="457200"/>
          </a:xfrm>
          <a:prstGeom prst="rect">
            <a:avLst/>
          </a:prstGeom>
          <a:noFill/>
        </p:spPr>
        <p:txBody>
          <a:bodyPr wrap="square">
            <a:spAutoFit/>
          </a:bodyPr>
          <a:lstStyle/>
          <a:p>
            <a:pPr algn="ctr">
              <a:defRPr sz="2400" b="1">
                <a:solidFill>
                  <a:srgbClr val="FF6600"/>
                </a:solidFill>
                <a:latin typeface="Calibri"/>
              </a:defRPr>
            </a:pPr>
            <a:r>
              <a:rPr dirty="0"/>
              <a:t>Sat 6am</a:t>
            </a:r>
            <a:r>
              <a:rPr dirty="0" err="1"/>
              <a:t/>
            </a:r>
            <a:endParaRPr dirty="0"/>
          </a:p>
        </p:txBody>
      </p:sp>
      <p:sp>
        <p:nvSpPr>
          <p:cNvPr id="31" name="TextBox 30"/>
          <p:cNvSpPr txBox="1"/>
          <p:nvPr/>
        </p:nvSpPr>
        <p:spPr>
          <a:xfrm>
            <a:off x="822960" y="5167260"/>
            <a:ext cx="2468880" cy="411480"/>
          </a:xfrm>
          <a:prstGeom prst="rect">
            <a:avLst/>
          </a:prstGeom>
          <a:noFill/>
        </p:spPr>
        <p:txBody>
          <a:bodyPr wrap="square">
            <a:spAutoFit/>
          </a:bodyPr>
          <a:lstStyle/>
          <a:p>
            <a:pPr algn="ctr">
              <a:defRPr sz="900" b="0">
                <a:solidFill>
                  <a:srgbClr val="FFFFFF"/>
                </a:solidFill>
                <a:latin typeface="Calibri"/>
              </a:defRPr>
            </a:pPr>
            <a:r>
              <a:t>Money lands,</a:t>
            </a:r>
            <a:br/>
            <a:r>
              <a:t>not Tuesday afternoon</a:t>
            </a:r>
          </a:p>
        </p:txBody>
      </p:sp>
      <p:sp>
        <p:nvSpPr>
          <p:cNvPr id="32" name="TextBox 31"/>
          <p:cNvSpPr txBox="1"/>
          <p:nvPr/>
        </p:nvSpPr>
        <p:spPr>
          <a:xfrm>
            <a:off x="3611879" y="4710060"/>
            <a:ext cx="2468880" cy="457200"/>
          </a:xfrm>
          <a:prstGeom prst="rect">
            <a:avLst/>
          </a:prstGeom>
          <a:noFill/>
        </p:spPr>
        <p:txBody>
          <a:bodyPr wrap="square">
            <a:spAutoFit/>
          </a:bodyPr>
          <a:lstStyle/>
          <a:p>
            <a:pPr algn="ctr">
              <a:defRPr sz="2400" b="1">
                <a:solidFill>
                  <a:srgbClr val="FF6600"/>
                </a:solidFill>
                <a:latin typeface="Calibri"/>
              </a:defRPr>
            </a:pPr>
            <a:r>
              <a:t>Free</a:t>
            </a:r>
          </a:p>
        </p:txBody>
      </p:sp>
      <p:sp>
        <p:nvSpPr>
          <p:cNvPr id="33" name="TextBox 32"/>
          <p:cNvSpPr txBox="1"/>
          <p:nvPr/>
        </p:nvSpPr>
        <p:spPr>
          <a:xfrm>
            <a:off x="3611879" y="5167260"/>
            <a:ext cx="2468880" cy="411480"/>
          </a:xfrm>
          <a:prstGeom prst="rect">
            <a:avLst/>
          </a:prstGeom>
          <a:noFill/>
        </p:spPr>
        <p:txBody>
          <a:bodyPr wrap="square">
            <a:spAutoFit/>
          </a:bodyPr>
          <a:lstStyle/>
          <a:p>
            <a:pPr algn="ctr">
              <a:defRPr sz="900" b="0">
                <a:solidFill>
                  <a:srgbClr val="FFFFFF"/>
                </a:solidFill>
                <a:latin typeface="Calibri"/>
              </a:defRPr>
            </a:pPr>
            <a:r>
              <a:t>No fee</a:t>
            </a:r>
            <a:br/>
            <a:r>
              <a:t>(vs Stripe 1.5%, Square 1.75%)</a:t>
            </a:r>
          </a:p>
        </p:txBody>
      </p:sp>
      <p:sp>
        <p:nvSpPr>
          <p:cNvPr id="34" name="TextBox 33"/>
          <p:cNvSpPr txBox="1"/>
          <p:nvPr/>
        </p:nvSpPr>
        <p:spPr>
          <a:xfrm>
            <a:off x="6400799" y="4710060"/>
            <a:ext cx="2468880" cy="457200"/>
          </a:xfrm>
          <a:prstGeom prst="rect">
            <a:avLst/>
          </a:prstGeom>
          <a:noFill/>
        </p:spPr>
        <p:txBody>
          <a:bodyPr wrap="square">
            <a:spAutoFit/>
          </a:bodyPr>
          <a:lstStyle/>
          <a:p>
            <a:pPr algn="ctr">
              <a:defRPr sz="2400" b="1">
                <a:solidFill>
                  <a:srgbClr val="FF6600"/>
                </a:solidFill>
                <a:latin typeface="Calibri"/>
              </a:defRPr>
            </a:pPr>
            <a:r>
              <a:t>99.9%</a:t>
            </a:r>
          </a:p>
        </p:txBody>
      </p:sp>
      <p:sp>
        <p:nvSpPr>
          <p:cNvPr id="35" name="TextBox 34"/>
          <p:cNvSpPr txBox="1"/>
          <p:nvPr/>
        </p:nvSpPr>
        <p:spPr>
          <a:xfrm>
            <a:off x="6400799" y="5167260"/>
            <a:ext cx="2468880" cy="411480"/>
          </a:xfrm>
          <a:prstGeom prst="rect">
            <a:avLst/>
          </a:prstGeom>
          <a:noFill/>
        </p:spPr>
        <p:txBody>
          <a:bodyPr wrap="square">
            <a:spAutoFit/>
          </a:bodyPr>
          <a:lstStyle/>
          <a:p>
            <a:pPr algn="ctr">
              <a:defRPr sz="900" b="0">
                <a:solidFill>
                  <a:srgbClr val="FFFFFF"/>
                </a:solidFill>
                <a:latin typeface="Calibri"/>
              </a:defRPr>
            </a:pPr>
            <a:r>
              <a:t>Rolling 30-day SLA</a:t>
            </a:r>
            <a:br/>
            <a:r>
              <a:t>auto-pause threshold</a:t>
            </a:r>
          </a:p>
        </p:txBody>
      </p:sp>
      <p:sp>
        <p:nvSpPr>
          <p:cNvPr id="36" name="TextBox 35"/>
          <p:cNvSpPr txBox="1"/>
          <p:nvPr/>
        </p:nvSpPr>
        <p:spPr>
          <a:xfrm>
            <a:off x="9189720" y="4710060"/>
            <a:ext cx="2468880" cy="457200"/>
          </a:xfrm>
          <a:prstGeom prst="rect">
            <a:avLst/>
          </a:prstGeom>
          <a:noFill/>
        </p:spPr>
        <p:txBody>
          <a:bodyPr wrap="square">
            <a:spAutoFit/>
          </a:bodyPr>
          <a:lstStyle/>
          <a:p>
            <a:pPr algn="ctr">
              <a:defRPr sz="2400" b="1">
                <a:solidFill>
                  <a:srgbClr val="FF6600"/>
                </a:solidFill>
                <a:latin typeface="Calibri"/>
              </a:defRPr>
            </a:pPr>
            <a:r>
              <a:rPr dirty="0"/>
              <a:t>60 min</a:t>
            </a:r>
            <a:r>
              <a:rPr lang="en-US" dirty="0"/>
              <a:t/>
            </a:r>
            <a:r>
              <a:rPr dirty="0"/>
              <a:t/>
            </a:r>
          </a:p>
        </p:txBody>
      </p:sp>
      <p:sp>
        <p:nvSpPr>
          <p:cNvPr id="37" name="TextBox 36"/>
          <p:cNvSpPr txBox="1"/>
          <p:nvPr/>
        </p:nvSpPr>
        <p:spPr>
          <a:xfrm>
            <a:off x="9189720" y="5167260"/>
            <a:ext cx="2468880" cy="411480"/>
          </a:xfrm>
          <a:prstGeom prst="rect">
            <a:avLst/>
          </a:prstGeom>
          <a:noFill/>
        </p:spPr>
        <p:txBody>
          <a:bodyPr wrap="square">
            <a:spAutoFit/>
          </a:bodyPr>
          <a:lstStyle/>
          <a:p>
            <a:pPr algn="ctr">
              <a:defRPr sz="900" b="0">
                <a:solidFill>
                  <a:srgbClr val="FFFFFF"/>
                </a:solidFill>
                <a:latin typeface="Calibri"/>
              </a:defRPr>
            </a:pPr>
            <a:r>
              <a:t>Fiserv backstop on</a:t>
            </a:r>
            <a:br/>
            <a:r>
              <a:t>any SLA miss</a:t>
            </a:r>
          </a:p>
        </p:txBody>
      </p:sp>
      <p:sp>
        <p:nvSpPr>
          <p:cNvPr id="38" name="TextBox 37"/>
          <p:cNvSpPr txBox="1"/>
          <p:nvPr/>
        </p:nvSpPr>
        <p:spPr>
          <a:xfrm>
            <a:off x="914400" y="5578740"/>
            <a:ext cx="10515600" cy="365760"/>
          </a:xfrm>
          <a:prstGeom prst="rect">
            <a:avLst/>
          </a:prstGeom>
          <a:noFill/>
        </p:spPr>
        <p:txBody>
          <a:bodyPr wrap="square">
            <a:spAutoFit/>
          </a:bodyPr>
          <a:lstStyle/>
          <a:p>
            <a:pPr algn="ctr">
              <a:defRPr sz="1100" b="0">
                <a:solidFill>
                  <a:srgbClr val="FFFFFF"/>
                </a:solidFill>
                <a:latin typeface="Calibri"/>
              </a:defRPr>
            </a:pPr>
            <a:r>
              <a:rPr dirty="0"/>
              <a:t>Your Saturday money, on Saturday. Backed by Fiserv. Reshape of prototype-1 code: same Finxact + decision-gate scaffolding, correct job.</a:t>
            </a:r>
          </a:p>
        </p:txBody>
      </p:sp>
      <p:sp>
        <p:nvSpPr>
          <p:cNvPr id="40" name="Text Placeholder 39">
            <a:extLst>
              <a:ext uri="{FF2B5EF4-FFF2-40B4-BE49-F238E27FC236}">
                <a16:creationId xmlns:a16="http://schemas.microsoft.com/office/drawing/2014/main" id="{2B068D00-0FBB-4159-06BF-142B8643F1BE}"/>
              </a:ext>
            </a:extLst>
          </p:cNvPr>
          <p:cNvSpPr>
            <a:spLocks noGrp="1"/>
          </p:cNvSpPr>
          <p:nvPr>
            <p:ph type="body" sz="quarter" idx="13"/>
          </p:nvPr>
        </p:nvSpPr>
        <p:spPr/>
        <p:txBody>
          <a:bodyPr/>
          <a:lstStyle/>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63880" y="481176"/>
            <a:ext cx="1645920" cy="320040"/>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3880" y="499464"/>
            <a:ext cx="1645920" cy="274320"/>
          </a:xfrm>
          <a:prstGeom prst="rect">
            <a:avLst/>
          </a:prstGeom>
          <a:noFill/>
        </p:spPr>
        <p:txBody>
          <a:bodyPr wrap="square">
            <a:spAutoFit/>
          </a:bodyPr>
          <a:lstStyle/>
          <a:p>
            <a:pPr algn="ctr">
              <a:defRPr sz="1100" b="1">
                <a:solidFill>
                  <a:srgbClr val="FFFFFF"/>
                </a:solidFill>
                <a:latin typeface="Calibri"/>
              </a:defRPr>
            </a:pPr>
            <a:r>
              <a:rPr dirty="0"/>
              <a:t>PROTOTYPE 4</a:t>
            </a:r>
          </a:p>
        </p:txBody>
      </p:sp>
      <p:sp>
        <p:nvSpPr>
          <p:cNvPr id="5" name="TextBox 4"/>
          <p:cNvSpPr txBox="1"/>
          <p:nvPr/>
        </p:nvSpPr>
        <p:spPr>
          <a:xfrm>
            <a:off x="2392680" y="369247"/>
            <a:ext cx="8229600" cy="523220"/>
          </a:xfrm>
          <a:prstGeom prst="rect">
            <a:avLst/>
          </a:prstGeom>
          <a:noFill/>
        </p:spPr>
        <p:txBody>
          <a:bodyPr wrap="square">
            <a:spAutoFit/>
          </a:bodyPr>
          <a:lstStyle/>
          <a:p>
            <a:pPr algn="l">
              <a:defRPr sz="2800" b="1">
                <a:solidFill>
                  <a:srgbClr val="003B5C"/>
                </a:solidFill>
                <a:latin typeface="Calibri"/>
              </a:defRPr>
            </a:pPr>
            <a:r>
              <a:rPr dirty="0">
                <a:solidFill>
                  <a:srgbClr val="002060"/>
                </a:solidFill>
              </a:rPr>
              <a:t>Clover Agent Checkout Backbone  (reshape of P2)</a:t>
            </a:r>
          </a:p>
        </p:txBody>
      </p:sp>
      <p:sp>
        <p:nvSpPr>
          <p:cNvPr id="6" name="Rounded Rectangle 5"/>
          <p:cNvSpPr/>
          <p:nvPr/>
        </p:nvSpPr>
        <p:spPr>
          <a:xfrm>
            <a:off x="563880" y="1359000"/>
            <a:ext cx="5486400" cy="1188720"/>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3880" y="1359000"/>
            <a:ext cx="54864" cy="118872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38200" y="1404720"/>
            <a:ext cx="5029200" cy="1097280"/>
          </a:xfrm>
          <a:prstGeom prst="rect">
            <a:avLst/>
          </a:prstGeom>
          <a:noFill/>
        </p:spPr>
        <p:txBody>
          <a:bodyPr wrap="square">
            <a:spAutoFit/>
          </a:bodyPr>
          <a:lstStyle/>
          <a:p>
            <a:pPr algn="l">
              <a:spcAft>
                <a:spcPts val="400"/>
              </a:spcAft>
              <a:defRPr sz="1000" b="1">
                <a:solidFill>
                  <a:srgbClr val="C62828"/>
                </a:solidFill>
                <a:latin typeface="Calibri"/>
              </a:defRPr>
            </a:pPr>
            <a:r>
              <a:t>THE PROBLEM</a:t>
            </a:r>
          </a:p>
          <a:p>
            <a:pPr algn="l">
              <a:spcAft>
                <a:spcPts val="400"/>
              </a:spcAft>
              <a:defRPr sz="1000" b="0">
                <a:solidFill>
                  <a:srgbClr val="333333"/>
                </a:solidFill>
                <a:latin typeface="Calibri"/>
              </a:defRPr>
            </a:pPr>
            <a:r>
              <a:t>The Fiserv-Mastercard Agent Pay integration (Dec 2025) terminates at tokenized-card acceptance. It does not translate agent intent (line items, modifiers, tip, delivery) into Clover Platform API orders. Without a layer that bridges agent-layer protocols to Clover's order model, Clover Direct is just 'tokenized card acceptance from an agent' — indistinguishable from any other card-on-file transaction.</a:t>
            </a:r>
          </a:p>
        </p:txBody>
      </p:sp>
      <p:sp>
        <p:nvSpPr>
          <p:cNvPr id="9" name="Rounded Rectangle 8"/>
          <p:cNvSpPr/>
          <p:nvPr/>
        </p:nvSpPr>
        <p:spPr>
          <a:xfrm>
            <a:off x="563880" y="2684880"/>
            <a:ext cx="5486400" cy="118872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63880" y="2684880"/>
            <a:ext cx="54864" cy="11887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8200" y="2730600"/>
            <a:ext cx="5029200" cy="1097280"/>
          </a:xfrm>
          <a:prstGeom prst="rect">
            <a:avLst/>
          </a:prstGeom>
          <a:noFill/>
        </p:spPr>
        <p:txBody>
          <a:bodyPr wrap="square">
            <a:spAutoFit/>
          </a:bodyPr>
          <a:lstStyle/>
          <a:p>
            <a:pPr algn="l">
              <a:spcAft>
                <a:spcPts val="400"/>
              </a:spcAft>
              <a:defRPr sz="1000" b="1">
                <a:solidFill>
                  <a:srgbClr val="2E7D32"/>
                </a:solidFill>
                <a:latin typeface="Calibri"/>
              </a:defRPr>
            </a:pPr>
            <a:r>
              <a:t>THE SOLUTION</a:t>
            </a:r>
          </a:p>
          <a:p>
            <a:pPr algn="l">
              <a:spcAft>
                <a:spcPts val="400"/>
              </a:spcAft>
              <a:defRPr sz="1000" b="0">
                <a:solidFill>
                  <a:srgbClr val="333333"/>
                </a:solidFill>
                <a:latin typeface="Calibri"/>
              </a:defRPr>
            </a:pPr>
            <a:r>
              <a:t>Load-bearing infrastructure reshape of prototype-2 (Pay-by-Agent x402). Gateway + Verifier + Settler + Agent SDK, plus the new Agent Order Translation Layer that converts ACP / AP2 / Mastercard Agent Pay payloads into full Clover orders with line items, modifiers, tip, and delivery metadata. The single most technically differentiating component in the portfolio. Clover Direct and SmartDeposit both ride on it.</a:t>
            </a:r>
          </a:p>
        </p:txBody>
      </p:sp>
      <p:sp>
        <p:nvSpPr>
          <p:cNvPr id="12" name="TextBox 11"/>
          <p:cNvSpPr txBox="1"/>
          <p:nvPr/>
        </p:nvSpPr>
        <p:spPr>
          <a:xfrm>
            <a:off x="6416040" y="1359000"/>
            <a:ext cx="5029200" cy="246221"/>
          </a:xfrm>
          <a:prstGeom prst="rect">
            <a:avLst/>
          </a:prstGeom>
          <a:noFill/>
        </p:spPr>
        <p:txBody>
          <a:bodyPr wrap="square">
            <a:spAutoFit/>
          </a:bodyPr>
          <a:lstStyle/>
          <a:p>
            <a:pPr algn="l">
              <a:defRPr sz="1000" b="1">
                <a:solidFill>
                  <a:srgbClr val="003B5C"/>
                </a:solidFill>
                <a:latin typeface="Calibri"/>
              </a:defRPr>
            </a:pPr>
            <a:r>
              <a:rPr dirty="0">
                <a:solidFill>
                  <a:srgbClr val="002060"/>
                </a:solidFill>
              </a:rPr>
              <a:t>HOW IT WORKS</a:t>
            </a:r>
          </a:p>
        </p:txBody>
      </p:sp>
      <p:sp>
        <p:nvSpPr>
          <p:cNvPr id="13" name="Oval 12"/>
          <p:cNvSpPr/>
          <p:nvPr/>
        </p:nvSpPr>
        <p:spPr>
          <a:xfrm>
            <a:off x="6416040" y="1770480"/>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16040" y="1788768"/>
            <a:ext cx="274320" cy="228600"/>
          </a:xfrm>
          <a:prstGeom prst="rect">
            <a:avLst/>
          </a:prstGeom>
          <a:noFill/>
        </p:spPr>
        <p:txBody>
          <a:bodyPr wrap="square">
            <a:spAutoFit/>
          </a:bodyPr>
          <a:lstStyle/>
          <a:p>
            <a:pPr algn="ctr">
              <a:defRPr sz="1000" b="1">
                <a:solidFill>
                  <a:srgbClr val="FFFFFF"/>
                </a:solidFill>
                <a:latin typeface="Calibri"/>
              </a:defRPr>
            </a:pPr>
            <a:r>
              <a:t>1</a:t>
            </a:r>
          </a:p>
        </p:txBody>
      </p:sp>
      <p:sp>
        <p:nvSpPr>
          <p:cNvPr id="15" name="TextBox 14"/>
          <p:cNvSpPr txBox="1"/>
          <p:nvPr/>
        </p:nvSpPr>
        <p:spPr>
          <a:xfrm>
            <a:off x="6827520" y="1770480"/>
            <a:ext cx="4572000" cy="411480"/>
          </a:xfrm>
          <a:prstGeom prst="rect">
            <a:avLst/>
          </a:prstGeom>
          <a:noFill/>
        </p:spPr>
        <p:txBody>
          <a:bodyPr wrap="square">
            <a:spAutoFit/>
          </a:bodyPr>
          <a:lstStyle/>
          <a:p>
            <a:pPr algn="l">
              <a:defRPr sz="900" b="0">
                <a:solidFill>
                  <a:srgbClr val="333333"/>
                </a:solidFill>
                <a:latin typeface="Calibri"/>
              </a:defRPr>
            </a:pPr>
            <a:r>
              <a:t>Gateway receives agent intent payload (Mastercard Agent Pay primary; ACP / AP2 as adapters)</a:t>
            </a:r>
          </a:p>
        </p:txBody>
      </p:sp>
      <p:sp>
        <p:nvSpPr>
          <p:cNvPr id="16" name="Oval 15"/>
          <p:cNvSpPr/>
          <p:nvPr/>
        </p:nvSpPr>
        <p:spPr>
          <a:xfrm>
            <a:off x="6416040" y="2245968"/>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16040" y="2264256"/>
            <a:ext cx="274320" cy="228600"/>
          </a:xfrm>
          <a:prstGeom prst="rect">
            <a:avLst/>
          </a:prstGeom>
          <a:noFill/>
        </p:spPr>
        <p:txBody>
          <a:bodyPr wrap="square">
            <a:spAutoFit/>
          </a:bodyPr>
          <a:lstStyle/>
          <a:p>
            <a:pPr algn="ctr">
              <a:defRPr sz="1000" b="1">
                <a:solidFill>
                  <a:srgbClr val="FFFFFF"/>
                </a:solidFill>
                <a:latin typeface="Calibri"/>
              </a:defRPr>
            </a:pPr>
            <a:r>
              <a:t>2</a:t>
            </a:r>
          </a:p>
        </p:txBody>
      </p:sp>
      <p:sp>
        <p:nvSpPr>
          <p:cNvPr id="18" name="TextBox 17"/>
          <p:cNvSpPr txBox="1"/>
          <p:nvPr/>
        </p:nvSpPr>
        <p:spPr>
          <a:xfrm>
            <a:off x="6827520" y="2245968"/>
            <a:ext cx="4572000" cy="411480"/>
          </a:xfrm>
          <a:prstGeom prst="rect">
            <a:avLst/>
          </a:prstGeom>
          <a:noFill/>
        </p:spPr>
        <p:txBody>
          <a:bodyPr wrap="square">
            <a:spAutoFit/>
          </a:bodyPr>
          <a:lstStyle/>
          <a:p>
            <a:pPr algn="l">
              <a:defRPr sz="900" b="0">
                <a:solidFill>
                  <a:srgbClr val="333333"/>
                </a:solidFill>
                <a:latin typeface="Calibri"/>
              </a:defRPr>
            </a:pPr>
            <a:r>
              <a:t>Verifier validates agent identity, spending guardrails, Fiserv Secure Card on File token</a:t>
            </a:r>
          </a:p>
        </p:txBody>
      </p:sp>
      <p:sp>
        <p:nvSpPr>
          <p:cNvPr id="19" name="Oval 18"/>
          <p:cNvSpPr/>
          <p:nvPr/>
        </p:nvSpPr>
        <p:spPr>
          <a:xfrm>
            <a:off x="6416040" y="2721456"/>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16040" y="2739744"/>
            <a:ext cx="274320" cy="228600"/>
          </a:xfrm>
          <a:prstGeom prst="rect">
            <a:avLst/>
          </a:prstGeom>
          <a:noFill/>
        </p:spPr>
        <p:txBody>
          <a:bodyPr wrap="square">
            <a:spAutoFit/>
          </a:bodyPr>
          <a:lstStyle/>
          <a:p>
            <a:pPr algn="ctr">
              <a:defRPr sz="1000" b="1">
                <a:solidFill>
                  <a:srgbClr val="FFFFFF"/>
                </a:solidFill>
                <a:latin typeface="Calibri"/>
              </a:defRPr>
            </a:pPr>
            <a:r>
              <a:t>3</a:t>
            </a:r>
          </a:p>
        </p:txBody>
      </p:sp>
      <p:sp>
        <p:nvSpPr>
          <p:cNvPr id="21" name="TextBox 20"/>
          <p:cNvSpPr txBox="1"/>
          <p:nvPr/>
        </p:nvSpPr>
        <p:spPr>
          <a:xfrm>
            <a:off x="6827520" y="2721456"/>
            <a:ext cx="4572000" cy="411480"/>
          </a:xfrm>
          <a:prstGeom prst="rect">
            <a:avLst/>
          </a:prstGeom>
          <a:noFill/>
        </p:spPr>
        <p:txBody>
          <a:bodyPr wrap="square">
            <a:spAutoFit/>
          </a:bodyPr>
          <a:lstStyle/>
          <a:p>
            <a:pPr algn="l">
              <a:defRPr sz="900" b="0">
                <a:solidFill>
                  <a:srgbClr val="333333"/>
                </a:solidFill>
                <a:latin typeface="Calibri"/>
              </a:defRPr>
            </a:pPr>
            <a:r>
              <a:t>Agent Order Translation Layer normalizes payloads, maps SKUs and modifiers against merchant catalog</a:t>
            </a:r>
          </a:p>
        </p:txBody>
      </p:sp>
      <p:sp>
        <p:nvSpPr>
          <p:cNvPr id="22" name="Oval 21"/>
          <p:cNvSpPr/>
          <p:nvPr/>
        </p:nvSpPr>
        <p:spPr>
          <a:xfrm>
            <a:off x="6416040" y="3196944"/>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16040" y="3215232"/>
            <a:ext cx="274320" cy="228600"/>
          </a:xfrm>
          <a:prstGeom prst="rect">
            <a:avLst/>
          </a:prstGeom>
          <a:noFill/>
        </p:spPr>
        <p:txBody>
          <a:bodyPr wrap="square">
            <a:spAutoFit/>
          </a:bodyPr>
          <a:lstStyle/>
          <a:p>
            <a:pPr algn="ctr">
              <a:defRPr sz="1000" b="1">
                <a:solidFill>
                  <a:srgbClr val="FFFFFF"/>
                </a:solidFill>
                <a:latin typeface="Calibri"/>
              </a:defRPr>
            </a:pPr>
            <a:r>
              <a:t>4</a:t>
            </a:r>
          </a:p>
        </p:txBody>
      </p:sp>
      <p:sp>
        <p:nvSpPr>
          <p:cNvPr id="24" name="TextBox 23"/>
          <p:cNvSpPr txBox="1"/>
          <p:nvPr/>
        </p:nvSpPr>
        <p:spPr>
          <a:xfrm>
            <a:off x="6827520" y="3196944"/>
            <a:ext cx="4572000" cy="411480"/>
          </a:xfrm>
          <a:prstGeom prst="rect">
            <a:avLst/>
          </a:prstGeom>
          <a:noFill/>
        </p:spPr>
        <p:txBody>
          <a:bodyPr wrap="square">
            <a:spAutoFit/>
          </a:bodyPr>
          <a:lstStyle/>
          <a:p>
            <a:pPr algn="l">
              <a:defRPr sz="900" b="0">
                <a:solidFill>
                  <a:srgbClr val="333333"/>
                </a:solidFill>
                <a:latin typeface="Calibri"/>
              </a:defRPr>
            </a:pPr>
            <a:r>
              <a:t>Settler creates the Clover order via Platform API; attaches tokenized payment with mandate metadata</a:t>
            </a:r>
          </a:p>
        </p:txBody>
      </p:sp>
      <p:sp>
        <p:nvSpPr>
          <p:cNvPr id="25" name="Oval 24"/>
          <p:cNvSpPr/>
          <p:nvPr/>
        </p:nvSpPr>
        <p:spPr>
          <a:xfrm>
            <a:off x="6416040" y="3672432"/>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16040" y="3690720"/>
            <a:ext cx="274320" cy="228600"/>
          </a:xfrm>
          <a:prstGeom prst="rect">
            <a:avLst/>
          </a:prstGeom>
          <a:noFill/>
        </p:spPr>
        <p:txBody>
          <a:bodyPr wrap="square">
            <a:spAutoFit/>
          </a:bodyPr>
          <a:lstStyle/>
          <a:p>
            <a:pPr algn="ctr">
              <a:defRPr sz="1000" b="1">
                <a:solidFill>
                  <a:srgbClr val="FFFFFF"/>
                </a:solidFill>
                <a:latin typeface="Calibri"/>
              </a:defRPr>
            </a:pPr>
            <a:r>
              <a:t>5</a:t>
            </a:r>
          </a:p>
        </p:txBody>
      </p:sp>
      <p:sp>
        <p:nvSpPr>
          <p:cNvPr id="27" name="TextBox 26"/>
          <p:cNvSpPr txBox="1"/>
          <p:nvPr/>
        </p:nvSpPr>
        <p:spPr>
          <a:xfrm>
            <a:off x="6827520" y="3672432"/>
            <a:ext cx="4572000" cy="411480"/>
          </a:xfrm>
          <a:prstGeom prst="rect">
            <a:avLst/>
          </a:prstGeom>
          <a:noFill/>
        </p:spPr>
        <p:txBody>
          <a:bodyPr wrap="square">
            <a:spAutoFit/>
          </a:bodyPr>
          <a:lstStyle/>
          <a:p>
            <a:pPr algn="l">
              <a:defRPr sz="900" b="0">
                <a:solidFill>
                  <a:srgbClr val="333333"/>
                </a:solidFill>
                <a:latin typeface="Calibri"/>
              </a:defRPr>
            </a:pPr>
            <a:r>
              <a:t>Merchant POS rings with full ticket; latency target &lt;10s end-to-end, &lt;500ms translation</a:t>
            </a:r>
          </a:p>
        </p:txBody>
      </p:sp>
      <p:sp>
        <p:nvSpPr>
          <p:cNvPr id="28" name="Rounded Rectangle 27"/>
          <p:cNvSpPr/>
          <p:nvPr/>
        </p:nvSpPr>
        <p:spPr>
          <a:xfrm>
            <a:off x="563880" y="4376520"/>
            <a:ext cx="10881360" cy="146304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38200" y="4422240"/>
            <a:ext cx="2743200" cy="274320"/>
          </a:xfrm>
          <a:prstGeom prst="rect">
            <a:avLst/>
          </a:prstGeom>
          <a:noFill/>
        </p:spPr>
        <p:txBody>
          <a:bodyPr wrap="square">
            <a:spAutoFit/>
          </a:bodyPr>
          <a:lstStyle/>
          <a:p>
            <a:pPr algn="l">
              <a:defRPr sz="1000" b="1">
                <a:solidFill>
                  <a:srgbClr val="FF6600"/>
                </a:solidFill>
                <a:latin typeface="Calibri"/>
              </a:defRPr>
            </a:pPr>
            <a:r>
              <a:t>POTENTIAL IMPACT</a:t>
            </a:r>
          </a:p>
        </p:txBody>
      </p:sp>
      <p:sp>
        <p:nvSpPr>
          <p:cNvPr id="30" name="TextBox 29"/>
          <p:cNvSpPr txBox="1"/>
          <p:nvPr/>
        </p:nvSpPr>
        <p:spPr>
          <a:xfrm>
            <a:off x="746760" y="4696560"/>
            <a:ext cx="2468880" cy="457200"/>
          </a:xfrm>
          <a:prstGeom prst="rect">
            <a:avLst/>
          </a:prstGeom>
          <a:noFill/>
        </p:spPr>
        <p:txBody>
          <a:bodyPr wrap="square">
            <a:spAutoFit/>
          </a:bodyPr>
          <a:lstStyle/>
          <a:p>
            <a:pPr algn="ctr">
              <a:defRPr sz="2400" b="1">
                <a:solidFill>
                  <a:srgbClr val="FF6600"/>
                </a:solidFill>
                <a:latin typeface="Calibri"/>
              </a:defRPr>
            </a:pPr>
            <a:r>
              <a:rPr dirty="0"/>
              <a:t>3 protocols</a:t>
            </a:r>
          </a:p>
        </p:txBody>
      </p:sp>
      <p:sp>
        <p:nvSpPr>
          <p:cNvPr id="31" name="TextBox 30"/>
          <p:cNvSpPr txBox="1"/>
          <p:nvPr/>
        </p:nvSpPr>
        <p:spPr>
          <a:xfrm>
            <a:off x="746760" y="5153760"/>
            <a:ext cx="2468880" cy="411480"/>
          </a:xfrm>
          <a:prstGeom prst="rect">
            <a:avLst/>
          </a:prstGeom>
          <a:noFill/>
        </p:spPr>
        <p:txBody>
          <a:bodyPr wrap="square">
            <a:spAutoFit/>
          </a:bodyPr>
          <a:lstStyle/>
          <a:p>
            <a:pPr algn="ctr">
              <a:defRPr sz="900" b="0">
                <a:solidFill>
                  <a:srgbClr val="FFFFFF"/>
                </a:solidFill>
                <a:latin typeface="Calibri"/>
              </a:defRPr>
            </a:pPr>
            <a:r>
              <a:t>ACP, AP2,</a:t>
            </a:r>
            <a:br/>
            <a:r>
              <a:t>Mastercard Agent Pay</a:t>
            </a:r>
          </a:p>
        </p:txBody>
      </p:sp>
      <p:sp>
        <p:nvSpPr>
          <p:cNvPr id="32" name="TextBox 31"/>
          <p:cNvSpPr txBox="1"/>
          <p:nvPr/>
        </p:nvSpPr>
        <p:spPr>
          <a:xfrm>
            <a:off x="3535679" y="4696560"/>
            <a:ext cx="2468880" cy="457200"/>
          </a:xfrm>
          <a:prstGeom prst="rect">
            <a:avLst/>
          </a:prstGeom>
          <a:noFill/>
        </p:spPr>
        <p:txBody>
          <a:bodyPr wrap="square">
            <a:spAutoFit/>
          </a:bodyPr>
          <a:lstStyle/>
          <a:p>
            <a:pPr algn="ctr">
              <a:defRPr sz="2400" b="1">
                <a:solidFill>
                  <a:srgbClr val="FF6600"/>
                </a:solidFill>
                <a:latin typeface="Calibri"/>
              </a:defRPr>
            </a:pPr>
            <a:r>
              <a:t>&lt;500 ms</a:t>
            </a:r>
          </a:p>
        </p:txBody>
      </p:sp>
      <p:sp>
        <p:nvSpPr>
          <p:cNvPr id="33" name="TextBox 32"/>
          <p:cNvSpPr txBox="1"/>
          <p:nvPr/>
        </p:nvSpPr>
        <p:spPr>
          <a:xfrm>
            <a:off x="3535679" y="5153760"/>
            <a:ext cx="2468880" cy="411480"/>
          </a:xfrm>
          <a:prstGeom prst="rect">
            <a:avLst/>
          </a:prstGeom>
          <a:noFill/>
        </p:spPr>
        <p:txBody>
          <a:bodyPr wrap="square">
            <a:spAutoFit/>
          </a:bodyPr>
          <a:lstStyle/>
          <a:p>
            <a:pPr algn="ctr">
              <a:defRPr sz="900" b="0">
                <a:solidFill>
                  <a:srgbClr val="FFFFFF"/>
                </a:solidFill>
                <a:latin typeface="Calibri"/>
              </a:defRPr>
            </a:pPr>
            <a:r>
              <a:t>Translation layer</a:t>
            </a:r>
            <a:br/>
            <a:r>
              <a:t>latency target</a:t>
            </a:r>
          </a:p>
        </p:txBody>
      </p:sp>
      <p:sp>
        <p:nvSpPr>
          <p:cNvPr id="34" name="TextBox 33"/>
          <p:cNvSpPr txBox="1"/>
          <p:nvPr/>
        </p:nvSpPr>
        <p:spPr>
          <a:xfrm>
            <a:off x="6324599" y="4696560"/>
            <a:ext cx="2468880" cy="457200"/>
          </a:xfrm>
          <a:prstGeom prst="rect">
            <a:avLst/>
          </a:prstGeom>
          <a:noFill/>
        </p:spPr>
        <p:txBody>
          <a:bodyPr wrap="square">
            <a:spAutoFit/>
          </a:bodyPr>
          <a:lstStyle/>
          <a:p>
            <a:pPr algn="ctr">
              <a:defRPr sz="2400" b="1">
                <a:solidFill>
                  <a:srgbClr val="FF6600"/>
                </a:solidFill>
                <a:latin typeface="Calibri"/>
              </a:defRPr>
            </a:pPr>
            <a:r>
              <a:t>&gt;95%</a:t>
            </a:r>
          </a:p>
        </p:txBody>
      </p:sp>
      <p:sp>
        <p:nvSpPr>
          <p:cNvPr id="35" name="TextBox 34"/>
          <p:cNvSpPr txBox="1"/>
          <p:nvPr/>
        </p:nvSpPr>
        <p:spPr>
          <a:xfrm>
            <a:off x="6324599" y="5153760"/>
            <a:ext cx="2468880" cy="411480"/>
          </a:xfrm>
          <a:prstGeom prst="rect">
            <a:avLst/>
          </a:prstGeom>
          <a:noFill/>
        </p:spPr>
        <p:txBody>
          <a:bodyPr wrap="square">
            <a:spAutoFit/>
          </a:bodyPr>
          <a:lstStyle/>
          <a:p>
            <a:pPr algn="ctr">
              <a:defRPr sz="900" b="0">
                <a:solidFill>
                  <a:srgbClr val="FFFFFF"/>
                </a:solidFill>
                <a:latin typeface="Calibri"/>
              </a:defRPr>
            </a:pPr>
            <a:r>
              <a:t>Translation confidence</a:t>
            </a:r>
            <a:br/>
            <a:r>
              <a:t>kill threshold</a:t>
            </a:r>
          </a:p>
        </p:txBody>
      </p:sp>
      <p:sp>
        <p:nvSpPr>
          <p:cNvPr id="36" name="TextBox 35"/>
          <p:cNvSpPr txBox="1"/>
          <p:nvPr/>
        </p:nvSpPr>
        <p:spPr>
          <a:xfrm>
            <a:off x="9113520" y="4696560"/>
            <a:ext cx="2468880" cy="457200"/>
          </a:xfrm>
          <a:prstGeom prst="rect">
            <a:avLst/>
          </a:prstGeom>
          <a:noFill/>
        </p:spPr>
        <p:txBody>
          <a:bodyPr wrap="square">
            <a:spAutoFit/>
          </a:bodyPr>
          <a:lstStyle/>
          <a:p>
            <a:pPr algn="ctr">
              <a:defRPr sz="2400" b="1">
                <a:solidFill>
                  <a:srgbClr val="FF6600"/>
                </a:solidFill>
                <a:latin typeface="Calibri"/>
              </a:defRPr>
            </a:pPr>
            <a:r>
              <a:t>1 stack</a:t>
            </a:r>
          </a:p>
        </p:txBody>
      </p:sp>
      <p:sp>
        <p:nvSpPr>
          <p:cNvPr id="37" name="TextBox 36"/>
          <p:cNvSpPr txBox="1"/>
          <p:nvPr/>
        </p:nvSpPr>
        <p:spPr>
          <a:xfrm>
            <a:off x="9113520" y="5153760"/>
            <a:ext cx="2468880" cy="411480"/>
          </a:xfrm>
          <a:prstGeom prst="rect">
            <a:avLst/>
          </a:prstGeom>
          <a:noFill/>
        </p:spPr>
        <p:txBody>
          <a:bodyPr wrap="square">
            <a:spAutoFit/>
          </a:bodyPr>
          <a:lstStyle/>
          <a:p>
            <a:pPr algn="ctr">
              <a:defRPr sz="900" b="0">
                <a:solidFill>
                  <a:srgbClr val="FFFFFF"/>
                </a:solidFill>
                <a:latin typeface="Calibri"/>
              </a:defRPr>
            </a:pPr>
            <a:r>
              <a:t>Clover Direct +</a:t>
            </a:r>
            <a:br/>
            <a:r>
              <a:t>SmartDeposit both ride it</a:t>
            </a:r>
          </a:p>
        </p:txBody>
      </p:sp>
      <p:sp>
        <p:nvSpPr>
          <p:cNvPr id="38" name="TextBox 37"/>
          <p:cNvSpPr txBox="1"/>
          <p:nvPr/>
        </p:nvSpPr>
        <p:spPr>
          <a:xfrm>
            <a:off x="746760" y="5546952"/>
            <a:ext cx="10515600" cy="365760"/>
          </a:xfrm>
          <a:prstGeom prst="rect">
            <a:avLst/>
          </a:prstGeom>
          <a:noFill/>
        </p:spPr>
        <p:txBody>
          <a:bodyPr wrap="square">
            <a:spAutoFit/>
          </a:bodyPr>
          <a:lstStyle/>
          <a:p>
            <a:pPr algn="ctr">
              <a:defRPr sz="1100" b="0">
                <a:solidFill>
                  <a:srgbClr val="FFFFFF"/>
                </a:solidFill>
                <a:latin typeface="Calibri"/>
              </a:defRPr>
            </a:pPr>
            <a:r>
              <a:rPr dirty="0"/>
              <a:t>Rename from 'Pay-by-Agent x402' to 'Clover Agent Checkout.' Re-target from enterprise API devs to Clover merchants receiving orders from any AI agent.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640080"/>
          </a:xfrm>
          <a:prstGeom prst="rect">
            <a:avLst/>
          </a:prstGeom>
          <a:noFill/>
        </p:spPr>
        <p:txBody>
          <a:bodyPr wrap="square">
            <a:spAutoFit/>
          </a:bodyPr>
          <a:lstStyle/>
          <a:p>
            <a:pPr algn="l">
              <a:defRPr sz="3600" b="1">
                <a:solidFill>
                  <a:srgbClr val="003B5C"/>
                </a:solidFill>
                <a:latin typeface="Calibri"/>
              </a:defRPr>
            </a:pPr>
            <a:r>
              <a:rPr dirty="0">
                <a:solidFill>
                  <a:srgbClr val="002060"/>
                </a:solidFill>
              </a:rPr>
              <a:t>Portfolio Discipline &amp; Kill Thresholds</a:t>
            </a:r>
          </a:p>
        </p:txBody>
      </p:sp>
      <p:sp>
        <p:nvSpPr>
          <p:cNvPr id="5" name="Rounded Rectangle 4"/>
          <p:cNvSpPr/>
          <p:nvPr/>
        </p:nvSpPr>
        <p:spPr>
          <a:xfrm>
            <a:off x="731520" y="1200000"/>
            <a:ext cx="10698480" cy="530000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1350000"/>
            <a:ext cx="10058400" cy="5100000"/>
          </a:xfrm>
          <a:prstGeom prst="rect">
            <a:avLst/>
          </a:prstGeom>
          <a:noFill/>
        </p:spPr>
        <p:txBody>
          <a:bodyPr wrap="square">
            <a:spAutoFit/>
          </a:bodyPr>
          <a:lstStyle/>
          <a:p>
            <a:pPr algn="ctr">
              <a:defRPr sz="1200" b="0">
                <a:solidFill>
                  <a:srgbClr val="333333"/>
                </a:solidFill>
                <a:latin typeface="Calibri"/>
              </a:defRPr>
            </a:pPr>
            <a:r>
              <a:t>Every product has a public kill threshold. The kills are as important as the ships.</a:t>
            </a:r>
          </a:p>
          <a:p>
            <a:pPr algn="ctr">
              <a:defRPr sz="1200" b="0">
                <a:solidFill>
                  <a:srgbClr val="333333"/>
                </a:solidFill>
                <a:latin typeface="Calibri"/>
              </a:defRPr>
            </a:pPr>
            <a:r>
              <a:t/>
            </a:r>
          </a:p>
          <a:p>
            <a:pPr algn="ctr">
              <a:defRPr sz="1200" b="0">
                <a:solidFill>
                  <a:srgbClr val="333333"/>
                </a:solidFill>
                <a:latin typeface="Calibri"/>
              </a:defRPr>
            </a:pPr>
            <a:r>
              <a:t>IN SCOPE — BUILD PORTFOLIO:</a:t>
            </a:r>
          </a:p>
          <a:p>
            <a:pPr algn="ctr">
              <a:defRPr sz="1200" b="0">
                <a:solidFill>
                  <a:srgbClr val="333333"/>
                </a:solidFill>
                <a:latin typeface="Calibri"/>
              </a:defRPr>
            </a:pPr>
            <a:r>
              <a:t>  • Clover Direct — kill if &lt;$50M annualized agent-channel GPV by Q4 2026</a:t>
            </a:r>
          </a:p>
          <a:p>
            <a:pPr algn="ctr">
              <a:defRPr sz="1200" b="0">
                <a:solidFill>
                  <a:srgbClr val="333333"/>
                </a:solidFill>
                <a:latin typeface="Calibri"/>
              </a:defRPr>
            </a:pPr>
            <a:r>
              <a:t>  • SmartDeposit — hold dispute-defense claim until 6 months show &gt;10pp win-rate lift</a:t>
            </a:r>
          </a:p>
          <a:p>
            <a:pPr algn="ctr">
              <a:defRPr sz="1200" b="0">
                <a:solidFill>
                  <a:srgbClr val="333333"/>
                </a:solidFill>
                <a:latin typeface="Calibri"/>
              </a:defRPr>
            </a:pPr>
            <a:r>
              <a:t>  • WeekendCash — auto-pause if rolling 30-day SLA &lt;99.9%; Fiserv backstops any miss</a:t>
            </a:r>
          </a:p>
          <a:p>
            <a:pPr algn="ctr">
              <a:defRPr sz="1200" b="0">
                <a:solidFill>
                  <a:srgbClr val="333333"/>
                </a:solidFill>
                <a:latin typeface="Calibri"/>
              </a:defRPr>
            </a:pPr>
            <a:r>
              <a:t>  • Clover Agent Checkout backbone — kill if Agent Order Translation &lt;95% confidence</a:t>
            </a:r>
          </a:p>
          <a:p>
            <a:pPr algn="ctr">
              <a:defRPr sz="1200" b="0">
                <a:solidFill>
                  <a:srgbClr val="333333"/>
                </a:solidFill>
                <a:latin typeface="Calibri"/>
              </a:defRPr>
            </a:pPr>
            <a:r>
              <a:t>  • SupplierCash — retire if average captured discount &lt;$800/mo per enrolled merchant</a:t>
            </a:r>
          </a:p>
          <a:p>
            <a:pPr algn="ctr">
              <a:defRPr sz="1200" b="0">
                <a:solidFill>
                  <a:srgbClr val="333333"/>
                </a:solidFill>
                <a:latin typeface="Calibri"/>
              </a:defRPr>
            </a:pPr>
            <a:r>
              <a:t>  • International Lane — capability stays silent if &lt;2% of Clover Direct flow is cross-border</a:t>
            </a:r>
          </a:p>
          <a:p>
            <a:pPr algn="ctr">
              <a:defRPr sz="1200" b="0">
                <a:solidFill>
                  <a:srgbClr val="333333"/>
                </a:solidFill>
                <a:latin typeface="Calibri"/>
              </a:defRPr>
            </a:pPr>
            <a:r>
              <a:t/>
            </a:r>
          </a:p>
          <a:p>
            <a:pPr algn="ctr">
              <a:defRPr sz="1200" b="0">
                <a:solidFill>
                  <a:srgbClr val="333333"/>
                </a:solidFill>
                <a:latin typeface="Calibri"/>
              </a:defRPr>
            </a:pPr>
            <a:r>
              <a:t>EXPLORED AND PARKED (via negativa):</a:t>
            </a:r>
          </a:p>
          <a:p>
            <a:pPr algn="ctr">
              <a:defRPr sz="1200" b="0">
                <a:solidFill>
                  <a:srgbClr val="333333"/>
                </a:solidFill>
                <a:latin typeface="Calibri"/>
              </a:defRPr>
            </a:pPr>
            <a:r>
              <a:t>  • Clover Net-Zero — killed on competitive parity with Stripe/Square Invoicing; folded as feature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p:cNvSpPr txBox="1"/>
          <p:nvPr/>
        </p:nvSpPr>
        <p:spPr>
          <a:xfrm>
            <a:off x="1876096" y="2875405"/>
            <a:ext cx="9418320" cy="731520"/>
          </a:xfrm>
          <a:prstGeom prst="rect">
            <a:avLst/>
          </a:prstGeom>
          <a:noFill/>
        </p:spPr>
        <p:txBody>
          <a:bodyPr wrap="square">
            <a:spAutoFit/>
          </a:bodyPr>
          <a:lstStyle/>
          <a:p>
            <a:pPr algn="ctr">
              <a:defRPr sz="1600" b="0">
                <a:solidFill>
                  <a:srgbClr val="FF6600"/>
                </a:solidFill>
                <a:latin typeface="Calibri"/>
              </a:defRPr>
            </a:pPr>
            <a:r>
              <a:rPr dirty="0"/>
              <a:t>"We are not just adding a payment method. We are building the infrastructure</a:t>
            </a:r>
            <a:br>
              <a:rPr dirty="0"/>
            </a:br>
            <a:r>
              <a:rPr dirty="0"/>
              <a:t>for the next era of commerce."</a:t>
            </a:r>
          </a:p>
        </p:txBody>
      </p:sp>
    </p:spTree>
    <p:extLst>
      <p:ext uri="{BB962C8B-B14F-4D97-AF65-F5344CB8AC3E}">
        <p14:creationId xmlns:p14="http://schemas.microsoft.com/office/powerpoint/2010/main" val="1962439791"/>
      </p:ext>
    </p:extLst>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94944" y="476860"/>
            <a:ext cx="1645920" cy="320040"/>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94944" y="495148"/>
            <a:ext cx="1645920" cy="274320"/>
          </a:xfrm>
          <a:prstGeom prst="rect">
            <a:avLst/>
          </a:prstGeom>
          <a:noFill/>
        </p:spPr>
        <p:txBody>
          <a:bodyPr wrap="square">
            <a:spAutoFit/>
          </a:bodyPr>
          <a:lstStyle/>
          <a:p>
            <a:pPr algn="ctr">
              <a:defRPr sz="1100" b="1">
                <a:solidFill>
                  <a:srgbClr val="FFFFFF"/>
                </a:solidFill>
                <a:latin typeface="Calibri"/>
              </a:defRPr>
            </a:pPr>
            <a:r>
              <a:rPr dirty="0"/>
              <a:t>PROTOTYPE 5</a:t>
            </a:r>
          </a:p>
        </p:txBody>
      </p:sp>
      <p:sp>
        <p:nvSpPr>
          <p:cNvPr id="5" name="TextBox 4"/>
          <p:cNvSpPr txBox="1"/>
          <p:nvPr/>
        </p:nvSpPr>
        <p:spPr>
          <a:xfrm>
            <a:off x="2523744" y="365760"/>
            <a:ext cx="8229600" cy="523220"/>
          </a:xfrm>
          <a:prstGeom prst="rect">
            <a:avLst/>
          </a:prstGeom>
          <a:noFill/>
        </p:spPr>
        <p:txBody>
          <a:bodyPr wrap="square">
            <a:spAutoFit/>
          </a:bodyPr>
          <a:lstStyle/>
          <a:p>
            <a:pPr algn="l">
              <a:defRPr sz="2800" b="1">
                <a:solidFill>
                  <a:srgbClr val="003B5C"/>
                </a:solidFill>
                <a:latin typeface="Calibri"/>
              </a:defRPr>
            </a:pPr>
            <a:r>
              <a:rPr dirty="0">
                <a:solidFill>
                  <a:srgbClr val="002060"/>
                </a:solidFill>
              </a:rPr>
              <a:t>SupplierCash  (reshape of P3 Supplier Pay)</a:t>
            </a:r>
          </a:p>
        </p:txBody>
      </p:sp>
      <p:sp>
        <p:nvSpPr>
          <p:cNvPr id="6" name="Rounded Rectangle 5"/>
          <p:cNvSpPr/>
          <p:nvPr/>
        </p:nvSpPr>
        <p:spPr>
          <a:xfrm>
            <a:off x="640080" y="1620825"/>
            <a:ext cx="5486400" cy="1188720"/>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620825"/>
            <a:ext cx="54864" cy="118872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839347"/>
            <a:ext cx="5029200" cy="759182"/>
          </a:xfrm>
          <a:prstGeom prst="rect">
            <a:avLst/>
          </a:prstGeom>
          <a:noFill/>
        </p:spPr>
        <p:txBody>
          <a:bodyPr wrap="square">
            <a:spAutoFit/>
          </a:bodyPr>
          <a:lstStyle/>
          <a:p>
            <a:pPr algn="l">
              <a:spcAft>
                <a:spcPts val="400"/>
              </a:spcAft>
              <a:defRPr sz="1000" b="1">
                <a:solidFill>
                  <a:srgbClr val="C62828"/>
                </a:solidFill>
                <a:latin typeface="Calibri"/>
              </a:defRPr>
            </a:pPr>
            <a:r>
              <a:rPr dirty="0"/>
              <a:t>THE PROBLEM</a:t>
            </a:r>
          </a:p>
          <a:p>
            <a:pPr algn="l">
              <a:spcAft>
                <a:spcPts val="400"/>
              </a:spcAft>
              <a:defRPr sz="1000" b="0">
                <a:solidFill>
                  <a:srgbClr val="333333"/>
                </a:solidFill>
                <a:latin typeface="Calibri"/>
              </a:defRPr>
            </a:pPr>
            <a:r>
              <a:rPr dirty="0"/>
              <a:t>Clover restaurants place 15-30 supply orders per week at 2-3% interchange and leave 2% early-pay discounts on the table because settlement takes 2-5 days. On a $50K/month supply spend that's $1,000-1,500 of lost margin every single month. The original prototype-3 was retired as 'B2B, not CNP' — but merchant cash-cycle savings ARE a retention lever, and retention is what makes the CNP pitch stickier.</a:t>
            </a:r>
            <a:r>
              <a:rPr lang="en-US" dirty="0"/>
              <a:t/>
            </a:r>
            <a:r>
              <a:rPr dirty="0"/>
              <a:t/>
            </a:r>
          </a:p>
        </p:txBody>
      </p:sp>
      <p:sp>
        <p:nvSpPr>
          <p:cNvPr id="9" name="Rounded Rectangle 8"/>
          <p:cNvSpPr/>
          <p:nvPr/>
        </p:nvSpPr>
        <p:spPr>
          <a:xfrm>
            <a:off x="640080" y="2946705"/>
            <a:ext cx="5486400" cy="118872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2946705"/>
            <a:ext cx="54864" cy="11887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3055729"/>
            <a:ext cx="5029200" cy="1097280"/>
          </a:xfrm>
          <a:prstGeom prst="rect">
            <a:avLst/>
          </a:prstGeom>
          <a:noFill/>
        </p:spPr>
        <p:txBody>
          <a:bodyPr wrap="square">
            <a:spAutoFit/>
          </a:bodyPr>
          <a:lstStyle/>
          <a:p>
            <a:pPr algn="l">
              <a:spcAft>
                <a:spcPts val="400"/>
              </a:spcAft>
              <a:defRPr sz="1000" b="1">
                <a:solidFill>
                  <a:srgbClr val="2E7D32"/>
                </a:solidFill>
                <a:latin typeface="Calibri"/>
              </a:defRPr>
            </a:pPr>
            <a:r>
              <a:rPr dirty="0"/>
              <a:t>THE SOLUTION</a:t>
            </a:r>
          </a:p>
          <a:p>
            <a:pPr algn="l">
              <a:spcAft>
                <a:spcPts val="400"/>
              </a:spcAft>
              <a:defRPr sz="1000" b="0">
                <a:solidFill>
                  <a:srgbClr val="333333"/>
                </a:solidFill>
                <a:latin typeface="Calibri"/>
              </a:defRPr>
            </a:pPr>
            <a:r>
              <a:rPr dirty="0"/>
              <a:t>AI procurement agent monitors ingredient depletion via Clover sales data, auto-generates POs grouped by supplier, pays via FIUSD through Finxact, captures 2% early-pay discounts, supplier receives USD via INDX in 2.7 seconds. Paired with WeekendCash, Clover becomes the merchant's entire cash cycle — inflow acceleration on weekends, outflow savings on supplier pay. Same acquirer. Same rails. Two sides of the merchant's ledger.</a:t>
            </a:r>
            <a:r>
              <a:rPr dirty="0" err="1"/>
              <a:t/>
            </a:r>
            <a:r>
              <a:rPr dirty="0"/>
              <a:t/>
            </a:r>
          </a:p>
        </p:txBody>
      </p:sp>
      <p:sp>
        <p:nvSpPr>
          <p:cNvPr id="12" name="TextBox 11"/>
          <p:cNvSpPr txBox="1"/>
          <p:nvPr/>
        </p:nvSpPr>
        <p:spPr>
          <a:xfrm>
            <a:off x="6492240" y="1514448"/>
            <a:ext cx="5029200" cy="246221"/>
          </a:xfrm>
          <a:prstGeom prst="rect">
            <a:avLst/>
          </a:prstGeom>
          <a:noFill/>
        </p:spPr>
        <p:txBody>
          <a:bodyPr wrap="square">
            <a:spAutoFit/>
          </a:bodyPr>
          <a:lstStyle/>
          <a:p>
            <a:pPr algn="l">
              <a:defRPr sz="1000" b="1">
                <a:solidFill>
                  <a:srgbClr val="003B5C"/>
                </a:solidFill>
                <a:latin typeface="Calibri"/>
              </a:defRPr>
            </a:pPr>
            <a:r>
              <a:rPr dirty="0">
                <a:solidFill>
                  <a:srgbClr val="002060"/>
                </a:solidFill>
              </a:rPr>
              <a:t>HOW IT WORKS</a:t>
            </a:r>
          </a:p>
        </p:txBody>
      </p:sp>
      <p:sp>
        <p:nvSpPr>
          <p:cNvPr id="13" name="Oval 12"/>
          <p:cNvSpPr/>
          <p:nvPr/>
        </p:nvSpPr>
        <p:spPr>
          <a:xfrm>
            <a:off x="6492240" y="1925928"/>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2240" y="1944216"/>
            <a:ext cx="274320" cy="228600"/>
          </a:xfrm>
          <a:prstGeom prst="rect">
            <a:avLst/>
          </a:prstGeom>
          <a:noFill/>
        </p:spPr>
        <p:txBody>
          <a:bodyPr wrap="square">
            <a:spAutoFit/>
          </a:bodyPr>
          <a:lstStyle/>
          <a:p>
            <a:pPr algn="ctr">
              <a:defRPr sz="1000" b="1">
                <a:solidFill>
                  <a:srgbClr val="FFFFFF"/>
                </a:solidFill>
                <a:latin typeface="Calibri"/>
              </a:defRPr>
            </a:pPr>
            <a:r>
              <a:t>1</a:t>
            </a:r>
          </a:p>
        </p:txBody>
      </p:sp>
      <p:sp>
        <p:nvSpPr>
          <p:cNvPr id="15" name="TextBox 14"/>
          <p:cNvSpPr txBox="1"/>
          <p:nvPr/>
        </p:nvSpPr>
        <p:spPr>
          <a:xfrm>
            <a:off x="6903720" y="1925928"/>
            <a:ext cx="4572000" cy="411480"/>
          </a:xfrm>
          <a:prstGeom prst="rect">
            <a:avLst/>
          </a:prstGeom>
          <a:noFill/>
        </p:spPr>
        <p:txBody>
          <a:bodyPr wrap="square">
            <a:spAutoFit/>
          </a:bodyPr>
          <a:lstStyle/>
          <a:p>
            <a:pPr algn="l">
              <a:defRPr sz="900" b="0">
                <a:solidFill>
                  <a:srgbClr val="333333"/>
                </a:solidFill>
                <a:latin typeface="Calibri"/>
              </a:defRPr>
            </a:pPr>
            <a:r>
              <a:t>Clover POS tracks every sale; BOM maps menu items to ingredients</a:t>
            </a:r>
          </a:p>
        </p:txBody>
      </p:sp>
      <p:sp>
        <p:nvSpPr>
          <p:cNvPr id="16" name="Oval 15"/>
          <p:cNvSpPr/>
          <p:nvPr/>
        </p:nvSpPr>
        <p:spPr>
          <a:xfrm>
            <a:off x="6492240" y="2401416"/>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92240" y="2419704"/>
            <a:ext cx="274320" cy="228600"/>
          </a:xfrm>
          <a:prstGeom prst="rect">
            <a:avLst/>
          </a:prstGeom>
          <a:noFill/>
        </p:spPr>
        <p:txBody>
          <a:bodyPr wrap="square">
            <a:spAutoFit/>
          </a:bodyPr>
          <a:lstStyle/>
          <a:p>
            <a:pPr algn="ctr">
              <a:defRPr sz="1000" b="1">
                <a:solidFill>
                  <a:srgbClr val="FFFFFF"/>
                </a:solidFill>
                <a:latin typeface="Calibri"/>
              </a:defRPr>
            </a:pPr>
            <a:r>
              <a:t>2</a:t>
            </a:r>
          </a:p>
        </p:txBody>
      </p:sp>
      <p:sp>
        <p:nvSpPr>
          <p:cNvPr id="18" name="TextBox 17"/>
          <p:cNvSpPr txBox="1"/>
          <p:nvPr/>
        </p:nvSpPr>
        <p:spPr>
          <a:xfrm>
            <a:off x="6903720" y="2401416"/>
            <a:ext cx="4572000" cy="411480"/>
          </a:xfrm>
          <a:prstGeom prst="rect">
            <a:avLst/>
          </a:prstGeom>
          <a:noFill/>
        </p:spPr>
        <p:txBody>
          <a:bodyPr wrap="square">
            <a:spAutoFit/>
          </a:bodyPr>
          <a:lstStyle/>
          <a:p>
            <a:pPr algn="l">
              <a:defRPr sz="900" b="0">
                <a:solidFill>
                  <a:srgbClr val="333333"/>
                </a:solidFill>
                <a:latin typeface="Calibri"/>
              </a:defRPr>
            </a:pPr>
            <a:r>
              <a:t>ML depletion predictor flags chicken and mozzarella at 2 days of stock</a:t>
            </a:r>
          </a:p>
        </p:txBody>
      </p:sp>
      <p:sp>
        <p:nvSpPr>
          <p:cNvPr id="19" name="Oval 18"/>
          <p:cNvSpPr/>
          <p:nvPr/>
        </p:nvSpPr>
        <p:spPr>
          <a:xfrm>
            <a:off x="6492240" y="2876904"/>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92240" y="2895192"/>
            <a:ext cx="274320" cy="228600"/>
          </a:xfrm>
          <a:prstGeom prst="rect">
            <a:avLst/>
          </a:prstGeom>
          <a:noFill/>
        </p:spPr>
        <p:txBody>
          <a:bodyPr wrap="square">
            <a:spAutoFit/>
          </a:bodyPr>
          <a:lstStyle/>
          <a:p>
            <a:pPr algn="ctr">
              <a:defRPr sz="1000" b="1">
                <a:solidFill>
                  <a:srgbClr val="FFFFFF"/>
                </a:solidFill>
                <a:latin typeface="Calibri"/>
              </a:defRPr>
            </a:pPr>
            <a:r>
              <a:t>3</a:t>
            </a:r>
          </a:p>
        </p:txBody>
      </p:sp>
      <p:sp>
        <p:nvSpPr>
          <p:cNvPr id="21" name="TextBox 20"/>
          <p:cNvSpPr txBox="1"/>
          <p:nvPr/>
        </p:nvSpPr>
        <p:spPr>
          <a:xfrm>
            <a:off x="6903720" y="2876904"/>
            <a:ext cx="4572000" cy="411480"/>
          </a:xfrm>
          <a:prstGeom prst="rect">
            <a:avLst/>
          </a:prstGeom>
          <a:noFill/>
        </p:spPr>
        <p:txBody>
          <a:bodyPr wrap="square">
            <a:spAutoFit/>
          </a:bodyPr>
          <a:lstStyle/>
          <a:p>
            <a:pPr algn="l">
              <a:defRPr sz="900" b="0">
                <a:solidFill>
                  <a:srgbClr val="333333"/>
                </a:solidFill>
                <a:latin typeface="Calibri"/>
              </a:defRPr>
            </a:pPr>
            <a:r>
              <a:t>Procurement agent generates PO grouped by supplier with MOQ + early-pay discount math</a:t>
            </a:r>
          </a:p>
        </p:txBody>
      </p:sp>
      <p:sp>
        <p:nvSpPr>
          <p:cNvPr id="22" name="Oval 21"/>
          <p:cNvSpPr/>
          <p:nvPr/>
        </p:nvSpPr>
        <p:spPr>
          <a:xfrm>
            <a:off x="6492240" y="3352392"/>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92240" y="3370680"/>
            <a:ext cx="274320" cy="228600"/>
          </a:xfrm>
          <a:prstGeom prst="rect">
            <a:avLst/>
          </a:prstGeom>
          <a:noFill/>
        </p:spPr>
        <p:txBody>
          <a:bodyPr wrap="square">
            <a:spAutoFit/>
          </a:bodyPr>
          <a:lstStyle/>
          <a:p>
            <a:pPr algn="ctr">
              <a:defRPr sz="1000" b="1">
                <a:solidFill>
                  <a:srgbClr val="FFFFFF"/>
                </a:solidFill>
                <a:latin typeface="Calibri"/>
              </a:defRPr>
            </a:pPr>
            <a:r>
              <a:t>4</a:t>
            </a:r>
          </a:p>
        </p:txBody>
      </p:sp>
      <p:sp>
        <p:nvSpPr>
          <p:cNvPr id="24" name="TextBox 23"/>
          <p:cNvSpPr txBox="1"/>
          <p:nvPr/>
        </p:nvSpPr>
        <p:spPr>
          <a:xfrm>
            <a:off x="6903720" y="3352392"/>
            <a:ext cx="4572000" cy="230832"/>
          </a:xfrm>
          <a:prstGeom prst="rect">
            <a:avLst/>
          </a:prstGeom>
          <a:noFill/>
        </p:spPr>
        <p:txBody>
          <a:bodyPr wrap="square">
            <a:spAutoFit/>
          </a:bodyPr>
          <a:lstStyle/>
          <a:p>
            <a:pPr algn="l">
              <a:defRPr sz="900" b="0">
                <a:solidFill>
                  <a:srgbClr val="333333"/>
                </a:solidFill>
                <a:latin typeface="Calibri"/>
              </a:defRPr>
            </a:pPr>
            <a:r>
              <a:rPr dirty="0"/>
              <a:t>Merchant auto-approves (or reviews) → Finxact B2B transfer via FIUSD</a:t>
            </a:r>
            <a:r>
              <a:rPr dirty="0" err="1"/>
              <a:t/>
            </a:r>
            <a:r>
              <a:rPr dirty="0"/>
              <a:t/>
            </a:r>
            <a:r>
              <a:rPr lang="en-US" dirty="0"/>
              <a:t/>
            </a:r>
            <a:r>
              <a:rPr dirty="0"/>
              <a:t/>
            </a:r>
          </a:p>
        </p:txBody>
      </p:sp>
      <p:sp>
        <p:nvSpPr>
          <p:cNvPr id="25" name="Oval 24"/>
          <p:cNvSpPr/>
          <p:nvPr/>
        </p:nvSpPr>
        <p:spPr>
          <a:xfrm>
            <a:off x="6492240" y="3827880"/>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92240" y="3846168"/>
            <a:ext cx="274320" cy="228600"/>
          </a:xfrm>
          <a:prstGeom prst="rect">
            <a:avLst/>
          </a:prstGeom>
          <a:noFill/>
        </p:spPr>
        <p:txBody>
          <a:bodyPr wrap="square">
            <a:spAutoFit/>
          </a:bodyPr>
          <a:lstStyle/>
          <a:p>
            <a:pPr algn="ctr">
              <a:defRPr sz="1000" b="1">
                <a:solidFill>
                  <a:srgbClr val="FFFFFF"/>
                </a:solidFill>
                <a:latin typeface="Calibri"/>
              </a:defRPr>
            </a:pPr>
            <a:r>
              <a:t>5</a:t>
            </a:r>
          </a:p>
        </p:txBody>
      </p:sp>
      <p:sp>
        <p:nvSpPr>
          <p:cNvPr id="27" name="TextBox 26"/>
          <p:cNvSpPr txBox="1"/>
          <p:nvPr/>
        </p:nvSpPr>
        <p:spPr>
          <a:xfrm>
            <a:off x="6903720" y="3827880"/>
            <a:ext cx="4572000" cy="411480"/>
          </a:xfrm>
          <a:prstGeom prst="rect">
            <a:avLst/>
          </a:prstGeom>
          <a:noFill/>
        </p:spPr>
        <p:txBody>
          <a:bodyPr wrap="square">
            <a:spAutoFit/>
          </a:bodyPr>
          <a:lstStyle/>
          <a:p>
            <a:pPr algn="l">
              <a:defRPr sz="900" b="0">
                <a:solidFill>
                  <a:srgbClr val="333333"/>
                </a:solidFill>
                <a:latin typeface="Calibri"/>
              </a:defRPr>
            </a:pPr>
            <a:r>
              <a:t>Supplier receives USD via INDX in 2.7s; discount captured; merchant sees '+$1,200 this month'</a:t>
            </a:r>
          </a:p>
        </p:txBody>
      </p:sp>
      <p:sp>
        <p:nvSpPr>
          <p:cNvPr id="28" name="Rounded Rectangle 27"/>
          <p:cNvSpPr/>
          <p:nvPr/>
        </p:nvSpPr>
        <p:spPr>
          <a:xfrm>
            <a:off x="640080" y="4531968"/>
            <a:ext cx="10881360" cy="146304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4400" y="4577688"/>
            <a:ext cx="2743200" cy="274320"/>
          </a:xfrm>
          <a:prstGeom prst="rect">
            <a:avLst/>
          </a:prstGeom>
          <a:noFill/>
        </p:spPr>
        <p:txBody>
          <a:bodyPr wrap="square">
            <a:spAutoFit/>
          </a:bodyPr>
          <a:lstStyle/>
          <a:p>
            <a:pPr algn="l">
              <a:defRPr sz="1000" b="1">
                <a:solidFill>
                  <a:srgbClr val="FF6600"/>
                </a:solidFill>
                <a:latin typeface="Calibri"/>
              </a:defRPr>
            </a:pPr>
            <a:r>
              <a:t>POTENTIAL IMPACT</a:t>
            </a:r>
          </a:p>
        </p:txBody>
      </p:sp>
      <p:sp>
        <p:nvSpPr>
          <p:cNvPr id="30" name="TextBox 29"/>
          <p:cNvSpPr txBox="1"/>
          <p:nvPr/>
        </p:nvSpPr>
        <p:spPr>
          <a:xfrm>
            <a:off x="822960" y="4852008"/>
            <a:ext cx="2468880" cy="457200"/>
          </a:xfrm>
          <a:prstGeom prst="rect">
            <a:avLst/>
          </a:prstGeom>
          <a:noFill/>
        </p:spPr>
        <p:txBody>
          <a:bodyPr wrap="square">
            <a:spAutoFit/>
          </a:bodyPr>
          <a:lstStyle/>
          <a:p>
            <a:pPr algn="ctr">
              <a:defRPr sz="2400" b="1">
                <a:solidFill>
                  <a:srgbClr val="FF6600"/>
                </a:solidFill>
                <a:latin typeface="Calibri"/>
              </a:defRPr>
            </a:pPr>
            <a:r>
              <a:rPr dirty="0"/>
              <a:t>$1,200/mo</a:t>
            </a:r>
            <a:r>
              <a:rPr lang="en-US" dirty="0"/>
              <a:t/>
            </a:r>
            <a:r>
              <a:rPr dirty="0"/>
              <a:t/>
            </a:r>
            <a:r>
              <a:rPr dirty="0" err="1"/>
              <a:t/>
            </a:r>
            <a:endParaRPr dirty="0"/>
          </a:p>
        </p:txBody>
      </p:sp>
      <p:sp>
        <p:nvSpPr>
          <p:cNvPr id="31" name="TextBox 30"/>
          <p:cNvSpPr txBox="1"/>
          <p:nvPr/>
        </p:nvSpPr>
        <p:spPr>
          <a:xfrm>
            <a:off x="822960" y="5309208"/>
            <a:ext cx="2468880" cy="411480"/>
          </a:xfrm>
          <a:prstGeom prst="rect">
            <a:avLst/>
          </a:prstGeom>
          <a:noFill/>
        </p:spPr>
        <p:txBody>
          <a:bodyPr wrap="square">
            <a:spAutoFit/>
          </a:bodyPr>
          <a:lstStyle/>
          <a:p>
            <a:pPr algn="ctr">
              <a:defRPr sz="900" b="0">
                <a:solidFill>
                  <a:srgbClr val="FFFFFF"/>
                </a:solidFill>
                <a:latin typeface="Calibri"/>
              </a:defRPr>
            </a:pPr>
            <a:r>
              <a:t>Merchant savings</a:t>
            </a:r>
            <a:br/>
            <a:r>
              <a:t>on supplier pay</a:t>
            </a:r>
          </a:p>
        </p:txBody>
      </p:sp>
      <p:sp>
        <p:nvSpPr>
          <p:cNvPr id="32" name="TextBox 31"/>
          <p:cNvSpPr txBox="1"/>
          <p:nvPr/>
        </p:nvSpPr>
        <p:spPr>
          <a:xfrm>
            <a:off x="3611879" y="4852008"/>
            <a:ext cx="2468880" cy="457200"/>
          </a:xfrm>
          <a:prstGeom prst="rect">
            <a:avLst/>
          </a:prstGeom>
          <a:noFill/>
        </p:spPr>
        <p:txBody>
          <a:bodyPr wrap="square">
            <a:spAutoFit/>
          </a:bodyPr>
          <a:lstStyle/>
          <a:p>
            <a:pPr algn="ctr">
              <a:defRPr sz="2400" b="1">
                <a:solidFill>
                  <a:srgbClr val="FF6600"/>
                </a:solidFill>
                <a:latin typeface="Calibri"/>
              </a:defRPr>
            </a:pPr>
            <a:r>
              <a:rPr dirty="0"/>
              <a:t>2.7 sec</a:t>
            </a:r>
            <a:r>
              <a:rPr lang="en-US" dirty="0"/>
              <a:t/>
            </a:r>
            <a:r>
              <a:rPr dirty="0"/>
              <a:t/>
            </a:r>
          </a:p>
        </p:txBody>
      </p:sp>
      <p:sp>
        <p:nvSpPr>
          <p:cNvPr id="33" name="TextBox 32"/>
          <p:cNvSpPr txBox="1"/>
          <p:nvPr/>
        </p:nvSpPr>
        <p:spPr>
          <a:xfrm>
            <a:off x="3611879" y="5309208"/>
            <a:ext cx="2468880" cy="369332"/>
          </a:xfrm>
          <a:prstGeom prst="rect">
            <a:avLst/>
          </a:prstGeom>
          <a:noFill/>
        </p:spPr>
        <p:txBody>
          <a:bodyPr wrap="square">
            <a:spAutoFit/>
          </a:bodyPr>
          <a:lstStyle/>
          <a:p>
            <a:pPr algn="ctr">
              <a:defRPr sz="900" b="0">
                <a:solidFill>
                  <a:srgbClr val="FFFFFF"/>
                </a:solidFill>
                <a:latin typeface="Calibri"/>
              </a:defRPr>
            </a:pPr>
            <a:r>
              <a:rPr dirty="0"/>
              <a:t>Supplier settlement</a:t>
            </a:r>
            <a:br>
              <a:rPr dirty="0"/>
            </a:br>
            <a:r>
              <a:rPr dirty="0"/>
              <a:t>via FIUSD + INDX</a:t>
            </a:r>
          </a:p>
        </p:txBody>
      </p:sp>
      <p:sp>
        <p:nvSpPr>
          <p:cNvPr id="34" name="TextBox 33"/>
          <p:cNvSpPr txBox="1"/>
          <p:nvPr/>
        </p:nvSpPr>
        <p:spPr>
          <a:xfrm>
            <a:off x="6400799" y="4852008"/>
            <a:ext cx="2468880" cy="457200"/>
          </a:xfrm>
          <a:prstGeom prst="rect">
            <a:avLst/>
          </a:prstGeom>
          <a:noFill/>
        </p:spPr>
        <p:txBody>
          <a:bodyPr wrap="square">
            <a:spAutoFit/>
          </a:bodyPr>
          <a:lstStyle/>
          <a:p>
            <a:pPr algn="ctr">
              <a:defRPr sz="2400" b="1">
                <a:solidFill>
                  <a:srgbClr val="FF6600"/>
                </a:solidFill>
                <a:latin typeface="Calibri"/>
              </a:defRPr>
            </a:pPr>
            <a:r>
              <a:rPr lang="en-US" dirty="0"/>
              <a:t>0%</a:t>
            </a:r>
            <a:r>
              <a:rPr dirty="0"/>
              <a:t/>
            </a:r>
          </a:p>
        </p:txBody>
      </p:sp>
      <p:sp>
        <p:nvSpPr>
          <p:cNvPr id="35" name="TextBox 34"/>
          <p:cNvSpPr txBox="1"/>
          <p:nvPr/>
        </p:nvSpPr>
        <p:spPr>
          <a:xfrm>
            <a:off x="6400799" y="5309208"/>
            <a:ext cx="2468880" cy="411480"/>
          </a:xfrm>
          <a:prstGeom prst="rect">
            <a:avLst/>
          </a:prstGeom>
          <a:noFill/>
        </p:spPr>
        <p:txBody>
          <a:bodyPr wrap="square">
            <a:spAutoFit/>
          </a:bodyPr>
          <a:lstStyle/>
          <a:p>
            <a:pPr algn="ctr">
              <a:defRPr sz="900" b="0">
                <a:solidFill>
                  <a:srgbClr val="FFFFFF"/>
                </a:solidFill>
                <a:latin typeface="Calibri"/>
              </a:defRPr>
            </a:pPr>
            <a:r>
              <a:rPr dirty="0"/>
              <a:t>Card interchange</a:t>
            </a:r>
            <a:endParaRPr dirty="0"/>
            <a:br>
              <a:rPr dirty="0"/>
            </a:br>
            <a:r>
              <a:rPr dirty="0"/>
              <a:t>on supply orders</a:t>
            </a:r>
          </a:p>
        </p:txBody>
      </p:sp>
      <p:sp>
        <p:nvSpPr>
          <p:cNvPr id="36" name="TextBox 35"/>
          <p:cNvSpPr txBox="1"/>
          <p:nvPr/>
        </p:nvSpPr>
        <p:spPr>
          <a:xfrm>
            <a:off x="9189720" y="4852008"/>
            <a:ext cx="2468880" cy="457200"/>
          </a:xfrm>
          <a:prstGeom prst="rect">
            <a:avLst/>
          </a:prstGeom>
          <a:noFill/>
        </p:spPr>
        <p:txBody>
          <a:bodyPr wrap="square">
            <a:spAutoFit/>
          </a:bodyPr>
          <a:lstStyle/>
          <a:p>
            <a:pPr algn="ctr">
              <a:defRPr sz="2400" b="1">
                <a:solidFill>
                  <a:srgbClr val="FF6600"/>
                </a:solidFill>
                <a:latin typeface="Calibri"/>
              </a:defRPr>
            </a:pPr>
            <a:r>
              <a:t>Retention</a:t>
            </a:r>
          </a:p>
        </p:txBody>
      </p:sp>
      <p:sp>
        <p:nvSpPr>
          <p:cNvPr id="37" name="TextBox 36"/>
          <p:cNvSpPr txBox="1"/>
          <p:nvPr/>
        </p:nvSpPr>
        <p:spPr>
          <a:xfrm>
            <a:off x="9189720" y="5309208"/>
            <a:ext cx="2468880" cy="411480"/>
          </a:xfrm>
          <a:prstGeom prst="rect">
            <a:avLst/>
          </a:prstGeom>
          <a:noFill/>
        </p:spPr>
        <p:txBody>
          <a:bodyPr wrap="square">
            <a:spAutoFit/>
          </a:bodyPr>
          <a:lstStyle/>
          <a:p>
            <a:pPr algn="ctr">
              <a:defRPr sz="900" b="0">
                <a:solidFill>
                  <a:srgbClr val="FFFFFF"/>
                </a:solidFill>
                <a:latin typeface="Calibri"/>
              </a:defRPr>
            </a:pPr>
            <a:r>
              <a:t>Outflow companion</a:t>
            </a:r>
            <a:br/>
            <a:r>
              <a:t>to WeekendCash</a:t>
            </a:r>
          </a:p>
        </p:txBody>
      </p:sp>
      <p:sp>
        <p:nvSpPr>
          <p:cNvPr id="38" name="TextBox 37"/>
          <p:cNvSpPr txBox="1"/>
          <p:nvPr/>
        </p:nvSpPr>
        <p:spPr>
          <a:xfrm>
            <a:off x="914400" y="5697451"/>
            <a:ext cx="10515600" cy="365760"/>
          </a:xfrm>
          <a:prstGeom prst="rect">
            <a:avLst/>
          </a:prstGeom>
          <a:noFill/>
        </p:spPr>
        <p:txBody>
          <a:bodyPr wrap="square">
            <a:spAutoFit/>
          </a:bodyPr>
          <a:lstStyle/>
          <a:p>
            <a:pPr algn="ctr">
              <a:defRPr sz="1100" b="0">
                <a:solidFill>
                  <a:srgbClr val="FFFFFF"/>
                </a:solidFill>
                <a:latin typeface="Calibri"/>
              </a:defRPr>
            </a:pPr>
            <a:r>
              <a:rPr dirty="0"/>
              <a:t>Two sides of the merchant's cash cycle. WeekendCash on the inflow. SupplierCash on the outflow. Same acquirer. Same rails. One integrated product story.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94944" y="476860"/>
            <a:ext cx="1645920" cy="320040"/>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94944" y="495148"/>
            <a:ext cx="1645920" cy="274320"/>
          </a:xfrm>
          <a:prstGeom prst="rect">
            <a:avLst/>
          </a:prstGeom>
          <a:noFill/>
        </p:spPr>
        <p:txBody>
          <a:bodyPr wrap="square">
            <a:spAutoFit/>
          </a:bodyPr>
          <a:lstStyle/>
          <a:p>
            <a:pPr algn="ctr">
              <a:defRPr sz="1100" b="1">
                <a:solidFill>
                  <a:srgbClr val="FFFFFF"/>
                </a:solidFill>
                <a:latin typeface="Calibri"/>
              </a:defRPr>
            </a:pPr>
            <a:r>
              <a:rPr dirty="0"/>
              <a:t>PROTOTYPE 6</a:t>
            </a:r>
          </a:p>
        </p:txBody>
      </p:sp>
      <p:sp>
        <p:nvSpPr>
          <p:cNvPr id="5" name="TextBox 4"/>
          <p:cNvSpPr txBox="1"/>
          <p:nvPr/>
        </p:nvSpPr>
        <p:spPr>
          <a:xfrm>
            <a:off x="2523744" y="365760"/>
            <a:ext cx="8229600" cy="523220"/>
          </a:xfrm>
          <a:prstGeom prst="rect">
            <a:avLst/>
          </a:prstGeom>
          <a:noFill/>
        </p:spPr>
        <p:txBody>
          <a:bodyPr wrap="square">
            <a:spAutoFit/>
          </a:bodyPr>
          <a:lstStyle/>
          <a:p>
            <a:pPr algn="l">
              <a:defRPr sz="2800" b="1">
                <a:solidFill>
                  <a:srgbClr val="003B5C"/>
                </a:solidFill>
                <a:latin typeface="Calibri"/>
              </a:defRPr>
            </a:pPr>
            <a:r>
              <a:rPr dirty="0">
                <a:solidFill>
                  <a:srgbClr val="002060"/>
                </a:solidFill>
              </a:rPr>
              <a:t>International Lane  (reshape of P4 Cross-Border)</a:t>
            </a:r>
          </a:p>
        </p:txBody>
      </p:sp>
      <p:sp>
        <p:nvSpPr>
          <p:cNvPr id="6" name="Rounded Rectangle 5"/>
          <p:cNvSpPr/>
          <p:nvPr/>
        </p:nvSpPr>
        <p:spPr>
          <a:xfrm>
            <a:off x="640080" y="1620825"/>
            <a:ext cx="5486400" cy="1188720"/>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620825"/>
            <a:ext cx="54864" cy="118872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839347"/>
            <a:ext cx="5029200" cy="759182"/>
          </a:xfrm>
          <a:prstGeom prst="rect">
            <a:avLst/>
          </a:prstGeom>
          <a:noFill/>
        </p:spPr>
        <p:txBody>
          <a:bodyPr wrap="square">
            <a:spAutoFit/>
          </a:bodyPr>
          <a:lstStyle/>
          <a:p>
            <a:pPr algn="l">
              <a:spcAft>
                <a:spcPts val="400"/>
              </a:spcAft>
              <a:defRPr sz="1000" b="1">
                <a:solidFill>
                  <a:srgbClr val="C62828"/>
                </a:solidFill>
                <a:latin typeface="Calibri"/>
              </a:defRPr>
            </a:pPr>
            <a:r>
              <a:rPr dirty="0"/>
              <a:t>THE PROBLEM</a:t>
            </a:r>
          </a:p>
          <a:p>
            <a:pPr algn="l">
              <a:spcAft>
                <a:spcPts val="400"/>
              </a:spcAft>
              <a:defRPr sz="1000" b="0">
                <a:solidFill>
                  <a:srgbClr val="333333"/>
                </a:solidFill>
                <a:latin typeface="Calibri"/>
              </a:defRPr>
            </a:pPr>
            <a:r>
              <a:rPr dirty="0"/>
              <a:t>When a ChatGPT user in Mexico City orders from Luigi's in NYC, that transaction is already agentic — and it's already cross-border. Today it costs the merchant $47-60 in fees on a $1,000 order and takes 3 days to settle. The original prototype-4 was retired as 'CommerceHub enterprise, not Clover SMB' — but every Clover Direct merchant who accepts an international agent order IS a Clover SMB cross-border merchant by definition.</a:t>
            </a:r>
            <a:r>
              <a:rPr lang="en-US" dirty="0"/>
              <a:t/>
            </a:r>
            <a:r>
              <a:rPr dirty="0"/>
              <a:t/>
            </a:r>
          </a:p>
        </p:txBody>
      </p:sp>
      <p:sp>
        <p:nvSpPr>
          <p:cNvPr id="9" name="Rounded Rectangle 8"/>
          <p:cNvSpPr/>
          <p:nvPr/>
        </p:nvSpPr>
        <p:spPr>
          <a:xfrm>
            <a:off x="640080" y="2946705"/>
            <a:ext cx="5486400" cy="118872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2946705"/>
            <a:ext cx="54864" cy="11887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3055729"/>
            <a:ext cx="5029200" cy="1097280"/>
          </a:xfrm>
          <a:prstGeom prst="rect">
            <a:avLst/>
          </a:prstGeom>
          <a:noFill/>
        </p:spPr>
        <p:txBody>
          <a:bodyPr wrap="square">
            <a:spAutoFit/>
          </a:bodyPr>
          <a:lstStyle/>
          <a:p>
            <a:pPr algn="l">
              <a:spcAft>
                <a:spcPts val="400"/>
              </a:spcAft>
              <a:defRPr sz="1000" b="1">
                <a:solidFill>
                  <a:srgbClr val="2E7D32"/>
                </a:solidFill>
                <a:latin typeface="Calibri"/>
              </a:defRPr>
            </a:pPr>
            <a:r>
              <a:rPr dirty="0"/>
              <a:t>THE SOLUTION</a:t>
            </a:r>
          </a:p>
          <a:p>
            <a:pPr algn="l">
              <a:spcAft>
                <a:spcPts val="400"/>
              </a:spcAft>
              <a:defRPr sz="1000" b="0">
                <a:solidFill>
                  <a:srgbClr val="333333"/>
                </a:solidFill>
                <a:latin typeface="Calibri"/>
              </a:defRPr>
            </a:pPr>
            <a:r>
              <a:rPr dirty="0"/>
              <a:t>Clover Agent Checkout Backbone detects currency mismatch on the agent intent payload, locks FX rate for 30 seconds, converts to FIUSD on Solana, OFAC screens, INDX settles merchant in USD within 3 seconds. Completely silent to the merchant. Completely silent to the agent. Rides the same Clover Direct rails — no separate product, no separate integration, no separate sales motion. When Clover Direct ships, International Lane ships with it.</a:t>
            </a:r>
            <a:r>
              <a:rPr dirty="0" err="1"/>
              <a:t/>
            </a:r>
            <a:r>
              <a:rPr dirty="0"/>
              <a:t/>
            </a:r>
          </a:p>
        </p:txBody>
      </p:sp>
      <p:sp>
        <p:nvSpPr>
          <p:cNvPr id="12" name="TextBox 11"/>
          <p:cNvSpPr txBox="1"/>
          <p:nvPr/>
        </p:nvSpPr>
        <p:spPr>
          <a:xfrm>
            <a:off x="6492240" y="1514448"/>
            <a:ext cx="5029200" cy="246221"/>
          </a:xfrm>
          <a:prstGeom prst="rect">
            <a:avLst/>
          </a:prstGeom>
          <a:noFill/>
        </p:spPr>
        <p:txBody>
          <a:bodyPr wrap="square">
            <a:spAutoFit/>
          </a:bodyPr>
          <a:lstStyle/>
          <a:p>
            <a:pPr algn="l">
              <a:defRPr sz="1000" b="1">
                <a:solidFill>
                  <a:srgbClr val="003B5C"/>
                </a:solidFill>
                <a:latin typeface="Calibri"/>
              </a:defRPr>
            </a:pPr>
            <a:r>
              <a:rPr dirty="0">
                <a:solidFill>
                  <a:srgbClr val="002060"/>
                </a:solidFill>
              </a:rPr>
              <a:t>HOW IT WORKS</a:t>
            </a:r>
          </a:p>
        </p:txBody>
      </p:sp>
      <p:sp>
        <p:nvSpPr>
          <p:cNvPr id="13" name="Oval 12"/>
          <p:cNvSpPr/>
          <p:nvPr/>
        </p:nvSpPr>
        <p:spPr>
          <a:xfrm>
            <a:off x="6492240" y="1925928"/>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2240" y="1944216"/>
            <a:ext cx="274320" cy="228600"/>
          </a:xfrm>
          <a:prstGeom prst="rect">
            <a:avLst/>
          </a:prstGeom>
          <a:noFill/>
        </p:spPr>
        <p:txBody>
          <a:bodyPr wrap="square">
            <a:spAutoFit/>
          </a:bodyPr>
          <a:lstStyle/>
          <a:p>
            <a:pPr algn="ctr">
              <a:defRPr sz="1000" b="1">
                <a:solidFill>
                  <a:srgbClr val="FFFFFF"/>
                </a:solidFill>
                <a:latin typeface="Calibri"/>
              </a:defRPr>
            </a:pPr>
            <a:r>
              <a:t>1</a:t>
            </a:r>
          </a:p>
        </p:txBody>
      </p:sp>
      <p:sp>
        <p:nvSpPr>
          <p:cNvPr id="15" name="TextBox 14"/>
          <p:cNvSpPr txBox="1"/>
          <p:nvPr/>
        </p:nvSpPr>
        <p:spPr>
          <a:xfrm>
            <a:off x="6903720" y="1925928"/>
            <a:ext cx="4572000" cy="411480"/>
          </a:xfrm>
          <a:prstGeom prst="rect">
            <a:avLst/>
          </a:prstGeom>
          <a:noFill/>
        </p:spPr>
        <p:txBody>
          <a:bodyPr wrap="square">
            <a:spAutoFit/>
          </a:bodyPr>
          <a:lstStyle/>
          <a:p>
            <a:pPr algn="l">
              <a:defRPr sz="900" b="0">
                <a:solidFill>
                  <a:srgbClr val="333333"/>
                </a:solidFill>
                <a:latin typeface="Calibri"/>
              </a:defRPr>
            </a:pPr>
            <a:r>
              <a:t>Agent order arrives; backbone inspects currency field (MXN, EUR, GBP, etc.)</a:t>
            </a:r>
          </a:p>
        </p:txBody>
      </p:sp>
      <p:sp>
        <p:nvSpPr>
          <p:cNvPr id="16" name="Oval 15"/>
          <p:cNvSpPr/>
          <p:nvPr/>
        </p:nvSpPr>
        <p:spPr>
          <a:xfrm>
            <a:off x="6492240" y="2401416"/>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92240" y="2419704"/>
            <a:ext cx="274320" cy="228600"/>
          </a:xfrm>
          <a:prstGeom prst="rect">
            <a:avLst/>
          </a:prstGeom>
          <a:noFill/>
        </p:spPr>
        <p:txBody>
          <a:bodyPr wrap="square">
            <a:spAutoFit/>
          </a:bodyPr>
          <a:lstStyle/>
          <a:p>
            <a:pPr algn="ctr">
              <a:defRPr sz="1000" b="1">
                <a:solidFill>
                  <a:srgbClr val="FFFFFF"/>
                </a:solidFill>
                <a:latin typeface="Calibri"/>
              </a:defRPr>
            </a:pPr>
            <a:r>
              <a:t>2</a:t>
            </a:r>
          </a:p>
        </p:txBody>
      </p:sp>
      <p:sp>
        <p:nvSpPr>
          <p:cNvPr id="18" name="TextBox 17"/>
          <p:cNvSpPr txBox="1"/>
          <p:nvPr/>
        </p:nvSpPr>
        <p:spPr>
          <a:xfrm>
            <a:off x="6903720" y="2401416"/>
            <a:ext cx="4572000" cy="411480"/>
          </a:xfrm>
          <a:prstGeom prst="rect">
            <a:avLst/>
          </a:prstGeom>
          <a:noFill/>
        </p:spPr>
        <p:txBody>
          <a:bodyPr wrap="square">
            <a:spAutoFit/>
          </a:bodyPr>
          <a:lstStyle/>
          <a:p>
            <a:pPr algn="l">
              <a:defRPr sz="900" b="0">
                <a:solidFill>
                  <a:srgbClr val="333333"/>
                </a:solidFill>
                <a:latin typeface="Calibri"/>
              </a:defRPr>
            </a:pPr>
            <a:r>
              <a:t>FX engine locks rate for 30 seconds (BVNK-style rail)</a:t>
            </a:r>
          </a:p>
        </p:txBody>
      </p:sp>
      <p:sp>
        <p:nvSpPr>
          <p:cNvPr id="19" name="Oval 18"/>
          <p:cNvSpPr/>
          <p:nvPr/>
        </p:nvSpPr>
        <p:spPr>
          <a:xfrm>
            <a:off x="6492240" y="2876904"/>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92240" y="2895192"/>
            <a:ext cx="274320" cy="228600"/>
          </a:xfrm>
          <a:prstGeom prst="rect">
            <a:avLst/>
          </a:prstGeom>
          <a:noFill/>
        </p:spPr>
        <p:txBody>
          <a:bodyPr wrap="square">
            <a:spAutoFit/>
          </a:bodyPr>
          <a:lstStyle/>
          <a:p>
            <a:pPr algn="ctr">
              <a:defRPr sz="1000" b="1">
                <a:solidFill>
                  <a:srgbClr val="FFFFFF"/>
                </a:solidFill>
                <a:latin typeface="Calibri"/>
              </a:defRPr>
            </a:pPr>
            <a:r>
              <a:t>3</a:t>
            </a:r>
          </a:p>
        </p:txBody>
      </p:sp>
      <p:sp>
        <p:nvSpPr>
          <p:cNvPr id="21" name="TextBox 20"/>
          <p:cNvSpPr txBox="1"/>
          <p:nvPr/>
        </p:nvSpPr>
        <p:spPr>
          <a:xfrm>
            <a:off x="6903720" y="2876904"/>
            <a:ext cx="4572000" cy="411480"/>
          </a:xfrm>
          <a:prstGeom prst="rect">
            <a:avLst/>
          </a:prstGeom>
          <a:noFill/>
        </p:spPr>
        <p:txBody>
          <a:bodyPr wrap="square">
            <a:spAutoFit/>
          </a:bodyPr>
          <a:lstStyle/>
          <a:p>
            <a:pPr algn="l">
              <a:defRPr sz="900" b="0">
                <a:solidFill>
                  <a:srgbClr val="333333"/>
                </a:solidFill>
                <a:latin typeface="Calibri"/>
              </a:defRPr>
            </a:pPr>
            <a:r>
              <a:t>Conversion to FIUSD on Solana</a:t>
            </a:r>
          </a:p>
        </p:txBody>
      </p:sp>
      <p:sp>
        <p:nvSpPr>
          <p:cNvPr id="22" name="Oval 21"/>
          <p:cNvSpPr/>
          <p:nvPr/>
        </p:nvSpPr>
        <p:spPr>
          <a:xfrm>
            <a:off x="6492240" y="3352392"/>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92240" y="3370680"/>
            <a:ext cx="274320" cy="228600"/>
          </a:xfrm>
          <a:prstGeom prst="rect">
            <a:avLst/>
          </a:prstGeom>
          <a:noFill/>
        </p:spPr>
        <p:txBody>
          <a:bodyPr wrap="square">
            <a:spAutoFit/>
          </a:bodyPr>
          <a:lstStyle/>
          <a:p>
            <a:pPr algn="ctr">
              <a:defRPr sz="1000" b="1">
                <a:solidFill>
                  <a:srgbClr val="FFFFFF"/>
                </a:solidFill>
                <a:latin typeface="Calibri"/>
              </a:defRPr>
            </a:pPr>
            <a:r>
              <a:t>4</a:t>
            </a:r>
          </a:p>
        </p:txBody>
      </p:sp>
      <p:sp>
        <p:nvSpPr>
          <p:cNvPr id="24" name="TextBox 23"/>
          <p:cNvSpPr txBox="1"/>
          <p:nvPr/>
        </p:nvSpPr>
        <p:spPr>
          <a:xfrm>
            <a:off x="6903720" y="3352392"/>
            <a:ext cx="4572000" cy="230832"/>
          </a:xfrm>
          <a:prstGeom prst="rect">
            <a:avLst/>
          </a:prstGeom>
          <a:noFill/>
        </p:spPr>
        <p:txBody>
          <a:bodyPr wrap="square">
            <a:spAutoFit/>
          </a:bodyPr>
          <a:lstStyle/>
          <a:p>
            <a:pPr algn="l">
              <a:defRPr sz="900" b="0">
                <a:solidFill>
                  <a:srgbClr val="333333"/>
                </a:solidFill>
                <a:latin typeface="Calibri"/>
              </a:defRPr>
            </a:pPr>
            <a:r>
              <a:rPr dirty="0"/>
              <a:t>OFAC + GENIUS Act compliance screening (passes)</a:t>
            </a:r>
            <a:r>
              <a:rPr dirty="0" err="1"/>
              <a:t/>
            </a:r>
            <a:r>
              <a:rPr dirty="0"/>
              <a:t/>
            </a:r>
            <a:r>
              <a:rPr lang="en-US" dirty="0"/>
              <a:t/>
            </a:r>
            <a:r>
              <a:rPr dirty="0"/>
              <a:t/>
            </a:r>
          </a:p>
        </p:txBody>
      </p:sp>
      <p:sp>
        <p:nvSpPr>
          <p:cNvPr id="25" name="Oval 24"/>
          <p:cNvSpPr/>
          <p:nvPr/>
        </p:nvSpPr>
        <p:spPr>
          <a:xfrm>
            <a:off x="6492240" y="3827880"/>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92240" y="3846168"/>
            <a:ext cx="274320" cy="228600"/>
          </a:xfrm>
          <a:prstGeom prst="rect">
            <a:avLst/>
          </a:prstGeom>
          <a:noFill/>
        </p:spPr>
        <p:txBody>
          <a:bodyPr wrap="square">
            <a:spAutoFit/>
          </a:bodyPr>
          <a:lstStyle/>
          <a:p>
            <a:pPr algn="ctr">
              <a:defRPr sz="1000" b="1">
                <a:solidFill>
                  <a:srgbClr val="FFFFFF"/>
                </a:solidFill>
                <a:latin typeface="Calibri"/>
              </a:defRPr>
            </a:pPr>
            <a:r>
              <a:t>5</a:t>
            </a:r>
          </a:p>
        </p:txBody>
      </p:sp>
      <p:sp>
        <p:nvSpPr>
          <p:cNvPr id="27" name="TextBox 26"/>
          <p:cNvSpPr txBox="1"/>
          <p:nvPr/>
        </p:nvSpPr>
        <p:spPr>
          <a:xfrm>
            <a:off x="6903720" y="3827880"/>
            <a:ext cx="4572000" cy="411480"/>
          </a:xfrm>
          <a:prstGeom prst="rect">
            <a:avLst/>
          </a:prstGeom>
          <a:noFill/>
        </p:spPr>
        <p:txBody>
          <a:bodyPr wrap="square">
            <a:spAutoFit/>
          </a:bodyPr>
          <a:lstStyle/>
          <a:p>
            <a:pPr algn="l">
              <a:defRPr sz="900" b="0">
                <a:solidFill>
                  <a:srgbClr val="333333"/>
                </a:solidFill>
                <a:latin typeface="Calibri"/>
              </a:defRPr>
            </a:pPr>
            <a:r>
              <a:t>INDX converts FIUSD → USD → merchant's Finxact account in 3 seconds</a:t>
            </a:r>
          </a:p>
        </p:txBody>
      </p:sp>
      <p:sp>
        <p:nvSpPr>
          <p:cNvPr id="28" name="Rounded Rectangle 27"/>
          <p:cNvSpPr/>
          <p:nvPr/>
        </p:nvSpPr>
        <p:spPr>
          <a:xfrm>
            <a:off x="640080" y="4531968"/>
            <a:ext cx="10881360" cy="146304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4400" y="4577688"/>
            <a:ext cx="2743200" cy="274320"/>
          </a:xfrm>
          <a:prstGeom prst="rect">
            <a:avLst/>
          </a:prstGeom>
          <a:noFill/>
        </p:spPr>
        <p:txBody>
          <a:bodyPr wrap="square">
            <a:spAutoFit/>
          </a:bodyPr>
          <a:lstStyle/>
          <a:p>
            <a:pPr algn="l">
              <a:defRPr sz="1000" b="1">
                <a:solidFill>
                  <a:srgbClr val="FF6600"/>
                </a:solidFill>
                <a:latin typeface="Calibri"/>
              </a:defRPr>
            </a:pPr>
            <a:r>
              <a:t>POTENTIAL IMPACT</a:t>
            </a:r>
          </a:p>
        </p:txBody>
      </p:sp>
      <p:sp>
        <p:nvSpPr>
          <p:cNvPr id="30" name="TextBox 29"/>
          <p:cNvSpPr txBox="1"/>
          <p:nvPr/>
        </p:nvSpPr>
        <p:spPr>
          <a:xfrm>
            <a:off x="822960" y="4852008"/>
            <a:ext cx="2468880" cy="457200"/>
          </a:xfrm>
          <a:prstGeom prst="rect">
            <a:avLst/>
          </a:prstGeom>
          <a:noFill/>
        </p:spPr>
        <p:txBody>
          <a:bodyPr wrap="square">
            <a:spAutoFit/>
          </a:bodyPr>
          <a:lstStyle/>
          <a:p>
            <a:pPr algn="ctr">
              <a:defRPr sz="2400" b="1">
                <a:solidFill>
                  <a:srgbClr val="FF6600"/>
                </a:solidFill>
                <a:latin typeface="Calibri"/>
              </a:defRPr>
            </a:pPr>
            <a:r>
              <a:rPr dirty="0"/>
              <a:t>$55 saved</a:t>
            </a:r>
            <a:r>
              <a:rPr lang="en-US" dirty="0"/>
              <a:t/>
            </a:r>
            <a:r>
              <a:rPr dirty="0"/>
              <a:t/>
            </a:r>
            <a:r>
              <a:rPr dirty="0" err="1"/>
              <a:t/>
            </a:r>
            <a:endParaRPr dirty="0"/>
          </a:p>
        </p:txBody>
      </p:sp>
      <p:sp>
        <p:nvSpPr>
          <p:cNvPr id="31" name="TextBox 30"/>
          <p:cNvSpPr txBox="1"/>
          <p:nvPr/>
        </p:nvSpPr>
        <p:spPr>
          <a:xfrm>
            <a:off x="822960" y="5309208"/>
            <a:ext cx="2468880" cy="411480"/>
          </a:xfrm>
          <a:prstGeom prst="rect">
            <a:avLst/>
          </a:prstGeom>
          <a:noFill/>
        </p:spPr>
        <p:txBody>
          <a:bodyPr wrap="square">
            <a:spAutoFit/>
          </a:bodyPr>
          <a:lstStyle/>
          <a:p>
            <a:pPr algn="ctr">
              <a:defRPr sz="900" b="0">
                <a:solidFill>
                  <a:srgbClr val="FFFFFF"/>
                </a:solidFill>
                <a:latin typeface="Calibri"/>
              </a:defRPr>
            </a:pPr>
            <a:r>
              <a:t>Per $1,000 cross-border</a:t>
            </a:r>
            <a:br/>
            <a:r>
              <a:t>agent order</a:t>
            </a:r>
          </a:p>
        </p:txBody>
      </p:sp>
      <p:sp>
        <p:nvSpPr>
          <p:cNvPr id="32" name="TextBox 31"/>
          <p:cNvSpPr txBox="1"/>
          <p:nvPr/>
        </p:nvSpPr>
        <p:spPr>
          <a:xfrm>
            <a:off x="3611879" y="4852008"/>
            <a:ext cx="2468880" cy="457200"/>
          </a:xfrm>
          <a:prstGeom prst="rect">
            <a:avLst/>
          </a:prstGeom>
          <a:noFill/>
        </p:spPr>
        <p:txBody>
          <a:bodyPr wrap="square">
            <a:spAutoFit/>
          </a:bodyPr>
          <a:lstStyle/>
          <a:p>
            <a:pPr algn="ctr">
              <a:defRPr sz="2400" b="1">
                <a:solidFill>
                  <a:srgbClr val="FF6600"/>
                </a:solidFill>
                <a:latin typeface="Calibri"/>
              </a:defRPr>
            </a:pPr>
            <a:r>
              <a:rPr dirty="0"/>
              <a:t>3 sec</a:t>
            </a:r>
            <a:r>
              <a:rPr lang="en-US" dirty="0"/>
              <a:t/>
            </a:r>
            <a:r>
              <a:rPr dirty="0"/>
              <a:t/>
            </a:r>
          </a:p>
        </p:txBody>
      </p:sp>
      <p:sp>
        <p:nvSpPr>
          <p:cNvPr id="33" name="TextBox 32"/>
          <p:cNvSpPr txBox="1"/>
          <p:nvPr/>
        </p:nvSpPr>
        <p:spPr>
          <a:xfrm>
            <a:off x="3611879" y="5309208"/>
            <a:ext cx="2468880" cy="369332"/>
          </a:xfrm>
          <a:prstGeom prst="rect">
            <a:avLst/>
          </a:prstGeom>
          <a:noFill/>
        </p:spPr>
        <p:txBody>
          <a:bodyPr wrap="square">
            <a:spAutoFit/>
          </a:bodyPr>
          <a:lstStyle/>
          <a:p>
            <a:pPr algn="ctr">
              <a:defRPr sz="900" b="0">
                <a:solidFill>
                  <a:srgbClr val="FFFFFF"/>
                </a:solidFill>
                <a:latin typeface="Calibri"/>
              </a:defRPr>
            </a:pPr>
            <a:r>
              <a:rPr dirty="0"/>
              <a:t>Settlement time</a:t>
            </a:r>
            <a:br>
              <a:rPr dirty="0"/>
            </a:br>
            <a:r>
              <a:rPr dirty="0"/>
              <a:t>(vs 3 days)</a:t>
            </a:r>
          </a:p>
        </p:txBody>
      </p:sp>
      <p:sp>
        <p:nvSpPr>
          <p:cNvPr id="34" name="TextBox 33"/>
          <p:cNvSpPr txBox="1"/>
          <p:nvPr/>
        </p:nvSpPr>
        <p:spPr>
          <a:xfrm>
            <a:off x="6400799" y="4852008"/>
            <a:ext cx="2468880" cy="457200"/>
          </a:xfrm>
          <a:prstGeom prst="rect">
            <a:avLst/>
          </a:prstGeom>
          <a:noFill/>
        </p:spPr>
        <p:txBody>
          <a:bodyPr wrap="square">
            <a:spAutoFit/>
          </a:bodyPr>
          <a:lstStyle/>
          <a:p>
            <a:pPr algn="ctr">
              <a:defRPr sz="2400" b="1">
                <a:solidFill>
                  <a:srgbClr val="FF6600"/>
                </a:solidFill>
                <a:latin typeface="Calibri"/>
              </a:defRPr>
            </a:pPr>
            <a:r>
              <a:rPr lang="en-US" dirty="0"/>
              <a:t>91.7%</a:t>
            </a:r>
            <a:r>
              <a:rPr dirty="0"/>
              <a:t/>
            </a:r>
          </a:p>
        </p:txBody>
      </p:sp>
      <p:sp>
        <p:nvSpPr>
          <p:cNvPr id="35" name="TextBox 34"/>
          <p:cNvSpPr txBox="1"/>
          <p:nvPr/>
        </p:nvSpPr>
        <p:spPr>
          <a:xfrm>
            <a:off x="6400799" y="5309208"/>
            <a:ext cx="2468880" cy="411480"/>
          </a:xfrm>
          <a:prstGeom prst="rect">
            <a:avLst/>
          </a:prstGeom>
          <a:noFill/>
        </p:spPr>
        <p:txBody>
          <a:bodyPr wrap="square">
            <a:spAutoFit/>
          </a:bodyPr>
          <a:lstStyle/>
          <a:p>
            <a:pPr algn="ctr">
              <a:defRPr sz="900" b="0">
                <a:solidFill>
                  <a:srgbClr val="FFFFFF"/>
                </a:solidFill>
                <a:latin typeface="Calibri"/>
              </a:defRPr>
            </a:pPr>
            <a:r>
              <a:rPr dirty="0"/>
              <a:t>Cost reduction</a:t>
            </a:r>
            <a:endParaRPr dirty="0"/>
            <a:br>
              <a:rPr dirty="0"/>
            </a:br>
            <a:r>
              <a:rPr dirty="0"/>
              <a:t>vs card rails</a:t>
            </a:r>
          </a:p>
        </p:txBody>
      </p:sp>
      <p:sp>
        <p:nvSpPr>
          <p:cNvPr id="36" name="TextBox 35"/>
          <p:cNvSpPr txBox="1"/>
          <p:nvPr/>
        </p:nvSpPr>
        <p:spPr>
          <a:xfrm>
            <a:off x="9189720" y="4852008"/>
            <a:ext cx="2468880" cy="457200"/>
          </a:xfrm>
          <a:prstGeom prst="rect">
            <a:avLst/>
          </a:prstGeom>
          <a:noFill/>
        </p:spPr>
        <p:txBody>
          <a:bodyPr wrap="square">
            <a:spAutoFit/>
          </a:bodyPr>
          <a:lstStyle/>
          <a:p>
            <a:pPr algn="ctr">
              <a:defRPr sz="2400" b="1">
                <a:solidFill>
                  <a:srgbClr val="FF6600"/>
                </a:solidFill>
                <a:latin typeface="Calibri"/>
              </a:defRPr>
            </a:pPr>
            <a:r>
              <a:t>0 effort</a:t>
            </a:r>
          </a:p>
        </p:txBody>
      </p:sp>
      <p:sp>
        <p:nvSpPr>
          <p:cNvPr id="37" name="TextBox 36"/>
          <p:cNvSpPr txBox="1"/>
          <p:nvPr/>
        </p:nvSpPr>
        <p:spPr>
          <a:xfrm>
            <a:off x="9189720" y="5309208"/>
            <a:ext cx="2468880" cy="411480"/>
          </a:xfrm>
          <a:prstGeom prst="rect">
            <a:avLst/>
          </a:prstGeom>
          <a:noFill/>
        </p:spPr>
        <p:txBody>
          <a:bodyPr wrap="square">
            <a:spAutoFit/>
          </a:bodyPr>
          <a:lstStyle/>
          <a:p>
            <a:pPr algn="ctr">
              <a:defRPr sz="900" b="0">
                <a:solidFill>
                  <a:srgbClr val="FFFFFF"/>
                </a:solidFill>
                <a:latin typeface="Calibri"/>
              </a:defRPr>
            </a:pPr>
            <a:r>
              <a:t>Silent feature of</a:t>
            </a:r>
            <a:br/>
            <a:r>
              <a:t>Clover Agent Checkout</a:t>
            </a:r>
          </a:p>
        </p:txBody>
      </p:sp>
      <p:sp>
        <p:nvSpPr>
          <p:cNvPr id="38" name="TextBox 37"/>
          <p:cNvSpPr txBox="1"/>
          <p:nvPr/>
        </p:nvSpPr>
        <p:spPr>
          <a:xfrm>
            <a:off x="914400" y="5697451"/>
            <a:ext cx="10515600" cy="365760"/>
          </a:xfrm>
          <a:prstGeom prst="rect">
            <a:avLst/>
          </a:prstGeom>
          <a:noFill/>
        </p:spPr>
        <p:txBody>
          <a:bodyPr wrap="square">
            <a:spAutoFit/>
          </a:bodyPr>
          <a:lstStyle/>
          <a:p>
            <a:pPr algn="ctr">
              <a:defRPr sz="1100" b="0">
                <a:solidFill>
                  <a:srgbClr val="FFFFFF"/>
                </a:solidFill>
                <a:latin typeface="Calibri"/>
              </a:defRPr>
            </a:pPr>
            <a:r>
              <a:rPr dirty="0"/>
              <a:t>No new product. No new integration. Every Clover Direct merchant who accepts an international agent order gets this automatically. The international lane rides the backbone.</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MM_SLIDE_TYPE" val="6"/>
</p:tagLst>
</file>

<file path=ppt/tags/tag10.xml><?xml version="1.0" encoding="utf-8"?>
<p:tagLst xmlns:a="http://schemas.openxmlformats.org/drawingml/2006/main" xmlns:r="http://schemas.openxmlformats.org/officeDocument/2006/relationships" xmlns:p="http://schemas.openxmlformats.org/presentationml/2006/main">
  <p:tag name="MM_SLIDE_TYPE" val="6"/>
</p:tagLst>
</file>

<file path=ppt/tags/tag11.xml><?xml version="1.0" encoding="utf-8"?>
<p:tagLst xmlns:a="http://schemas.openxmlformats.org/drawingml/2006/main" xmlns:r="http://schemas.openxmlformats.org/officeDocument/2006/relationships" xmlns:p="http://schemas.openxmlformats.org/presentationml/2006/main">
  <p:tag name="MM_SLIDE_TYPE" val="6"/>
</p:tagLst>
</file>

<file path=ppt/tags/tag12.xml><?xml version="1.0" encoding="utf-8"?>
<p:tagLst xmlns:a="http://schemas.openxmlformats.org/drawingml/2006/main" xmlns:r="http://schemas.openxmlformats.org/officeDocument/2006/relationships" xmlns:p="http://schemas.openxmlformats.org/presentationml/2006/main">
  <p:tag name="MM_SLIDE_TYPE" val="6"/>
</p:tagLst>
</file>

<file path=ppt/tags/tag13.xml><?xml version="1.0" encoding="utf-8"?>
<p:tagLst xmlns:a="http://schemas.openxmlformats.org/drawingml/2006/main" xmlns:r="http://schemas.openxmlformats.org/officeDocument/2006/relationships" xmlns:p="http://schemas.openxmlformats.org/presentationml/2006/main">
  <p:tag name="MM_SLIDE_TYPE" val="6"/>
</p:tagLst>
</file>

<file path=ppt/tags/tag14.xml><?xml version="1.0" encoding="utf-8"?>
<p:tagLst xmlns:a="http://schemas.openxmlformats.org/drawingml/2006/main" xmlns:r="http://schemas.openxmlformats.org/officeDocument/2006/relationships" xmlns:p="http://schemas.openxmlformats.org/presentationml/2006/main">
  <p:tag name="MM_SLIDE_TYPE" val="6"/>
</p:tagLst>
</file>

<file path=ppt/tags/tag15.xml><?xml version="1.0" encoding="utf-8"?>
<p:tagLst xmlns:a="http://schemas.openxmlformats.org/drawingml/2006/main" xmlns:r="http://schemas.openxmlformats.org/officeDocument/2006/relationships" xmlns:p="http://schemas.openxmlformats.org/presentationml/2006/main">
  <p:tag name="MM_SLIDE_TYPE" val="6"/>
</p:tagLst>
</file>

<file path=ppt/tags/tag16.xml><?xml version="1.0" encoding="utf-8"?>
<p:tagLst xmlns:a="http://schemas.openxmlformats.org/drawingml/2006/main" xmlns:r="http://schemas.openxmlformats.org/officeDocument/2006/relationships" xmlns:p="http://schemas.openxmlformats.org/presentationml/2006/main">
  <p:tag name="MM_SLIDE_TYPE" val="6"/>
</p:tagLst>
</file>

<file path=ppt/tags/tag17.xml><?xml version="1.0" encoding="utf-8"?>
<p:tagLst xmlns:a="http://schemas.openxmlformats.org/drawingml/2006/main" xmlns:r="http://schemas.openxmlformats.org/officeDocument/2006/relationships" xmlns:p="http://schemas.openxmlformats.org/presentationml/2006/main">
  <p:tag name="MM_SLIDE_TYPE" val="6"/>
</p:tagLst>
</file>

<file path=ppt/tags/tag18.xml><?xml version="1.0" encoding="utf-8"?>
<p:tagLst xmlns:a="http://schemas.openxmlformats.org/drawingml/2006/main" xmlns:r="http://schemas.openxmlformats.org/officeDocument/2006/relationships" xmlns:p="http://schemas.openxmlformats.org/presentationml/2006/main">
  <p:tag name="MM_SLIDE_TYPE" val="6"/>
</p:tagLst>
</file>

<file path=ppt/tags/tag19.xml><?xml version="1.0" encoding="utf-8"?>
<p:tagLst xmlns:a="http://schemas.openxmlformats.org/drawingml/2006/main" xmlns:r="http://schemas.openxmlformats.org/officeDocument/2006/relationships" xmlns:p="http://schemas.openxmlformats.org/presentationml/2006/main">
  <p:tag name="MM_SLIDE_TYPE" val="6"/>
</p:tagLst>
</file>

<file path=ppt/tags/tag20.xml><?xml version="1.0" encoding="utf-8"?>
<p:tagLst xmlns:a="http://schemas.openxmlformats.org/drawingml/2006/main" xmlns:r="http://schemas.openxmlformats.org/officeDocument/2006/relationships" xmlns:p="http://schemas.openxmlformats.org/presentationml/2006/main">
  <p:tag name="MM_SLIDE_TYPE" val="6"/>
</p:tagLst>
</file>

<file path=ppt/tags/tag21.xml><?xml version="1.0" encoding="utf-8"?>
<p:tagLst xmlns:a="http://schemas.openxmlformats.org/drawingml/2006/main" xmlns:r="http://schemas.openxmlformats.org/officeDocument/2006/relationships" xmlns:p="http://schemas.openxmlformats.org/presentationml/2006/main">
  <p:tag name="MM_SLIDE_TYPE" val="6"/>
</p:tagLst>
</file>

<file path=ppt/tags/tag22.xml><?xml version="1.0" encoding="utf-8"?>
<p:tagLst xmlns:a="http://schemas.openxmlformats.org/drawingml/2006/main" xmlns:r="http://schemas.openxmlformats.org/officeDocument/2006/relationships" xmlns:p="http://schemas.openxmlformats.org/presentationml/2006/main">
  <p:tag name="MM_SLIDE_TYPE" val="6"/>
</p:tagLst>
</file>

<file path=ppt/tags/tag23.xml><?xml version="1.0" encoding="utf-8"?>
<p:tagLst xmlns:a="http://schemas.openxmlformats.org/drawingml/2006/main" xmlns:r="http://schemas.openxmlformats.org/officeDocument/2006/relationships" xmlns:p="http://schemas.openxmlformats.org/presentationml/2006/main">
  <p:tag name="MM_SLIDE_TYPE" val="6"/>
</p:tagLst>
</file>

<file path=ppt/tags/tag24.xml><?xml version="1.0" encoding="utf-8"?>
<p:tagLst xmlns:a="http://schemas.openxmlformats.org/drawingml/2006/main" xmlns:r="http://schemas.openxmlformats.org/officeDocument/2006/relationships" xmlns:p="http://schemas.openxmlformats.org/presentationml/2006/main">
  <p:tag name="MM_SLIDE_TYPE" val="6"/>
</p:tagLst>
</file>

<file path=ppt/tags/tag25.xml><?xml version="1.0" encoding="utf-8"?>
<p:tagLst xmlns:a="http://schemas.openxmlformats.org/drawingml/2006/main" xmlns:r="http://schemas.openxmlformats.org/officeDocument/2006/relationships" xmlns:p="http://schemas.openxmlformats.org/presentationml/2006/main">
  <p:tag name="MM_SLIDE_TYPE" val="6"/>
</p:tagLst>
</file>

<file path=ppt/tags/tag26.xml><?xml version="1.0" encoding="utf-8"?>
<p:tagLst xmlns:a="http://schemas.openxmlformats.org/drawingml/2006/main" xmlns:r="http://schemas.openxmlformats.org/officeDocument/2006/relationships" xmlns:p="http://schemas.openxmlformats.org/presentationml/2006/main">
  <p:tag name="MM_SLIDE_TYPE" val="6"/>
</p:tagLst>
</file>

<file path=ppt/tags/tag27.xml><?xml version="1.0" encoding="utf-8"?>
<p:tagLst xmlns:a="http://schemas.openxmlformats.org/drawingml/2006/main" xmlns:r="http://schemas.openxmlformats.org/officeDocument/2006/relationships" xmlns:p="http://schemas.openxmlformats.org/presentationml/2006/main">
  <p:tag name="MM_SLIDE_TYPE" val="6"/>
</p:tagLst>
</file>

<file path=ppt/tags/tag28.xml><?xml version="1.0" encoding="utf-8"?>
<p:tagLst xmlns:a="http://schemas.openxmlformats.org/drawingml/2006/main" xmlns:r="http://schemas.openxmlformats.org/officeDocument/2006/relationships" xmlns:p="http://schemas.openxmlformats.org/presentationml/2006/main">
  <p:tag name="MM_SLIDE_TYPE" val="6"/>
</p:tagLst>
</file>

<file path=ppt/tags/tag29.xml><?xml version="1.0" encoding="utf-8"?>
<p:tagLst xmlns:a="http://schemas.openxmlformats.org/drawingml/2006/main" xmlns:r="http://schemas.openxmlformats.org/officeDocument/2006/relationships" xmlns:p="http://schemas.openxmlformats.org/presentationml/2006/main">
  <p:tag name="MM_SLIDE_TYPE" val="6"/>
</p:tagLst>
</file>

<file path=ppt/tags/tag30.xml><?xml version="1.0" encoding="utf-8"?>
<p:tagLst xmlns:a="http://schemas.openxmlformats.org/drawingml/2006/main" xmlns:r="http://schemas.openxmlformats.org/officeDocument/2006/relationships" xmlns:p="http://schemas.openxmlformats.org/presentationml/2006/main">
  <p:tag name="MM_SLIDE_TYPE" val="6"/>
</p:tagLst>
</file>

<file path=ppt/tags/tag31.xml><?xml version="1.0" encoding="utf-8"?>
<p:tagLst xmlns:a="http://schemas.openxmlformats.org/drawingml/2006/main" xmlns:r="http://schemas.openxmlformats.org/officeDocument/2006/relationships" xmlns:p="http://schemas.openxmlformats.org/presentationml/2006/main">
  <p:tag name="MM_SLIDE_TYPE" val="6"/>
</p:tagLst>
</file>

<file path=ppt/tags/tag32.xml><?xml version="1.0" encoding="utf-8"?>
<p:tagLst xmlns:a="http://schemas.openxmlformats.org/drawingml/2006/main" xmlns:r="http://schemas.openxmlformats.org/officeDocument/2006/relationships" xmlns:p="http://schemas.openxmlformats.org/presentationml/2006/main">
  <p:tag name="MM_SLIDE_TYPE" val="6"/>
</p:tagLst>
</file>

<file path=ppt/tags/tag33.xml><?xml version="1.0" encoding="utf-8"?>
<p:tagLst xmlns:a="http://schemas.openxmlformats.org/drawingml/2006/main" xmlns:r="http://schemas.openxmlformats.org/officeDocument/2006/relationships" xmlns:p="http://schemas.openxmlformats.org/presentationml/2006/main">
  <p:tag name="MM_SLIDE_TYPE" val="6"/>
</p:tagLst>
</file>

<file path=ppt/tags/tag34.xml><?xml version="1.0" encoding="utf-8"?>
<p:tagLst xmlns:a="http://schemas.openxmlformats.org/drawingml/2006/main" xmlns:r="http://schemas.openxmlformats.org/officeDocument/2006/relationships" xmlns:p="http://schemas.openxmlformats.org/presentationml/2006/main">
  <p:tag name="MM_SLIDE_TYPE" val="6"/>
</p:tagLst>
</file>

<file path=ppt/tags/tag35.xml><?xml version="1.0" encoding="utf-8"?>
<p:tagLst xmlns:a="http://schemas.openxmlformats.org/drawingml/2006/main" xmlns:r="http://schemas.openxmlformats.org/officeDocument/2006/relationships" xmlns:p="http://schemas.openxmlformats.org/presentationml/2006/main">
  <p:tag name="MM_SLIDE_TYPE" val="6"/>
</p:tagLst>
</file>

<file path=ppt/tags/tag36.xml><?xml version="1.0" encoding="utf-8"?>
<p:tagLst xmlns:a="http://schemas.openxmlformats.org/drawingml/2006/main" xmlns:r="http://schemas.openxmlformats.org/officeDocument/2006/relationships" xmlns:p="http://schemas.openxmlformats.org/presentationml/2006/main">
  <p:tag name="MM_SLIDE_TYPE" val="6"/>
</p:tagLst>
</file>

<file path=ppt/tags/tag37.xml><?xml version="1.0" encoding="utf-8"?>
<p:tagLst xmlns:a="http://schemas.openxmlformats.org/drawingml/2006/main" xmlns:r="http://schemas.openxmlformats.org/officeDocument/2006/relationships" xmlns:p="http://schemas.openxmlformats.org/presentationml/2006/main">
  <p:tag name="MM_SLIDE_TYPE" val="6"/>
</p:tagLst>
</file>

<file path=ppt/tags/tag38.xml><?xml version="1.0" encoding="utf-8"?>
<p:tagLst xmlns:a="http://schemas.openxmlformats.org/drawingml/2006/main" xmlns:r="http://schemas.openxmlformats.org/officeDocument/2006/relationships" xmlns:p="http://schemas.openxmlformats.org/presentationml/2006/main">
  <p:tag name="ROW" val="1"/>
</p:tagLst>
</file>

<file path=ppt/tags/tag39.xml><?xml version="1.0" encoding="utf-8"?>
<p:tagLst xmlns:a="http://schemas.openxmlformats.org/drawingml/2006/main" xmlns:r="http://schemas.openxmlformats.org/officeDocument/2006/relationships" xmlns:p="http://schemas.openxmlformats.org/presentationml/2006/main">
  <p:tag name="MM_SLIDE_TYPE" val="6"/>
</p:tagLst>
</file>

<file path=ppt/tags/tag40.xml><?xml version="1.0" encoding="utf-8"?>
<p:tagLst xmlns:a="http://schemas.openxmlformats.org/drawingml/2006/main" xmlns:r="http://schemas.openxmlformats.org/officeDocument/2006/relationships" xmlns:p="http://schemas.openxmlformats.org/presentationml/2006/main">
  <p:tag name="MM_SLIDE_TYPE" val="6"/>
</p:tagLst>
</file>

<file path=ppt/tags/tag41.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Fisv">
  <a:themeElements>
    <a:clrScheme name="Fiserv">
      <a:dk1>
        <a:sysClr val="windowText" lastClr="000000"/>
      </a:dk1>
      <a:lt1>
        <a:sysClr val="window" lastClr="FFFFFF"/>
      </a:lt1>
      <a:dk2>
        <a:srgbClr val="595959"/>
      </a:dk2>
      <a:lt2>
        <a:srgbClr val="333333"/>
      </a:lt2>
      <a:accent1>
        <a:srgbClr val="6699CC"/>
      </a:accent1>
      <a:accent2>
        <a:srgbClr val="2B5681"/>
      </a:accent2>
      <a:accent3>
        <a:srgbClr val="666666"/>
      </a:accent3>
      <a:accent4>
        <a:srgbClr val="9B9B9B"/>
      </a:accent4>
      <a:accent5>
        <a:srgbClr val="FFC626"/>
      </a:accent5>
      <a:accent6>
        <a:srgbClr val="822E78"/>
      </a:accent6>
      <a:hlink>
        <a:srgbClr val="6699CC"/>
      </a:hlink>
      <a:folHlink>
        <a:srgbClr val="66666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4"/>
        </a:solidFill>
        <a:ln>
          <a:noFill/>
        </a:ln>
        <a:effectLst/>
      </a:spPr>
      <a:bodyPr rtlCol="0" anchor="ctr"/>
      <a:lstStyle>
        <a:defPPr algn="ctr">
          <a:lnSpc>
            <a:spcPct val="90000"/>
          </a:lnSpc>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rgbClr val="595959"/>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nSpc>
            <a:spcPct val="90000"/>
          </a:lnSpc>
          <a:defRPr/>
        </a:defPPr>
      </a:lstStyle>
    </a:txDef>
  </a:objectDefaults>
  <a:extraClrSchemeLst/>
  <a:custClrLst>
    <a:custClr name="Fiserv Orange 255 102 0">
      <a:srgbClr val="FF6600"/>
    </a:custClr>
    <a:custClr name="White 255 255 255">
      <a:srgbClr val="FFFFFF"/>
    </a:custClr>
    <a:custClr name="Light Gray 235 235 235">
      <a:srgbClr val="EBEBEB"/>
    </a:custClr>
    <a:custClr name="Fiserv Graphite Gray 102 102 102">
      <a:srgbClr val="666666"/>
    </a:custClr>
    <a:custClr name="Fiserv Steel Blue 102 153 204">
      <a:srgbClr val="6699CC"/>
    </a:custClr>
    <a:custClr name="Black">
      <a:srgbClr val="000000"/>
    </a:custClr>
  </a:custClrLst>
  <a:extLst>
    <a:ext uri="{05A4C25C-085E-4340-85A3-A5531E510DB2}">
      <thm15:themeFamily xmlns:thm15="http://schemas.microsoft.com/office/thememl/2012/main" name="Fisv" id="{0BD0A2C2-1170-4EA8-842F-D16BE21B5974}" vid="{97D8B134-F933-43BD-BF4E-64889F48CB2E}"/>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588</TotalTime>
  <Words>2539</Words>
  <Application>Microsoft Office PowerPoint</Application>
  <PresentationFormat>Widescreen</PresentationFormat>
  <Paragraphs>449</Paragraphs>
  <Slides>19</Slides>
  <Notes>0</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19</vt:i4>
      </vt:variant>
    </vt:vector>
  </HeadingPairs>
  <TitlesOfParts>
    <vt:vector size="27" baseType="lpstr">
      <vt:lpstr>Aptos</vt:lpstr>
      <vt:lpstr>Aptos Display</vt:lpstr>
      <vt:lpstr>Arial</vt:lpstr>
      <vt:lpstr>Calibri</vt:lpstr>
      <vt:lpstr>Univers for Fiserv 45 Light</vt:lpstr>
      <vt:lpstr>Office Theme</vt:lpstr>
      <vt:lpstr>Custom Design</vt:lpstr>
      <vt:lpstr>Fisv</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Narasimmamoorthy, Ajay (US - California)</cp:lastModifiedBy>
  <cp:revision>1</cp:revision>
  <dcterms:created xsi:type="dcterms:W3CDTF">2013-01-27T09:14:16Z</dcterms:created>
  <dcterms:modified xsi:type="dcterms:W3CDTF">2026-04-10T04:46:50Z</dcterms:modified>
  <cp:category/>
</cp:coreProperties>
</file>